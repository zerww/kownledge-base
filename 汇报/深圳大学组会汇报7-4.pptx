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6" r:id="rId2"/>
  </p:sldMasterIdLst>
  <p:notesMasterIdLst>
    <p:notesMasterId r:id="rId20"/>
  </p:notesMasterIdLst>
  <p:handoutMasterIdLst>
    <p:handoutMasterId r:id="rId21"/>
  </p:handoutMasterIdLst>
  <p:sldIdLst>
    <p:sldId id="275" r:id="rId3"/>
    <p:sldId id="305" r:id="rId4"/>
    <p:sldId id="306" r:id="rId5"/>
    <p:sldId id="307" r:id="rId6"/>
    <p:sldId id="308" r:id="rId7"/>
    <p:sldId id="309" r:id="rId8"/>
    <p:sldId id="310" r:id="rId9"/>
    <p:sldId id="311" r:id="rId10"/>
    <p:sldId id="312" r:id="rId11"/>
    <p:sldId id="313" r:id="rId12"/>
    <p:sldId id="316" r:id="rId13"/>
    <p:sldId id="315" r:id="rId14"/>
    <p:sldId id="317" r:id="rId15"/>
    <p:sldId id="318" r:id="rId16"/>
    <p:sldId id="319" r:id="rId17"/>
    <p:sldId id="320" r:id="rId18"/>
    <p:sldId id="281" r:id="rId19"/>
  </p:sldIdLst>
  <p:sldSz cx="12192000" cy="6858000"/>
  <p:notesSz cx="6858000" cy="9144000"/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A2418"/>
    <a:srgbClr val="780009"/>
    <a:srgbClr val="B4776D"/>
    <a:srgbClr val="BB010E"/>
    <a:srgbClr val="CC3300"/>
    <a:srgbClr val="CC4226"/>
    <a:srgbClr val="651B13"/>
    <a:srgbClr val="352850"/>
    <a:srgbClr val="885F04"/>
    <a:srgbClr val="192A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107" autoAdjust="0"/>
    <p:restoredTop sz="94660"/>
  </p:normalViewPr>
  <p:slideViewPr>
    <p:cSldViewPr snapToGrid="0">
      <p:cViewPr varScale="1">
        <p:scale>
          <a:sx n="63" d="100"/>
          <a:sy n="63" d="100"/>
        </p:scale>
        <p:origin x="83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55" d="100"/>
          <a:sy n="55" d="100"/>
        </p:scale>
        <p:origin x="181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0F6B53-9E3B-4C54-8733-630783A95104}" type="datetimeFigureOut">
              <a:rPr lang="zh-CN" altLang="en-US" smtClean="0"/>
              <a:t>2026/7/17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1F0B8D-DCD7-4156-A67A-F9E102284B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01D096-FAED-4D1A-B352-C58DC2C3D816}" type="datetimeFigureOut">
              <a:rPr lang="zh-CN" altLang="en-US" smtClean="0"/>
              <a:t>2026/7/17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8AA5F0-770B-410C-90B7-ECBA0CF9027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AA5F0-770B-410C-90B7-ECBA0CF9027F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8AA5F0-770B-410C-90B7-ECBA0CF9027F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AA5F0-770B-410C-90B7-ECBA0CF9027F}" type="slidenum">
              <a:rPr lang="zh-CN" altLang="en-US" smtClean="0"/>
              <a:t>17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首页封面">
    <p:bg>
      <p:bgPr>
        <a:pattFill prst="wdUpDiag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/>
        </p:nvSpPr>
        <p:spPr>
          <a:xfrm>
            <a:off x="-6350" y="-14111"/>
            <a:ext cx="12192000" cy="6858001"/>
          </a:xfrm>
          <a:prstGeom prst="rect">
            <a:avLst/>
          </a:prstGeom>
          <a:gradFill>
            <a:gsLst>
              <a:gs pos="0">
                <a:schemeClr val="bg1">
                  <a:alpha val="90000"/>
                </a:schemeClr>
              </a:gs>
              <a:gs pos="100000">
                <a:schemeClr val="bg1">
                  <a:alpha val="70000"/>
                </a:schemeClr>
              </a:gs>
            </a:gsLst>
            <a:lin ang="5400000" scaled="1"/>
          </a:gradFill>
          <a:ln w="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+mn-lt"/>
            </a:endParaRPr>
          </a:p>
        </p:txBody>
      </p:sp>
      <p:sp>
        <p:nvSpPr>
          <p:cNvPr id="8" name="任意多边形: 形状 7"/>
          <p:cNvSpPr/>
          <p:nvPr/>
        </p:nvSpPr>
        <p:spPr>
          <a:xfrm>
            <a:off x="-2" y="-26143"/>
            <a:ext cx="12192000" cy="3820891"/>
          </a:xfrm>
          <a:custGeom>
            <a:avLst/>
            <a:gdLst>
              <a:gd name="connsiteX0" fmla="*/ 0 w 12192000"/>
              <a:gd name="connsiteY0" fmla="*/ 0 h 3820891"/>
              <a:gd name="connsiteX1" fmla="*/ 12192000 w 12192000"/>
              <a:gd name="connsiteY1" fmla="*/ 0 h 3820891"/>
              <a:gd name="connsiteX2" fmla="*/ 12192000 w 12192000"/>
              <a:gd name="connsiteY2" fmla="*/ 2822842 h 3820891"/>
              <a:gd name="connsiteX3" fmla="*/ 11920340 w 12192000"/>
              <a:gd name="connsiteY3" fmla="*/ 2925857 h 3820891"/>
              <a:gd name="connsiteX4" fmla="*/ 6096000 w 12192000"/>
              <a:gd name="connsiteY4" fmla="*/ 3820891 h 3820891"/>
              <a:gd name="connsiteX5" fmla="*/ 271660 w 12192000"/>
              <a:gd name="connsiteY5" fmla="*/ 2925857 h 3820891"/>
              <a:gd name="connsiteX6" fmla="*/ 0 w 12192000"/>
              <a:gd name="connsiteY6" fmla="*/ 2822842 h 3820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3820891">
                <a:moveTo>
                  <a:pt x="0" y="0"/>
                </a:moveTo>
                <a:lnTo>
                  <a:pt x="12192000" y="0"/>
                </a:lnTo>
                <a:lnTo>
                  <a:pt x="12192000" y="2822842"/>
                </a:lnTo>
                <a:lnTo>
                  <a:pt x="11920340" y="2925857"/>
                </a:lnTo>
                <a:cubicBezTo>
                  <a:pt x="10382026" y="3481957"/>
                  <a:pt x="8338529" y="3820891"/>
                  <a:pt x="6096000" y="3820891"/>
                </a:cubicBezTo>
                <a:cubicBezTo>
                  <a:pt x="3853472" y="3820891"/>
                  <a:pt x="1809974" y="3481957"/>
                  <a:pt x="271660" y="2925857"/>
                </a:cubicBezTo>
                <a:lnTo>
                  <a:pt x="0" y="2822842"/>
                </a:lnTo>
                <a:close/>
              </a:path>
            </a:pathLst>
          </a:custGeom>
          <a:solidFill>
            <a:srgbClr val="9A24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3" name="椭圆 52"/>
          <p:cNvSpPr/>
          <p:nvPr userDrawn="1"/>
        </p:nvSpPr>
        <p:spPr>
          <a:xfrm>
            <a:off x="4825750" y="5851669"/>
            <a:ext cx="220164" cy="220164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4" name="椭圆 53"/>
          <p:cNvSpPr/>
          <p:nvPr userDrawn="1"/>
        </p:nvSpPr>
        <p:spPr>
          <a:xfrm>
            <a:off x="7146086" y="5851669"/>
            <a:ext cx="220164" cy="220164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7" name="文本占位符 56"/>
          <p:cNvSpPr>
            <a:spLocks noGrp="1"/>
          </p:cNvSpPr>
          <p:nvPr>
            <p:ph type="body" sz="quarter" idx="10" hasCustomPrompt="1"/>
          </p:nvPr>
        </p:nvSpPr>
        <p:spPr>
          <a:xfrm>
            <a:off x="5222039" y="5792249"/>
            <a:ext cx="1747925" cy="353120"/>
          </a:xfrm>
          <a:custGeom>
            <a:avLst/>
            <a:gdLst>
              <a:gd name="connsiteX0" fmla="*/ 0 w 1747925"/>
              <a:gd name="connsiteY0" fmla="*/ 176559 h 353120"/>
              <a:gd name="connsiteX1" fmla="*/ 0 w 1747925"/>
              <a:gd name="connsiteY1" fmla="*/ 176560 h 353120"/>
              <a:gd name="connsiteX2" fmla="*/ 0 w 1747925"/>
              <a:gd name="connsiteY2" fmla="*/ 176560 h 353120"/>
              <a:gd name="connsiteX3" fmla="*/ 176560 w 1747925"/>
              <a:gd name="connsiteY3" fmla="*/ 0 h 353120"/>
              <a:gd name="connsiteX4" fmla="*/ 1571365 w 1747925"/>
              <a:gd name="connsiteY4" fmla="*/ 0 h 353120"/>
              <a:gd name="connsiteX5" fmla="*/ 1747925 w 1747925"/>
              <a:gd name="connsiteY5" fmla="*/ 176560 h 353120"/>
              <a:gd name="connsiteX6" fmla="*/ 1747924 w 1747925"/>
              <a:gd name="connsiteY6" fmla="*/ 176560 h 353120"/>
              <a:gd name="connsiteX7" fmla="*/ 1571364 w 1747925"/>
              <a:gd name="connsiteY7" fmla="*/ 353120 h 353120"/>
              <a:gd name="connsiteX8" fmla="*/ 176560 w 1747925"/>
              <a:gd name="connsiteY8" fmla="*/ 353119 h 353120"/>
              <a:gd name="connsiteX9" fmla="*/ 13875 w 1747925"/>
              <a:gd name="connsiteY9" fmla="*/ 245284 h 353120"/>
              <a:gd name="connsiteX10" fmla="*/ 0 w 1747925"/>
              <a:gd name="connsiteY10" fmla="*/ 176560 h 353120"/>
              <a:gd name="connsiteX11" fmla="*/ 13875 w 1747925"/>
              <a:gd name="connsiteY11" fmla="*/ 107835 h 353120"/>
              <a:gd name="connsiteX12" fmla="*/ 176560 w 1747925"/>
              <a:gd name="connsiteY12" fmla="*/ 0 h 353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747925" h="353120">
                <a:moveTo>
                  <a:pt x="0" y="176559"/>
                </a:moveTo>
                <a:lnTo>
                  <a:pt x="0" y="176560"/>
                </a:lnTo>
                <a:lnTo>
                  <a:pt x="0" y="176560"/>
                </a:lnTo>
                <a:close/>
                <a:moveTo>
                  <a:pt x="176560" y="0"/>
                </a:moveTo>
                <a:lnTo>
                  <a:pt x="1571365" y="0"/>
                </a:lnTo>
                <a:cubicBezTo>
                  <a:pt x="1668876" y="0"/>
                  <a:pt x="1747925" y="79049"/>
                  <a:pt x="1747925" y="176560"/>
                </a:cubicBezTo>
                <a:lnTo>
                  <a:pt x="1747924" y="176560"/>
                </a:lnTo>
                <a:cubicBezTo>
                  <a:pt x="1747924" y="274071"/>
                  <a:pt x="1668875" y="353120"/>
                  <a:pt x="1571364" y="353120"/>
                </a:cubicBezTo>
                <a:lnTo>
                  <a:pt x="176560" y="353119"/>
                </a:lnTo>
                <a:cubicBezTo>
                  <a:pt x="103427" y="353119"/>
                  <a:pt x="40679" y="308654"/>
                  <a:pt x="13875" y="245284"/>
                </a:cubicBezTo>
                <a:lnTo>
                  <a:pt x="0" y="176560"/>
                </a:lnTo>
                <a:lnTo>
                  <a:pt x="13875" y="107835"/>
                </a:lnTo>
                <a:cubicBezTo>
                  <a:pt x="40679" y="44465"/>
                  <a:pt x="103427" y="0"/>
                  <a:pt x="176560" y="0"/>
                </a:cubicBezTo>
                <a:close/>
              </a:path>
            </a:pathLst>
          </a:custGeom>
          <a:solidFill>
            <a:srgbClr val="9A2418"/>
          </a:solidFill>
        </p:spPr>
        <p:txBody>
          <a:bodyPr wrap="square" anchor="ctr" anchorCtr="0">
            <a:noAutofit/>
          </a:bodyPr>
          <a:lstStyle>
            <a:lvl1pPr marL="0" indent="0" algn="ctr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 dirty="0"/>
              <a:t>海湾同学社</a:t>
            </a:r>
            <a:endParaRPr lang="en-US" altLang="zh-CN" dirty="0"/>
          </a:p>
        </p:txBody>
      </p:sp>
      <p:sp>
        <p:nvSpPr>
          <p:cNvPr id="58" name="文本占位符 13"/>
          <p:cNvSpPr>
            <a:spLocks noGrp="1"/>
          </p:cNvSpPr>
          <p:nvPr>
            <p:ph type="body" sz="quarter" idx="11" hasCustomPrompt="1"/>
          </p:nvPr>
        </p:nvSpPr>
        <p:spPr>
          <a:xfrm>
            <a:off x="4581523" y="5407559"/>
            <a:ext cx="3028952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sp>
        <p:nvSpPr>
          <p:cNvPr id="60" name="标题 59"/>
          <p:cNvSpPr>
            <a:spLocks noGrp="1"/>
          </p:cNvSpPr>
          <p:nvPr>
            <p:ph type="title" hasCustomPrompt="1"/>
          </p:nvPr>
        </p:nvSpPr>
        <p:spPr>
          <a:xfrm>
            <a:off x="660400" y="4167394"/>
            <a:ext cx="10858500" cy="663575"/>
          </a:xfrm>
        </p:spPr>
        <p:txBody>
          <a:bodyPr>
            <a:normAutofit/>
          </a:bodyPr>
          <a:lstStyle>
            <a:lvl1pPr algn="ctr">
              <a:defRPr sz="4000" spc="100" baseline="0">
                <a:solidFill>
                  <a:srgbClr val="9A2418"/>
                </a:solidFill>
              </a:defRPr>
            </a:lvl1pPr>
          </a:lstStyle>
          <a:p>
            <a:r>
              <a:rPr lang="zh-CN" altLang="en-US" dirty="0"/>
              <a:t>深圳大学</a:t>
            </a:r>
            <a:r>
              <a:rPr lang="en-US" altLang="zh-CN" dirty="0"/>
              <a:t>PPT</a:t>
            </a:r>
            <a:r>
              <a:rPr lang="zh-CN" altLang="en-US" dirty="0"/>
              <a:t>模板</a:t>
            </a: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8581" y="1780434"/>
            <a:ext cx="985883" cy="985883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8599" y="1649925"/>
            <a:ext cx="2883456" cy="12469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章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矩形 55"/>
          <p:cNvSpPr/>
          <p:nvPr userDrawn="1"/>
        </p:nvSpPr>
        <p:spPr>
          <a:xfrm>
            <a:off x="0" y="-144000"/>
            <a:ext cx="12192000" cy="6858000"/>
          </a:xfrm>
          <a:prstGeom prst="rect">
            <a:avLst/>
          </a:prstGeom>
          <a:gradFill>
            <a:gsLst>
              <a:gs pos="0">
                <a:schemeClr val="bg1">
                  <a:alpha val="90000"/>
                </a:schemeClr>
              </a:gs>
              <a:gs pos="100000">
                <a:schemeClr val="bg1">
                  <a:alpha val="70000"/>
                </a:schemeClr>
              </a:gs>
            </a:gsLst>
            <a:lin ang="5400000" scaled="1"/>
          </a:gradFill>
          <a:ln w="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+mn-lt"/>
            </a:endParaRPr>
          </a:p>
        </p:txBody>
      </p:sp>
      <p:sp>
        <p:nvSpPr>
          <p:cNvPr id="8" name="矩形 7"/>
          <p:cNvSpPr/>
          <p:nvPr userDrawn="1"/>
        </p:nvSpPr>
        <p:spPr>
          <a:xfrm>
            <a:off x="0" y="6570000"/>
            <a:ext cx="12192000" cy="288000"/>
          </a:xfrm>
          <a:prstGeom prst="rect">
            <a:avLst/>
          </a:prstGeom>
          <a:solidFill>
            <a:srgbClr val="9A24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任意多边形: 形状 59"/>
          <p:cNvSpPr/>
          <p:nvPr userDrawn="1"/>
        </p:nvSpPr>
        <p:spPr>
          <a:xfrm flipH="1">
            <a:off x="0" y="-14288"/>
            <a:ext cx="12192000" cy="723900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solidFill>
            <a:srgbClr val="9A24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cxnSp>
        <p:nvCxnSpPr>
          <p:cNvPr id="61" name="直接连接符 60"/>
          <p:cNvCxnSpPr/>
          <p:nvPr userDrawn="1"/>
        </p:nvCxnSpPr>
        <p:spPr>
          <a:xfrm>
            <a:off x="3785505" y="2143125"/>
            <a:ext cx="0" cy="257175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矩形 61"/>
          <p:cNvSpPr/>
          <p:nvPr userDrawn="1"/>
        </p:nvSpPr>
        <p:spPr>
          <a:xfrm>
            <a:off x="4726574" y="3432579"/>
            <a:ext cx="720000" cy="101600"/>
          </a:xfrm>
          <a:prstGeom prst="rect">
            <a:avLst/>
          </a:prstGeom>
          <a:solidFill>
            <a:srgbClr val="9A24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26574" y="2143126"/>
            <a:ext cx="6792326" cy="1035858"/>
          </a:xfrm>
        </p:spPr>
        <p:txBody>
          <a:bodyPr anchor="ctr" anchorCtr="0">
            <a:normAutofit/>
          </a:bodyPr>
          <a:lstStyle>
            <a:lvl1pPr>
              <a:defRPr sz="4000" spc="1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>
          <a:xfrm>
            <a:off x="4725988" y="3787775"/>
            <a:ext cx="6792912" cy="927100"/>
          </a:xfrm>
        </p:spPr>
        <p:txBody>
          <a:bodyPr lIns="0" anchor="ctr" anchorCtr="0"/>
          <a:lstStyle>
            <a:lvl1pPr marL="0" indent="0">
              <a:buFontTx/>
              <a:buNone/>
              <a:defRPr spc="100" baseline="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9062" y="77075"/>
            <a:ext cx="541169" cy="541169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8609" y="44968"/>
            <a:ext cx="1399953" cy="6053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章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矩形 55"/>
          <p:cNvSpPr/>
          <p:nvPr userDrawn="1"/>
        </p:nvSpPr>
        <p:spPr>
          <a:xfrm>
            <a:off x="0" y="-144000"/>
            <a:ext cx="12192000" cy="6858000"/>
          </a:xfrm>
          <a:prstGeom prst="rect">
            <a:avLst/>
          </a:prstGeom>
          <a:gradFill>
            <a:gsLst>
              <a:gs pos="0">
                <a:schemeClr val="bg1">
                  <a:alpha val="90000"/>
                </a:schemeClr>
              </a:gs>
              <a:gs pos="100000">
                <a:schemeClr val="bg1">
                  <a:alpha val="70000"/>
                </a:schemeClr>
              </a:gs>
            </a:gsLst>
            <a:lin ang="5400000" scaled="1"/>
          </a:gradFill>
          <a:ln w="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+mn-lt"/>
            </a:endParaRPr>
          </a:p>
        </p:txBody>
      </p:sp>
      <p:sp>
        <p:nvSpPr>
          <p:cNvPr id="8" name="矩形 7"/>
          <p:cNvSpPr/>
          <p:nvPr userDrawn="1"/>
        </p:nvSpPr>
        <p:spPr>
          <a:xfrm>
            <a:off x="0" y="6570000"/>
            <a:ext cx="12192000" cy="288000"/>
          </a:xfrm>
          <a:prstGeom prst="rect">
            <a:avLst/>
          </a:prstGeom>
          <a:solidFill>
            <a:srgbClr val="9A24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任意多边形: 形状 59"/>
          <p:cNvSpPr/>
          <p:nvPr userDrawn="1"/>
        </p:nvSpPr>
        <p:spPr>
          <a:xfrm flipH="1">
            <a:off x="0" y="-14288"/>
            <a:ext cx="12192000" cy="723900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solidFill>
            <a:srgbClr val="9A24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9062" y="77075"/>
            <a:ext cx="541169" cy="541169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8609" y="44968"/>
            <a:ext cx="1399953" cy="6053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96251"/>
            <a:ext cx="12192000" cy="6858000"/>
          </a:xfrm>
          <a:prstGeom prst="rect">
            <a:avLst/>
          </a:prstGeom>
          <a:gradFill>
            <a:gsLst>
              <a:gs pos="0">
                <a:schemeClr val="bg1">
                  <a:alpha val="90000"/>
                </a:schemeClr>
              </a:gs>
              <a:gs pos="100000">
                <a:schemeClr val="bg1">
                  <a:alpha val="70000"/>
                </a:schemeClr>
              </a:gs>
            </a:gsLst>
            <a:lin ang="5400000" scaled="1"/>
          </a:gradFill>
          <a:ln w="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+mn-lt"/>
            </a:endParaRPr>
          </a:p>
        </p:txBody>
      </p:sp>
      <p:sp>
        <p:nvSpPr>
          <p:cNvPr id="4" name="椭圆 3"/>
          <p:cNvSpPr/>
          <p:nvPr userDrawn="1"/>
        </p:nvSpPr>
        <p:spPr>
          <a:xfrm>
            <a:off x="264695" y="121736"/>
            <a:ext cx="613610" cy="613026"/>
          </a:xfrm>
          <a:prstGeom prst="ellipse">
            <a:avLst/>
          </a:prstGeom>
          <a:solidFill>
            <a:srgbClr val="9A24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60400" y="-1"/>
            <a:ext cx="9301747" cy="817564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9" name="矩形 8"/>
          <p:cNvSpPr/>
          <p:nvPr userDrawn="1"/>
        </p:nvSpPr>
        <p:spPr>
          <a:xfrm>
            <a:off x="0" y="6666252"/>
            <a:ext cx="12192000" cy="288000"/>
          </a:xfrm>
          <a:prstGeom prst="rect">
            <a:avLst/>
          </a:prstGeom>
          <a:solidFill>
            <a:srgbClr val="9A24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封底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/>
        </p:nvSpPr>
        <p:spPr>
          <a:xfrm>
            <a:off x="-10152" y="1137493"/>
            <a:ext cx="12192000" cy="6858000"/>
          </a:xfrm>
          <a:prstGeom prst="rect">
            <a:avLst/>
          </a:prstGeom>
          <a:gradFill>
            <a:gsLst>
              <a:gs pos="0">
                <a:schemeClr val="bg1">
                  <a:alpha val="90000"/>
                </a:schemeClr>
              </a:gs>
              <a:gs pos="100000">
                <a:schemeClr val="bg1">
                  <a:alpha val="70000"/>
                </a:schemeClr>
              </a:gs>
            </a:gsLst>
            <a:lin ang="5400000" scaled="1"/>
          </a:gradFill>
          <a:ln w="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+mn-lt"/>
            </a:endParaRPr>
          </a:p>
        </p:txBody>
      </p:sp>
      <p:sp>
        <p:nvSpPr>
          <p:cNvPr id="6" name="PA-任意多边形 56"/>
          <p:cNvSpPr/>
          <p:nvPr userDrawn="1">
            <p:custDataLst>
              <p:tags r:id="rId1"/>
            </p:custDataLst>
          </p:nvPr>
        </p:nvSpPr>
        <p:spPr>
          <a:xfrm>
            <a:off x="-10152" y="0"/>
            <a:ext cx="12192000" cy="4747499"/>
          </a:xfrm>
          <a:custGeom>
            <a:avLst/>
            <a:gdLst>
              <a:gd name="connsiteX0" fmla="*/ 0 w 12192000"/>
              <a:gd name="connsiteY0" fmla="*/ 0 h 4747499"/>
              <a:gd name="connsiteX1" fmla="*/ 12192000 w 12192000"/>
              <a:gd name="connsiteY1" fmla="*/ 0 h 4747499"/>
              <a:gd name="connsiteX2" fmla="*/ 12192000 w 12192000"/>
              <a:gd name="connsiteY2" fmla="*/ 926608 h 4747499"/>
              <a:gd name="connsiteX3" fmla="*/ 12192000 w 12192000"/>
              <a:gd name="connsiteY3" fmla="*/ 1179983 h 4747499"/>
              <a:gd name="connsiteX4" fmla="*/ 12192000 w 12192000"/>
              <a:gd name="connsiteY4" fmla="*/ 3749450 h 4747499"/>
              <a:gd name="connsiteX5" fmla="*/ 11920340 w 12192000"/>
              <a:gd name="connsiteY5" fmla="*/ 3852465 h 4747499"/>
              <a:gd name="connsiteX6" fmla="*/ 6096000 w 12192000"/>
              <a:gd name="connsiteY6" fmla="*/ 4747499 h 4747499"/>
              <a:gd name="connsiteX7" fmla="*/ 271660 w 12192000"/>
              <a:gd name="connsiteY7" fmla="*/ 3852465 h 4747499"/>
              <a:gd name="connsiteX8" fmla="*/ 0 w 12192000"/>
              <a:gd name="connsiteY8" fmla="*/ 3749450 h 4747499"/>
              <a:gd name="connsiteX9" fmla="*/ 0 w 12192000"/>
              <a:gd name="connsiteY9" fmla="*/ 1179983 h 4747499"/>
              <a:gd name="connsiteX10" fmla="*/ 0 w 12192000"/>
              <a:gd name="connsiteY10" fmla="*/ 926608 h 4747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4747499">
                <a:moveTo>
                  <a:pt x="0" y="0"/>
                </a:moveTo>
                <a:lnTo>
                  <a:pt x="12192000" y="0"/>
                </a:lnTo>
                <a:lnTo>
                  <a:pt x="12192000" y="926608"/>
                </a:lnTo>
                <a:lnTo>
                  <a:pt x="12192000" y="1179983"/>
                </a:lnTo>
                <a:lnTo>
                  <a:pt x="12192000" y="3749450"/>
                </a:lnTo>
                <a:lnTo>
                  <a:pt x="11920340" y="3852465"/>
                </a:lnTo>
                <a:cubicBezTo>
                  <a:pt x="10382026" y="4408565"/>
                  <a:pt x="8338529" y="4747499"/>
                  <a:pt x="6096000" y="4747499"/>
                </a:cubicBezTo>
                <a:cubicBezTo>
                  <a:pt x="3853472" y="4747499"/>
                  <a:pt x="1809974" y="4408565"/>
                  <a:pt x="271660" y="3852465"/>
                </a:cubicBezTo>
                <a:lnTo>
                  <a:pt x="0" y="3749450"/>
                </a:lnTo>
                <a:lnTo>
                  <a:pt x="0" y="1179983"/>
                </a:lnTo>
                <a:lnTo>
                  <a:pt x="0" y="926608"/>
                </a:lnTo>
                <a:close/>
              </a:path>
            </a:pathLst>
          </a:custGeom>
          <a:solidFill>
            <a:srgbClr val="9A24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7" name="PA-文本框 55"/>
          <p:cNvSpPr txBox="1"/>
          <p:nvPr userDrawn="1">
            <p:custDataLst>
              <p:tags r:id="rId2"/>
            </p:custDataLst>
          </p:nvPr>
        </p:nvSpPr>
        <p:spPr>
          <a:xfrm>
            <a:off x="2234590" y="1982981"/>
            <a:ext cx="7722821" cy="1016280"/>
          </a:xfrm>
          <a:custGeom>
            <a:avLst/>
            <a:gdLst/>
            <a:ahLst/>
            <a:cxnLst/>
            <a:rect l="l" t="t" r="r" b="b"/>
            <a:pathLst>
              <a:path w="7722821" h="1016280">
                <a:moveTo>
                  <a:pt x="6328591" y="239823"/>
                </a:moveTo>
                <a:lnTo>
                  <a:pt x="6273187" y="630821"/>
                </a:lnTo>
                <a:lnTo>
                  <a:pt x="6383997" y="630821"/>
                </a:lnTo>
                <a:close/>
                <a:moveTo>
                  <a:pt x="1537517" y="239823"/>
                </a:moveTo>
                <a:lnTo>
                  <a:pt x="1482112" y="630821"/>
                </a:lnTo>
                <a:lnTo>
                  <a:pt x="1592922" y="630821"/>
                </a:lnTo>
                <a:close/>
                <a:moveTo>
                  <a:pt x="5426443" y="165422"/>
                </a:moveTo>
                <a:lnTo>
                  <a:pt x="5426443" y="482812"/>
                </a:lnTo>
                <a:lnTo>
                  <a:pt x="5516673" y="482812"/>
                </a:lnTo>
                <a:cubicBezTo>
                  <a:pt x="5540418" y="482812"/>
                  <a:pt x="5560602" y="474369"/>
                  <a:pt x="5577223" y="457484"/>
                </a:cubicBezTo>
                <a:cubicBezTo>
                  <a:pt x="5593844" y="440599"/>
                  <a:pt x="5602155" y="420284"/>
                  <a:pt x="5602155" y="396539"/>
                </a:cubicBezTo>
                <a:lnTo>
                  <a:pt x="5602155" y="251695"/>
                </a:lnTo>
                <a:cubicBezTo>
                  <a:pt x="5602155" y="194180"/>
                  <a:pt x="5573661" y="165422"/>
                  <a:pt x="5516673" y="165422"/>
                </a:cubicBezTo>
                <a:close/>
                <a:moveTo>
                  <a:pt x="4861850" y="148801"/>
                </a:moveTo>
                <a:cubicBezTo>
                  <a:pt x="4838105" y="148801"/>
                  <a:pt x="4817790" y="157112"/>
                  <a:pt x="4800905" y="173733"/>
                </a:cubicBezTo>
                <a:cubicBezTo>
                  <a:pt x="4784020" y="190354"/>
                  <a:pt x="4775577" y="210538"/>
                  <a:pt x="4775577" y="234282"/>
                </a:cubicBezTo>
                <a:lnTo>
                  <a:pt x="4775577" y="777248"/>
                </a:lnTo>
                <a:cubicBezTo>
                  <a:pt x="4775577" y="800993"/>
                  <a:pt x="4784020" y="821176"/>
                  <a:pt x="4800905" y="837797"/>
                </a:cubicBezTo>
                <a:cubicBezTo>
                  <a:pt x="4817790" y="854419"/>
                  <a:pt x="4838105" y="862730"/>
                  <a:pt x="4861850" y="862730"/>
                </a:cubicBezTo>
                <a:cubicBezTo>
                  <a:pt x="4885595" y="862730"/>
                  <a:pt x="4905778" y="854419"/>
                  <a:pt x="4922399" y="837797"/>
                </a:cubicBezTo>
                <a:cubicBezTo>
                  <a:pt x="4939021" y="821176"/>
                  <a:pt x="4947331" y="800993"/>
                  <a:pt x="4947331" y="777248"/>
                </a:cubicBezTo>
                <a:lnTo>
                  <a:pt x="4947331" y="234282"/>
                </a:lnTo>
                <a:cubicBezTo>
                  <a:pt x="4947331" y="210538"/>
                  <a:pt x="4939021" y="190354"/>
                  <a:pt x="4922399" y="173733"/>
                </a:cubicBezTo>
                <a:cubicBezTo>
                  <a:pt x="4905778" y="157112"/>
                  <a:pt x="4885595" y="148801"/>
                  <a:pt x="4861850" y="148801"/>
                </a:cubicBezTo>
                <a:close/>
                <a:moveTo>
                  <a:pt x="7315201" y="12664"/>
                </a:moveTo>
                <a:lnTo>
                  <a:pt x="7464793" y="12664"/>
                </a:lnTo>
                <a:lnTo>
                  <a:pt x="7464793" y="855606"/>
                </a:lnTo>
                <a:lnTo>
                  <a:pt x="7722821" y="855606"/>
                </a:lnTo>
                <a:lnTo>
                  <a:pt x="7722821" y="1004407"/>
                </a:lnTo>
                <a:lnTo>
                  <a:pt x="7315201" y="1004407"/>
                </a:lnTo>
                <a:close/>
                <a:moveTo>
                  <a:pt x="6762750" y="12664"/>
                </a:moveTo>
                <a:lnTo>
                  <a:pt x="6912343" y="12664"/>
                </a:lnTo>
                <a:lnTo>
                  <a:pt x="6912343" y="855606"/>
                </a:lnTo>
                <a:lnTo>
                  <a:pt x="7170371" y="855606"/>
                </a:lnTo>
                <a:lnTo>
                  <a:pt x="7170371" y="1004407"/>
                </a:lnTo>
                <a:lnTo>
                  <a:pt x="6762750" y="1004407"/>
                </a:lnTo>
                <a:close/>
                <a:moveTo>
                  <a:pt x="6226501" y="12664"/>
                </a:moveTo>
                <a:lnTo>
                  <a:pt x="6432277" y="12664"/>
                </a:lnTo>
                <a:lnTo>
                  <a:pt x="6598479" y="1004407"/>
                </a:lnTo>
                <a:lnTo>
                  <a:pt x="6441194" y="1004407"/>
                </a:lnTo>
                <a:lnTo>
                  <a:pt x="6406195" y="776457"/>
                </a:lnTo>
                <a:lnTo>
                  <a:pt x="6250011" y="776457"/>
                </a:lnTo>
                <a:lnTo>
                  <a:pt x="6213665" y="1004407"/>
                </a:lnTo>
                <a:lnTo>
                  <a:pt x="6057901" y="1004407"/>
                </a:lnTo>
                <a:close/>
                <a:moveTo>
                  <a:pt x="5276850" y="12664"/>
                </a:moveTo>
                <a:lnTo>
                  <a:pt x="5512716" y="12664"/>
                </a:lnTo>
                <a:cubicBezTo>
                  <a:pt x="5596087" y="12664"/>
                  <a:pt x="5657296" y="35617"/>
                  <a:pt x="5696343" y="81524"/>
                </a:cubicBezTo>
                <a:cubicBezTo>
                  <a:pt x="5730641" y="121626"/>
                  <a:pt x="5747790" y="177559"/>
                  <a:pt x="5747790" y="249321"/>
                </a:cubicBezTo>
                <a:lnTo>
                  <a:pt x="5747790" y="393373"/>
                </a:lnTo>
                <a:cubicBezTo>
                  <a:pt x="5747790" y="463552"/>
                  <a:pt x="5721143" y="522914"/>
                  <a:pt x="5667849" y="571459"/>
                </a:cubicBezTo>
                <a:lnTo>
                  <a:pt x="5778646" y="1004407"/>
                </a:lnTo>
                <a:lnTo>
                  <a:pt x="5616872" y="1004407"/>
                </a:lnTo>
                <a:lnTo>
                  <a:pt x="5526171" y="630821"/>
                </a:lnTo>
                <a:cubicBezTo>
                  <a:pt x="5521950" y="630821"/>
                  <a:pt x="5517465" y="630821"/>
                  <a:pt x="5512716" y="630821"/>
                </a:cubicBezTo>
                <a:lnTo>
                  <a:pt x="5426443" y="630821"/>
                </a:lnTo>
                <a:lnTo>
                  <a:pt x="5426443" y="1004407"/>
                </a:lnTo>
                <a:lnTo>
                  <a:pt x="5276850" y="1004407"/>
                </a:lnTo>
                <a:close/>
                <a:moveTo>
                  <a:pt x="1435426" y="12664"/>
                </a:moveTo>
                <a:lnTo>
                  <a:pt x="1641203" y="12664"/>
                </a:lnTo>
                <a:lnTo>
                  <a:pt x="1807405" y="1004407"/>
                </a:lnTo>
                <a:lnTo>
                  <a:pt x="1650119" y="1004407"/>
                </a:lnTo>
                <a:lnTo>
                  <a:pt x="1615120" y="776457"/>
                </a:lnTo>
                <a:lnTo>
                  <a:pt x="1458936" y="776457"/>
                </a:lnTo>
                <a:lnTo>
                  <a:pt x="1422589" y="1004407"/>
                </a:lnTo>
                <a:lnTo>
                  <a:pt x="1266826" y="1004407"/>
                </a:lnTo>
                <a:close/>
                <a:moveTo>
                  <a:pt x="628650" y="12664"/>
                </a:moveTo>
                <a:lnTo>
                  <a:pt x="778243" y="12664"/>
                </a:lnTo>
                <a:lnTo>
                  <a:pt x="778243" y="433739"/>
                </a:lnTo>
                <a:lnTo>
                  <a:pt x="958704" y="433739"/>
                </a:lnTo>
                <a:lnTo>
                  <a:pt x="958704" y="12664"/>
                </a:lnTo>
                <a:lnTo>
                  <a:pt x="1108297" y="12664"/>
                </a:lnTo>
                <a:lnTo>
                  <a:pt x="1108297" y="1004407"/>
                </a:lnTo>
                <a:lnTo>
                  <a:pt x="958704" y="1004407"/>
                </a:lnTo>
                <a:lnTo>
                  <a:pt x="958704" y="584123"/>
                </a:lnTo>
                <a:lnTo>
                  <a:pt x="778243" y="584123"/>
                </a:lnTo>
                <a:lnTo>
                  <a:pt x="778243" y="1004407"/>
                </a:lnTo>
                <a:lnTo>
                  <a:pt x="628650" y="1004407"/>
                </a:lnTo>
                <a:close/>
                <a:moveTo>
                  <a:pt x="0" y="12664"/>
                </a:moveTo>
                <a:lnTo>
                  <a:pt x="466983" y="12664"/>
                </a:lnTo>
                <a:lnTo>
                  <a:pt x="466983" y="163048"/>
                </a:lnTo>
                <a:lnTo>
                  <a:pt x="308684" y="163048"/>
                </a:lnTo>
                <a:lnTo>
                  <a:pt x="308684" y="1004407"/>
                </a:lnTo>
                <a:lnTo>
                  <a:pt x="159091" y="1004407"/>
                </a:lnTo>
                <a:lnTo>
                  <a:pt x="159091" y="163048"/>
                </a:lnTo>
                <a:lnTo>
                  <a:pt x="0" y="163048"/>
                </a:lnTo>
                <a:close/>
                <a:moveTo>
                  <a:pt x="4057651" y="11872"/>
                </a:moveTo>
                <a:lnTo>
                  <a:pt x="4483475" y="11872"/>
                </a:lnTo>
                <a:lnTo>
                  <a:pt x="4483475" y="162256"/>
                </a:lnTo>
                <a:lnTo>
                  <a:pt x="4207243" y="162256"/>
                </a:lnTo>
                <a:lnTo>
                  <a:pt x="4207243" y="432948"/>
                </a:lnTo>
                <a:lnTo>
                  <a:pt x="4409074" y="432948"/>
                </a:lnTo>
                <a:lnTo>
                  <a:pt x="4409074" y="583332"/>
                </a:lnTo>
                <a:lnTo>
                  <a:pt x="4207243" y="583332"/>
                </a:lnTo>
                <a:lnTo>
                  <a:pt x="4207243" y="1004407"/>
                </a:lnTo>
                <a:lnTo>
                  <a:pt x="4057651" y="1004407"/>
                </a:lnTo>
                <a:close/>
                <a:moveTo>
                  <a:pt x="2657476" y="11872"/>
                </a:moveTo>
                <a:lnTo>
                  <a:pt x="2807068" y="11872"/>
                </a:lnTo>
                <a:lnTo>
                  <a:pt x="2807068" y="365671"/>
                </a:lnTo>
                <a:lnTo>
                  <a:pt x="2989903" y="11872"/>
                </a:lnTo>
                <a:lnTo>
                  <a:pt x="3149390" y="11872"/>
                </a:lnTo>
                <a:lnTo>
                  <a:pt x="2944627" y="416710"/>
                </a:lnTo>
                <a:lnTo>
                  <a:pt x="3184747" y="1004407"/>
                </a:lnTo>
                <a:lnTo>
                  <a:pt x="3008899" y="1004407"/>
                </a:lnTo>
                <a:lnTo>
                  <a:pt x="2851837" y="601437"/>
                </a:lnTo>
                <a:lnTo>
                  <a:pt x="2807068" y="689788"/>
                </a:lnTo>
                <a:lnTo>
                  <a:pt x="2807068" y="1004407"/>
                </a:lnTo>
                <a:lnTo>
                  <a:pt x="2657476" y="1004407"/>
                </a:lnTo>
                <a:close/>
                <a:moveTo>
                  <a:pt x="1971676" y="11872"/>
                </a:moveTo>
                <a:lnTo>
                  <a:pt x="2139621" y="11872"/>
                </a:lnTo>
                <a:lnTo>
                  <a:pt x="2338138" y="678917"/>
                </a:lnTo>
                <a:lnTo>
                  <a:pt x="2338138" y="11872"/>
                </a:lnTo>
                <a:lnTo>
                  <a:pt x="2487730" y="11872"/>
                </a:lnTo>
                <a:lnTo>
                  <a:pt x="2487730" y="1004407"/>
                </a:lnTo>
                <a:lnTo>
                  <a:pt x="2327057" y="1004407"/>
                </a:lnTo>
                <a:lnTo>
                  <a:pt x="2121268" y="368837"/>
                </a:lnTo>
                <a:lnTo>
                  <a:pt x="2121268" y="1004407"/>
                </a:lnTo>
                <a:lnTo>
                  <a:pt x="1971676" y="1004407"/>
                </a:lnTo>
                <a:close/>
                <a:moveTo>
                  <a:pt x="4865807" y="0"/>
                </a:moveTo>
                <a:cubicBezTo>
                  <a:pt x="4931765" y="0"/>
                  <a:pt x="4987830" y="23217"/>
                  <a:pt x="5034000" y="69651"/>
                </a:cubicBezTo>
                <a:cubicBezTo>
                  <a:pt x="5080171" y="116086"/>
                  <a:pt x="5103256" y="172018"/>
                  <a:pt x="5103256" y="237448"/>
                </a:cubicBezTo>
                <a:lnTo>
                  <a:pt x="5103256" y="778831"/>
                </a:lnTo>
                <a:cubicBezTo>
                  <a:pt x="5103256" y="844789"/>
                  <a:pt x="5080039" y="900853"/>
                  <a:pt x="5033605" y="947024"/>
                </a:cubicBezTo>
                <a:cubicBezTo>
                  <a:pt x="4987170" y="993194"/>
                  <a:pt x="4931238" y="1016280"/>
                  <a:pt x="4865807" y="1016280"/>
                </a:cubicBezTo>
                <a:cubicBezTo>
                  <a:pt x="4799850" y="1016280"/>
                  <a:pt x="4743917" y="993062"/>
                  <a:pt x="4698011" y="946628"/>
                </a:cubicBezTo>
                <a:cubicBezTo>
                  <a:pt x="4652104" y="900194"/>
                  <a:pt x="4629151" y="844261"/>
                  <a:pt x="4629151" y="778831"/>
                </a:cubicBezTo>
                <a:lnTo>
                  <a:pt x="4629151" y="237448"/>
                </a:lnTo>
                <a:cubicBezTo>
                  <a:pt x="4629151" y="171491"/>
                  <a:pt x="4652368" y="115426"/>
                  <a:pt x="4698802" y="69256"/>
                </a:cubicBezTo>
                <a:cubicBezTo>
                  <a:pt x="4745237" y="23085"/>
                  <a:pt x="4800905" y="0"/>
                  <a:pt x="4865807" y="0"/>
                </a:cubicBezTo>
                <a:close/>
                <a:moveTo>
                  <a:pt x="3513230" y="0"/>
                </a:moveTo>
                <a:cubicBezTo>
                  <a:pt x="3566525" y="0"/>
                  <a:pt x="3612167" y="11872"/>
                  <a:pt x="3650159" y="35617"/>
                </a:cubicBezTo>
                <a:cubicBezTo>
                  <a:pt x="3679708" y="54085"/>
                  <a:pt x="3703585" y="79941"/>
                  <a:pt x="3721790" y="113184"/>
                </a:cubicBezTo>
                <a:cubicBezTo>
                  <a:pt x="3739994" y="146427"/>
                  <a:pt x="3750943" y="184682"/>
                  <a:pt x="3754636" y="227951"/>
                </a:cubicBezTo>
                <a:lnTo>
                  <a:pt x="3611376" y="254070"/>
                </a:lnTo>
                <a:cubicBezTo>
                  <a:pt x="3607154" y="213440"/>
                  <a:pt x="3595546" y="181780"/>
                  <a:pt x="3576550" y="159090"/>
                </a:cubicBezTo>
                <a:cubicBezTo>
                  <a:pt x="3562831" y="142733"/>
                  <a:pt x="3543043" y="134554"/>
                  <a:pt x="3517188" y="134554"/>
                </a:cubicBezTo>
                <a:cubicBezTo>
                  <a:pt x="3489750" y="134554"/>
                  <a:pt x="3468907" y="146690"/>
                  <a:pt x="3454660" y="170963"/>
                </a:cubicBezTo>
                <a:cubicBezTo>
                  <a:pt x="3443051" y="190486"/>
                  <a:pt x="3437247" y="214759"/>
                  <a:pt x="3437247" y="243780"/>
                </a:cubicBezTo>
                <a:cubicBezTo>
                  <a:pt x="3437247" y="289159"/>
                  <a:pt x="3456771" y="335330"/>
                  <a:pt x="3495818" y="382292"/>
                </a:cubicBezTo>
                <a:cubicBezTo>
                  <a:pt x="3510592" y="400233"/>
                  <a:pt x="3532754" y="421339"/>
                  <a:pt x="3562303" y="445612"/>
                </a:cubicBezTo>
                <a:cubicBezTo>
                  <a:pt x="3597129" y="474633"/>
                  <a:pt x="3620082" y="494948"/>
                  <a:pt x="3631163" y="506557"/>
                </a:cubicBezTo>
                <a:cubicBezTo>
                  <a:pt x="3668099" y="543493"/>
                  <a:pt x="3696593" y="579902"/>
                  <a:pt x="3716645" y="615783"/>
                </a:cubicBezTo>
                <a:cubicBezTo>
                  <a:pt x="3726143" y="632668"/>
                  <a:pt x="3733794" y="648234"/>
                  <a:pt x="3739598" y="662481"/>
                </a:cubicBezTo>
                <a:cubicBezTo>
                  <a:pt x="3753845" y="697835"/>
                  <a:pt x="3761232" y="729495"/>
                  <a:pt x="3761760" y="757461"/>
                </a:cubicBezTo>
                <a:cubicBezTo>
                  <a:pt x="3762815" y="826585"/>
                  <a:pt x="3744874" y="885683"/>
                  <a:pt x="3707938" y="934756"/>
                </a:cubicBezTo>
                <a:cubicBezTo>
                  <a:pt x="3683665" y="967998"/>
                  <a:pt x="3649367" y="991479"/>
                  <a:pt x="3605044" y="1005199"/>
                </a:cubicBezTo>
                <a:cubicBezTo>
                  <a:pt x="3581299" y="1012586"/>
                  <a:pt x="3553597" y="1016280"/>
                  <a:pt x="3521937" y="1016280"/>
                </a:cubicBezTo>
                <a:cubicBezTo>
                  <a:pt x="3463367" y="1016280"/>
                  <a:pt x="3414821" y="1001769"/>
                  <a:pt x="3376302" y="972747"/>
                </a:cubicBezTo>
                <a:cubicBezTo>
                  <a:pt x="3344115" y="949003"/>
                  <a:pt x="3318655" y="916683"/>
                  <a:pt x="3299923" y="875789"/>
                </a:cubicBezTo>
                <a:cubicBezTo>
                  <a:pt x="3281191" y="834895"/>
                  <a:pt x="3270241" y="788065"/>
                  <a:pt x="3267076" y="735299"/>
                </a:cubicBezTo>
                <a:lnTo>
                  <a:pt x="3409545" y="725009"/>
                </a:lnTo>
                <a:cubicBezTo>
                  <a:pt x="3415877" y="782822"/>
                  <a:pt x="3431179" y="824721"/>
                  <a:pt x="3455452" y="850709"/>
                </a:cubicBezTo>
                <a:cubicBezTo>
                  <a:pt x="3473392" y="870331"/>
                  <a:pt x="3493971" y="879615"/>
                  <a:pt x="3517188" y="878559"/>
                </a:cubicBezTo>
                <a:cubicBezTo>
                  <a:pt x="3549903" y="877504"/>
                  <a:pt x="3576023" y="861394"/>
                  <a:pt x="3595546" y="830229"/>
                </a:cubicBezTo>
                <a:cubicBezTo>
                  <a:pt x="3605571" y="814918"/>
                  <a:pt x="3610584" y="793004"/>
                  <a:pt x="3610584" y="764485"/>
                </a:cubicBezTo>
                <a:cubicBezTo>
                  <a:pt x="3610584" y="723286"/>
                  <a:pt x="3591852" y="682355"/>
                  <a:pt x="3554388" y="641692"/>
                </a:cubicBezTo>
                <a:cubicBezTo>
                  <a:pt x="3524839" y="613701"/>
                  <a:pt x="3480516" y="571715"/>
                  <a:pt x="3421417" y="515733"/>
                </a:cubicBezTo>
                <a:cubicBezTo>
                  <a:pt x="3371817" y="467666"/>
                  <a:pt x="3336727" y="424621"/>
                  <a:pt x="3316148" y="386596"/>
                </a:cubicBezTo>
                <a:cubicBezTo>
                  <a:pt x="3293987" y="343814"/>
                  <a:pt x="3282905" y="297338"/>
                  <a:pt x="3282905" y="247169"/>
                </a:cubicBezTo>
                <a:cubicBezTo>
                  <a:pt x="3282905" y="156856"/>
                  <a:pt x="3313246" y="88462"/>
                  <a:pt x="3373927" y="41986"/>
                </a:cubicBezTo>
                <a:cubicBezTo>
                  <a:pt x="3411392" y="13995"/>
                  <a:pt x="3457826" y="0"/>
                  <a:pt x="351323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endParaRPr lang="zh-CN" altLang="en-US" sz="8800" spc="300" dirty="0">
              <a:solidFill>
                <a:schemeClr val="bg1"/>
              </a:solidFill>
              <a:latin typeface="Bebas" pitchFamily="2" charset="0"/>
            </a:endParaRPr>
          </a:p>
        </p:txBody>
      </p:sp>
      <p:sp>
        <p:nvSpPr>
          <p:cNvPr id="56" name="椭圆 55"/>
          <p:cNvSpPr/>
          <p:nvPr userDrawn="1"/>
        </p:nvSpPr>
        <p:spPr>
          <a:xfrm>
            <a:off x="4825750" y="3795516"/>
            <a:ext cx="220164" cy="2201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7" name="椭圆 56"/>
          <p:cNvSpPr/>
          <p:nvPr userDrawn="1"/>
        </p:nvSpPr>
        <p:spPr>
          <a:xfrm>
            <a:off x="7146086" y="3795516"/>
            <a:ext cx="220164" cy="2201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8" name="文本占位符 57"/>
          <p:cNvSpPr>
            <a:spLocks noGrp="1"/>
          </p:cNvSpPr>
          <p:nvPr>
            <p:ph type="body" sz="quarter" idx="10" hasCustomPrompt="1"/>
          </p:nvPr>
        </p:nvSpPr>
        <p:spPr>
          <a:xfrm>
            <a:off x="5222039" y="3736096"/>
            <a:ext cx="1747925" cy="353120"/>
          </a:xfrm>
          <a:custGeom>
            <a:avLst/>
            <a:gdLst>
              <a:gd name="connsiteX0" fmla="*/ 0 w 1747925"/>
              <a:gd name="connsiteY0" fmla="*/ 176559 h 353120"/>
              <a:gd name="connsiteX1" fmla="*/ 0 w 1747925"/>
              <a:gd name="connsiteY1" fmla="*/ 176560 h 353120"/>
              <a:gd name="connsiteX2" fmla="*/ 0 w 1747925"/>
              <a:gd name="connsiteY2" fmla="*/ 176560 h 353120"/>
              <a:gd name="connsiteX3" fmla="*/ 176560 w 1747925"/>
              <a:gd name="connsiteY3" fmla="*/ 0 h 353120"/>
              <a:gd name="connsiteX4" fmla="*/ 1571365 w 1747925"/>
              <a:gd name="connsiteY4" fmla="*/ 0 h 353120"/>
              <a:gd name="connsiteX5" fmla="*/ 1747925 w 1747925"/>
              <a:gd name="connsiteY5" fmla="*/ 176560 h 353120"/>
              <a:gd name="connsiteX6" fmla="*/ 1747924 w 1747925"/>
              <a:gd name="connsiteY6" fmla="*/ 176560 h 353120"/>
              <a:gd name="connsiteX7" fmla="*/ 1571364 w 1747925"/>
              <a:gd name="connsiteY7" fmla="*/ 353120 h 353120"/>
              <a:gd name="connsiteX8" fmla="*/ 176560 w 1747925"/>
              <a:gd name="connsiteY8" fmla="*/ 353119 h 353120"/>
              <a:gd name="connsiteX9" fmla="*/ 13875 w 1747925"/>
              <a:gd name="connsiteY9" fmla="*/ 245284 h 353120"/>
              <a:gd name="connsiteX10" fmla="*/ 0 w 1747925"/>
              <a:gd name="connsiteY10" fmla="*/ 176560 h 353120"/>
              <a:gd name="connsiteX11" fmla="*/ 13875 w 1747925"/>
              <a:gd name="connsiteY11" fmla="*/ 107835 h 353120"/>
              <a:gd name="connsiteX12" fmla="*/ 176560 w 1747925"/>
              <a:gd name="connsiteY12" fmla="*/ 0 h 353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747925" h="353120">
                <a:moveTo>
                  <a:pt x="0" y="176559"/>
                </a:moveTo>
                <a:lnTo>
                  <a:pt x="0" y="176560"/>
                </a:lnTo>
                <a:lnTo>
                  <a:pt x="0" y="176560"/>
                </a:lnTo>
                <a:close/>
                <a:moveTo>
                  <a:pt x="176560" y="0"/>
                </a:moveTo>
                <a:lnTo>
                  <a:pt x="1571365" y="0"/>
                </a:lnTo>
                <a:cubicBezTo>
                  <a:pt x="1668876" y="0"/>
                  <a:pt x="1747925" y="79049"/>
                  <a:pt x="1747925" y="176560"/>
                </a:cubicBezTo>
                <a:lnTo>
                  <a:pt x="1747924" y="176560"/>
                </a:lnTo>
                <a:cubicBezTo>
                  <a:pt x="1747924" y="274071"/>
                  <a:pt x="1668875" y="353120"/>
                  <a:pt x="1571364" y="353120"/>
                </a:cubicBezTo>
                <a:lnTo>
                  <a:pt x="176560" y="353119"/>
                </a:lnTo>
                <a:cubicBezTo>
                  <a:pt x="103427" y="353119"/>
                  <a:pt x="40679" y="308654"/>
                  <a:pt x="13875" y="245284"/>
                </a:cubicBezTo>
                <a:lnTo>
                  <a:pt x="0" y="176560"/>
                </a:lnTo>
                <a:lnTo>
                  <a:pt x="13875" y="107835"/>
                </a:lnTo>
                <a:cubicBezTo>
                  <a:pt x="40679" y="44465"/>
                  <a:pt x="103427" y="0"/>
                  <a:pt x="176560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FontTx/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 dirty="0"/>
              <a:t>千库网</a:t>
            </a:r>
            <a:endParaRPr lang="en-US" altLang="zh-CN" dirty="0"/>
          </a:p>
        </p:txBody>
      </p:sp>
      <p:sp>
        <p:nvSpPr>
          <p:cNvPr id="59" name="文本占位符 13"/>
          <p:cNvSpPr>
            <a:spLocks noGrp="1"/>
          </p:cNvSpPr>
          <p:nvPr>
            <p:ph type="body" sz="quarter" idx="11" hasCustomPrompt="1"/>
          </p:nvPr>
        </p:nvSpPr>
        <p:spPr>
          <a:xfrm>
            <a:off x="4581523" y="4270222"/>
            <a:ext cx="3028952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60400" y="5286641"/>
            <a:ext cx="10858500" cy="541635"/>
          </a:xfrm>
        </p:spPr>
        <p:txBody>
          <a:bodyPr>
            <a:normAutofit/>
          </a:bodyPr>
          <a:lstStyle>
            <a:lvl1pPr algn="ctr">
              <a:defRPr sz="3200" spc="1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61" name="副标题 2"/>
          <p:cNvSpPr>
            <a:spLocks noGrp="1"/>
          </p:cNvSpPr>
          <p:nvPr>
            <p:ph type="subTitle" idx="1"/>
          </p:nvPr>
        </p:nvSpPr>
        <p:spPr>
          <a:xfrm>
            <a:off x="666750" y="5840173"/>
            <a:ext cx="10845800" cy="296271"/>
          </a:xfrm>
        </p:spPr>
        <p:txBody>
          <a:bodyPr anchor="t">
            <a:noAutofit/>
          </a:bodyPr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19769" y="1080300"/>
            <a:ext cx="8952832" cy="817564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zh-CN" altLang="en-US"/>
              <a:t>美美与共 知行合一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 altLang="zh-CN"/>
              <a:t>Minzu University of China</a:t>
            </a:r>
            <a:endParaRPr lang="en-US" altLang="zh-CN" dirty="0"/>
          </a:p>
        </p:txBody>
      </p:sp>
      <p:grpSp>
        <p:nvGrpSpPr>
          <p:cNvPr id="10" name="组合 9"/>
          <p:cNvGrpSpPr/>
          <p:nvPr userDrawn="1"/>
        </p:nvGrpSpPr>
        <p:grpSpPr>
          <a:xfrm>
            <a:off x="9705827" y="793500"/>
            <a:ext cx="2073088" cy="502928"/>
            <a:chOff x="6914501" y="1215189"/>
            <a:chExt cx="2073088" cy="502928"/>
          </a:xfrm>
        </p:grpSpPr>
        <p:pic>
          <p:nvPicPr>
            <p:cNvPr id="8" name="图片 7"/>
            <p:cNvPicPr>
              <a:picLocks noChangeAspect="1"/>
            </p:cNvPicPr>
            <p:nvPr userDrawn="1"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510" t="19473" r="6021" b="25790"/>
            <a:stretch>
              <a:fillRect/>
            </a:stretch>
          </p:blipFill>
          <p:spPr>
            <a:xfrm>
              <a:off x="7567863" y="1263317"/>
              <a:ext cx="1419726" cy="429220"/>
            </a:xfrm>
            <a:prstGeom prst="rect">
              <a:avLst/>
            </a:prstGeom>
          </p:spPr>
        </p:pic>
        <p:pic>
          <p:nvPicPr>
            <p:cNvPr id="9" name="图片 8"/>
            <p:cNvPicPr>
              <a:picLocks noChangeAspect="1"/>
            </p:cNvPicPr>
            <p:nvPr userDrawn="1"/>
          </p:nvPicPr>
          <p:blipFill rotWithShape="1">
            <a:blip r:embed="rId3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067" t="2490" r="10550" b="2490"/>
            <a:stretch>
              <a:fillRect/>
            </a:stretch>
          </p:blipFill>
          <p:spPr>
            <a:xfrm>
              <a:off x="6914501" y="1215189"/>
              <a:ext cx="511963" cy="502928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599" y="6356352"/>
            <a:ext cx="2844800" cy="365125"/>
          </a:xfrm>
          <a:prstGeom prst="rect">
            <a:avLst/>
          </a:prstGeom>
        </p:spPr>
        <p:txBody>
          <a:bodyPr/>
          <a:lstStyle/>
          <a:p>
            <a:fld id="{735682A8-D6B6-4FDA-A495-4D437BAFBB60}" type="datetimeFigureOut">
              <a:rPr lang="zh-CN" altLang="en-US" smtClean="0"/>
              <a:t>2026/7/17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1" y="6356352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1" y="6356352"/>
            <a:ext cx="2844800" cy="365125"/>
          </a:xfrm>
          <a:prstGeom prst="rect">
            <a:avLst/>
          </a:prstGeom>
        </p:spPr>
        <p:txBody>
          <a:bodyPr/>
          <a:lstStyle/>
          <a:p>
            <a:fld id="{0ABDD927-E55F-4D12-BD2D-8ABE6C91271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F0210-9EFB-4FBE-AADD-CE66351048B3}" type="datetimeFigureOut">
              <a:rPr lang="zh-CN" altLang="en-US" smtClean="0"/>
              <a:t>2026/7/17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F7B77-6BC6-455A-A34F-DE8DB852454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F0210-9EFB-4FBE-AADD-CE66351048B3}" type="datetimeFigureOut">
              <a:rPr lang="zh-CN" altLang="en-US" smtClean="0"/>
              <a:t>2026/7/17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F7B77-6BC6-455A-A34F-DE8DB852454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F0210-9EFB-4FBE-AADD-CE66351048B3}" type="datetimeFigureOut">
              <a:rPr lang="zh-CN" altLang="en-US" smtClean="0"/>
              <a:t>2026/7/17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F7B77-6BC6-455A-A34F-DE8DB852454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F0210-9EFB-4FBE-AADD-CE66351048B3}" type="datetimeFigureOut">
              <a:rPr lang="zh-CN" altLang="en-US" smtClean="0"/>
              <a:t>2026/7/17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F7B77-6BC6-455A-A34F-DE8DB852454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F0210-9EFB-4FBE-AADD-CE66351048B3}" type="datetimeFigureOut">
              <a:rPr lang="zh-CN" altLang="en-US" smtClean="0"/>
              <a:t>2026/7/17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F7B77-6BC6-455A-A34F-DE8DB852454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F0210-9EFB-4FBE-AADD-CE66351048B3}" type="datetimeFigureOut">
              <a:rPr lang="zh-CN" altLang="en-US" smtClean="0"/>
              <a:t>2026/7/17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F7B77-6BC6-455A-A34F-DE8DB852454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F0210-9EFB-4FBE-AADD-CE66351048B3}" type="datetimeFigureOut">
              <a:rPr lang="zh-CN" altLang="en-US" smtClean="0"/>
              <a:t>2026/7/17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F7B77-6BC6-455A-A34F-DE8DB852454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F0210-9EFB-4FBE-AADD-CE66351048B3}" type="datetimeFigureOut">
              <a:rPr lang="zh-CN" altLang="en-US" smtClean="0"/>
              <a:t>2026/7/17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F7B77-6BC6-455A-A34F-DE8DB852454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F0210-9EFB-4FBE-AADD-CE66351048B3}" type="datetimeFigureOut">
              <a:rPr lang="zh-CN" altLang="en-US" smtClean="0"/>
              <a:t>2026/7/17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F7B77-6BC6-455A-A34F-DE8DB852454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F0210-9EFB-4FBE-AADD-CE66351048B3}" type="datetimeFigureOut">
              <a:rPr lang="zh-CN" altLang="en-US" smtClean="0"/>
              <a:t>2026/7/17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F7B77-6BC6-455A-A34F-DE8DB852454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F0210-9EFB-4FBE-AADD-CE66351048B3}" type="datetimeFigureOut">
              <a:rPr lang="zh-CN" altLang="en-US" smtClean="0"/>
              <a:t>2026/7/17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F7B77-6BC6-455A-A34F-DE8DB852454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ags" Target="../tags/tag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wdUpDiag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包含 树, 天空, 户外, 道路&#10;&#10;自动生成的说明"/>
          <p:cNvPicPr>
            <a:picLocks noChangeAspect="1"/>
          </p:cNvPicPr>
          <p:nvPr userDrawn="1"/>
        </p:nvPicPr>
        <p:blipFill rotWithShape="1">
          <a:blip r:embed="rId10" cstate="screen">
            <a:alphaModFix amt="20000"/>
          </a:blip>
          <a:srcRect/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矩形 7"/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>
            <a:gsLst>
              <a:gs pos="0">
                <a:schemeClr val="bg1">
                  <a:alpha val="90000"/>
                </a:schemeClr>
              </a:gs>
              <a:gs pos="100000">
                <a:schemeClr val="bg1">
                  <a:alpha val="70000"/>
                </a:schemeClr>
              </a:gs>
            </a:gsLst>
            <a:lin ang="5400000" scaled="1"/>
          </a:gradFill>
          <a:ln w="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+mn-lt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dirty="0"/>
              <a:t>Edit Master text styles</a:t>
            </a:r>
            <a:endParaRPr lang="zh-CN" altLang="en-US" dirty="0"/>
          </a:p>
          <a:p>
            <a:pPr lvl="1"/>
            <a:r>
              <a:rPr lang="en-US" altLang="zh-CN" dirty="0"/>
              <a:t>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Fourth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  <p:sp>
        <p:nvSpPr>
          <p:cNvPr id="9" name="矩形 8"/>
          <p:cNvSpPr/>
          <p:nvPr userDrawn="1"/>
        </p:nvSpPr>
        <p:spPr>
          <a:xfrm>
            <a:off x="0" y="6570000"/>
            <a:ext cx="12192000" cy="288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/>
          <p:cNvCxnSpPr/>
          <p:nvPr userDrawn="1"/>
        </p:nvCxnSpPr>
        <p:spPr>
          <a:xfrm>
            <a:off x="660400" y="817563"/>
            <a:ext cx="108585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35f8ada8-d1d5-484b-a646-0693bbf3215b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/>
          <p:cNvGrpSpPr>
            <a:grpSpLocks noChangeAspect="1"/>
          </p:cNvGrpSpPr>
          <p:nvPr userDrawn="1">
            <p:custDataLst>
              <p:tags r:id="rId9"/>
            </p:custDataLst>
          </p:nvPr>
        </p:nvGrpSpPr>
        <p:grpSpPr>
          <a:xfrm>
            <a:off x="10054544" y="286022"/>
            <a:ext cx="1464356" cy="442149"/>
            <a:chOff x="3126770" y="2552633"/>
            <a:chExt cx="5689224" cy="1717810"/>
          </a:xfrm>
          <a:solidFill>
            <a:schemeClr val="accent1"/>
          </a:solidFill>
        </p:grpSpPr>
        <p:sp>
          <p:nvSpPr>
            <p:cNvPr id="12" name="íṣlîḍé"/>
            <p:cNvSpPr/>
            <p:nvPr/>
          </p:nvSpPr>
          <p:spPr bwMode="auto">
            <a:xfrm>
              <a:off x="3126770" y="2552633"/>
              <a:ext cx="1713720" cy="1717810"/>
            </a:xfrm>
            <a:custGeom>
              <a:avLst/>
              <a:gdLst>
                <a:gd name="T0" fmla="*/ 266 w 531"/>
                <a:gd name="T1" fmla="*/ 0 h 531"/>
                <a:gd name="T2" fmla="*/ 266 w 531"/>
                <a:gd name="T3" fmla="*/ 0 h 531"/>
                <a:gd name="T4" fmla="*/ 266 w 531"/>
                <a:gd name="T5" fmla="*/ 0 h 531"/>
                <a:gd name="T6" fmla="*/ 454 w 531"/>
                <a:gd name="T7" fmla="*/ 78 h 531"/>
                <a:gd name="T8" fmla="*/ 531 w 531"/>
                <a:gd name="T9" fmla="*/ 265 h 531"/>
                <a:gd name="T10" fmla="*/ 531 w 531"/>
                <a:gd name="T11" fmla="*/ 265 h 531"/>
                <a:gd name="T12" fmla="*/ 531 w 531"/>
                <a:gd name="T13" fmla="*/ 265 h 531"/>
                <a:gd name="T14" fmla="*/ 531 w 531"/>
                <a:gd name="T15" fmla="*/ 265 h 531"/>
                <a:gd name="T16" fmla="*/ 531 w 531"/>
                <a:gd name="T17" fmla="*/ 265 h 531"/>
                <a:gd name="T18" fmla="*/ 454 w 531"/>
                <a:gd name="T19" fmla="*/ 453 h 531"/>
                <a:gd name="T20" fmla="*/ 266 w 531"/>
                <a:gd name="T21" fmla="*/ 531 h 531"/>
                <a:gd name="T22" fmla="*/ 266 w 531"/>
                <a:gd name="T23" fmla="*/ 531 h 531"/>
                <a:gd name="T24" fmla="*/ 266 w 531"/>
                <a:gd name="T25" fmla="*/ 531 h 531"/>
                <a:gd name="T26" fmla="*/ 266 w 531"/>
                <a:gd name="T27" fmla="*/ 531 h 531"/>
                <a:gd name="T28" fmla="*/ 266 w 531"/>
                <a:gd name="T29" fmla="*/ 531 h 531"/>
                <a:gd name="T30" fmla="*/ 78 w 531"/>
                <a:gd name="T31" fmla="*/ 453 h 531"/>
                <a:gd name="T32" fmla="*/ 0 w 531"/>
                <a:gd name="T33" fmla="*/ 265 h 531"/>
                <a:gd name="T34" fmla="*/ 0 w 531"/>
                <a:gd name="T35" fmla="*/ 265 h 531"/>
                <a:gd name="T36" fmla="*/ 0 w 531"/>
                <a:gd name="T37" fmla="*/ 265 h 531"/>
                <a:gd name="T38" fmla="*/ 0 w 531"/>
                <a:gd name="T39" fmla="*/ 265 h 531"/>
                <a:gd name="T40" fmla="*/ 0 w 531"/>
                <a:gd name="T41" fmla="*/ 265 h 531"/>
                <a:gd name="T42" fmla="*/ 78 w 531"/>
                <a:gd name="T43" fmla="*/ 78 h 531"/>
                <a:gd name="T44" fmla="*/ 266 w 531"/>
                <a:gd name="T45" fmla="*/ 0 h 531"/>
                <a:gd name="T46" fmla="*/ 266 w 531"/>
                <a:gd name="T47" fmla="*/ 0 h 531"/>
                <a:gd name="T48" fmla="*/ 266 w 531"/>
                <a:gd name="T49" fmla="*/ 0 h 531"/>
                <a:gd name="T50" fmla="*/ 266 w 531"/>
                <a:gd name="T51" fmla="*/ 6 h 531"/>
                <a:gd name="T52" fmla="*/ 266 w 531"/>
                <a:gd name="T53" fmla="*/ 6 h 531"/>
                <a:gd name="T54" fmla="*/ 266 w 531"/>
                <a:gd name="T55" fmla="*/ 6 h 531"/>
                <a:gd name="T56" fmla="*/ 266 w 531"/>
                <a:gd name="T57" fmla="*/ 6 h 531"/>
                <a:gd name="T58" fmla="*/ 266 w 531"/>
                <a:gd name="T59" fmla="*/ 6 h 531"/>
                <a:gd name="T60" fmla="*/ 82 w 531"/>
                <a:gd name="T61" fmla="*/ 82 h 531"/>
                <a:gd name="T62" fmla="*/ 6 w 531"/>
                <a:gd name="T63" fmla="*/ 265 h 531"/>
                <a:gd name="T64" fmla="*/ 6 w 531"/>
                <a:gd name="T65" fmla="*/ 265 h 531"/>
                <a:gd name="T66" fmla="*/ 6 w 531"/>
                <a:gd name="T67" fmla="*/ 265 h 531"/>
                <a:gd name="T68" fmla="*/ 6 w 531"/>
                <a:gd name="T69" fmla="*/ 265 h 531"/>
                <a:gd name="T70" fmla="*/ 6 w 531"/>
                <a:gd name="T71" fmla="*/ 265 h 531"/>
                <a:gd name="T72" fmla="*/ 82 w 531"/>
                <a:gd name="T73" fmla="*/ 449 h 531"/>
                <a:gd name="T74" fmla="*/ 266 w 531"/>
                <a:gd name="T75" fmla="*/ 525 h 531"/>
                <a:gd name="T76" fmla="*/ 266 w 531"/>
                <a:gd name="T77" fmla="*/ 525 h 531"/>
                <a:gd name="T78" fmla="*/ 266 w 531"/>
                <a:gd name="T79" fmla="*/ 525 h 531"/>
                <a:gd name="T80" fmla="*/ 266 w 531"/>
                <a:gd name="T81" fmla="*/ 525 h 531"/>
                <a:gd name="T82" fmla="*/ 266 w 531"/>
                <a:gd name="T83" fmla="*/ 525 h 531"/>
                <a:gd name="T84" fmla="*/ 449 w 531"/>
                <a:gd name="T85" fmla="*/ 449 h 531"/>
                <a:gd name="T86" fmla="*/ 525 w 531"/>
                <a:gd name="T87" fmla="*/ 265 h 531"/>
                <a:gd name="T88" fmla="*/ 525 w 531"/>
                <a:gd name="T89" fmla="*/ 265 h 531"/>
                <a:gd name="T90" fmla="*/ 525 w 531"/>
                <a:gd name="T91" fmla="*/ 265 h 531"/>
                <a:gd name="T92" fmla="*/ 525 w 531"/>
                <a:gd name="T93" fmla="*/ 265 h 531"/>
                <a:gd name="T94" fmla="*/ 525 w 531"/>
                <a:gd name="T95" fmla="*/ 265 h 531"/>
                <a:gd name="T96" fmla="*/ 449 w 531"/>
                <a:gd name="T97" fmla="*/ 82 h 531"/>
                <a:gd name="T98" fmla="*/ 266 w 531"/>
                <a:gd name="T99" fmla="*/ 6 h 5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531" h="531">
                  <a:moveTo>
                    <a:pt x="266" y="0"/>
                  </a:moveTo>
                  <a:cubicBezTo>
                    <a:pt x="266" y="0"/>
                    <a:pt x="266" y="0"/>
                    <a:pt x="266" y="0"/>
                  </a:cubicBezTo>
                  <a:cubicBezTo>
                    <a:pt x="266" y="0"/>
                    <a:pt x="266" y="0"/>
                    <a:pt x="266" y="0"/>
                  </a:cubicBezTo>
                  <a:cubicBezTo>
                    <a:pt x="339" y="0"/>
                    <a:pt x="405" y="30"/>
                    <a:pt x="454" y="78"/>
                  </a:cubicBezTo>
                  <a:cubicBezTo>
                    <a:pt x="502" y="126"/>
                    <a:pt x="531" y="192"/>
                    <a:pt x="531" y="265"/>
                  </a:cubicBezTo>
                  <a:cubicBezTo>
                    <a:pt x="531" y="265"/>
                    <a:pt x="531" y="265"/>
                    <a:pt x="531" y="265"/>
                  </a:cubicBezTo>
                  <a:cubicBezTo>
                    <a:pt x="531" y="265"/>
                    <a:pt x="531" y="265"/>
                    <a:pt x="531" y="265"/>
                  </a:cubicBezTo>
                  <a:cubicBezTo>
                    <a:pt x="531" y="265"/>
                    <a:pt x="531" y="265"/>
                    <a:pt x="531" y="265"/>
                  </a:cubicBezTo>
                  <a:cubicBezTo>
                    <a:pt x="531" y="265"/>
                    <a:pt x="531" y="265"/>
                    <a:pt x="531" y="265"/>
                  </a:cubicBezTo>
                  <a:cubicBezTo>
                    <a:pt x="531" y="339"/>
                    <a:pt x="502" y="405"/>
                    <a:pt x="454" y="453"/>
                  </a:cubicBezTo>
                  <a:cubicBezTo>
                    <a:pt x="405" y="501"/>
                    <a:pt x="339" y="531"/>
                    <a:pt x="266" y="531"/>
                  </a:cubicBezTo>
                  <a:cubicBezTo>
                    <a:pt x="266" y="531"/>
                    <a:pt x="266" y="531"/>
                    <a:pt x="266" y="531"/>
                  </a:cubicBezTo>
                  <a:cubicBezTo>
                    <a:pt x="266" y="531"/>
                    <a:pt x="266" y="531"/>
                    <a:pt x="266" y="531"/>
                  </a:cubicBezTo>
                  <a:cubicBezTo>
                    <a:pt x="266" y="531"/>
                    <a:pt x="266" y="531"/>
                    <a:pt x="266" y="531"/>
                  </a:cubicBezTo>
                  <a:cubicBezTo>
                    <a:pt x="266" y="531"/>
                    <a:pt x="266" y="531"/>
                    <a:pt x="266" y="531"/>
                  </a:cubicBezTo>
                  <a:cubicBezTo>
                    <a:pt x="193" y="531"/>
                    <a:pt x="126" y="501"/>
                    <a:pt x="78" y="453"/>
                  </a:cubicBezTo>
                  <a:cubicBezTo>
                    <a:pt x="30" y="405"/>
                    <a:pt x="0" y="339"/>
                    <a:pt x="0" y="265"/>
                  </a:cubicBezTo>
                  <a:cubicBezTo>
                    <a:pt x="0" y="265"/>
                    <a:pt x="0" y="265"/>
                    <a:pt x="0" y="265"/>
                  </a:cubicBezTo>
                  <a:cubicBezTo>
                    <a:pt x="0" y="265"/>
                    <a:pt x="0" y="265"/>
                    <a:pt x="0" y="265"/>
                  </a:cubicBezTo>
                  <a:cubicBezTo>
                    <a:pt x="0" y="265"/>
                    <a:pt x="0" y="265"/>
                    <a:pt x="0" y="265"/>
                  </a:cubicBezTo>
                  <a:cubicBezTo>
                    <a:pt x="0" y="265"/>
                    <a:pt x="0" y="265"/>
                    <a:pt x="0" y="265"/>
                  </a:cubicBezTo>
                  <a:cubicBezTo>
                    <a:pt x="0" y="192"/>
                    <a:pt x="30" y="126"/>
                    <a:pt x="78" y="78"/>
                  </a:cubicBezTo>
                  <a:cubicBezTo>
                    <a:pt x="126" y="30"/>
                    <a:pt x="193" y="0"/>
                    <a:pt x="266" y="0"/>
                  </a:cubicBezTo>
                  <a:cubicBezTo>
                    <a:pt x="266" y="0"/>
                    <a:pt x="266" y="0"/>
                    <a:pt x="266" y="0"/>
                  </a:cubicBezTo>
                  <a:cubicBezTo>
                    <a:pt x="266" y="0"/>
                    <a:pt x="266" y="0"/>
                    <a:pt x="266" y="0"/>
                  </a:cubicBezTo>
                  <a:close/>
                  <a:moveTo>
                    <a:pt x="266" y="6"/>
                  </a:moveTo>
                  <a:cubicBezTo>
                    <a:pt x="266" y="6"/>
                    <a:pt x="266" y="6"/>
                    <a:pt x="266" y="6"/>
                  </a:cubicBezTo>
                  <a:cubicBezTo>
                    <a:pt x="266" y="6"/>
                    <a:pt x="266" y="6"/>
                    <a:pt x="266" y="6"/>
                  </a:cubicBezTo>
                  <a:cubicBezTo>
                    <a:pt x="266" y="6"/>
                    <a:pt x="266" y="6"/>
                    <a:pt x="266" y="6"/>
                  </a:cubicBezTo>
                  <a:cubicBezTo>
                    <a:pt x="266" y="6"/>
                    <a:pt x="266" y="6"/>
                    <a:pt x="266" y="6"/>
                  </a:cubicBezTo>
                  <a:cubicBezTo>
                    <a:pt x="194" y="6"/>
                    <a:pt x="129" y="35"/>
                    <a:pt x="82" y="82"/>
                  </a:cubicBezTo>
                  <a:cubicBezTo>
                    <a:pt x="35" y="129"/>
                    <a:pt x="6" y="194"/>
                    <a:pt x="6" y="265"/>
                  </a:cubicBezTo>
                  <a:cubicBezTo>
                    <a:pt x="6" y="265"/>
                    <a:pt x="6" y="265"/>
                    <a:pt x="6" y="265"/>
                  </a:cubicBezTo>
                  <a:cubicBezTo>
                    <a:pt x="6" y="265"/>
                    <a:pt x="6" y="265"/>
                    <a:pt x="6" y="265"/>
                  </a:cubicBezTo>
                  <a:cubicBezTo>
                    <a:pt x="6" y="265"/>
                    <a:pt x="6" y="265"/>
                    <a:pt x="6" y="265"/>
                  </a:cubicBezTo>
                  <a:cubicBezTo>
                    <a:pt x="6" y="265"/>
                    <a:pt x="6" y="265"/>
                    <a:pt x="6" y="265"/>
                  </a:cubicBezTo>
                  <a:cubicBezTo>
                    <a:pt x="6" y="337"/>
                    <a:pt x="35" y="402"/>
                    <a:pt x="82" y="449"/>
                  </a:cubicBezTo>
                  <a:cubicBezTo>
                    <a:pt x="129" y="496"/>
                    <a:pt x="194" y="525"/>
                    <a:pt x="266" y="525"/>
                  </a:cubicBezTo>
                  <a:cubicBezTo>
                    <a:pt x="266" y="525"/>
                    <a:pt x="266" y="525"/>
                    <a:pt x="266" y="525"/>
                  </a:cubicBezTo>
                  <a:cubicBezTo>
                    <a:pt x="266" y="525"/>
                    <a:pt x="266" y="525"/>
                    <a:pt x="266" y="525"/>
                  </a:cubicBezTo>
                  <a:cubicBezTo>
                    <a:pt x="266" y="525"/>
                    <a:pt x="266" y="525"/>
                    <a:pt x="266" y="525"/>
                  </a:cubicBezTo>
                  <a:cubicBezTo>
                    <a:pt x="266" y="525"/>
                    <a:pt x="266" y="525"/>
                    <a:pt x="266" y="525"/>
                  </a:cubicBezTo>
                  <a:cubicBezTo>
                    <a:pt x="337" y="525"/>
                    <a:pt x="402" y="496"/>
                    <a:pt x="449" y="449"/>
                  </a:cubicBezTo>
                  <a:cubicBezTo>
                    <a:pt x="496" y="402"/>
                    <a:pt x="525" y="337"/>
                    <a:pt x="525" y="265"/>
                  </a:cubicBezTo>
                  <a:cubicBezTo>
                    <a:pt x="525" y="265"/>
                    <a:pt x="525" y="265"/>
                    <a:pt x="525" y="265"/>
                  </a:cubicBezTo>
                  <a:cubicBezTo>
                    <a:pt x="525" y="265"/>
                    <a:pt x="525" y="265"/>
                    <a:pt x="525" y="265"/>
                  </a:cubicBezTo>
                  <a:cubicBezTo>
                    <a:pt x="525" y="265"/>
                    <a:pt x="525" y="265"/>
                    <a:pt x="525" y="265"/>
                  </a:cubicBezTo>
                  <a:cubicBezTo>
                    <a:pt x="525" y="265"/>
                    <a:pt x="525" y="265"/>
                    <a:pt x="525" y="265"/>
                  </a:cubicBezTo>
                  <a:cubicBezTo>
                    <a:pt x="525" y="194"/>
                    <a:pt x="496" y="129"/>
                    <a:pt x="449" y="82"/>
                  </a:cubicBezTo>
                  <a:cubicBezTo>
                    <a:pt x="402" y="35"/>
                    <a:pt x="337" y="6"/>
                    <a:pt x="266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" name="îṧlïḑe"/>
            <p:cNvSpPr/>
            <p:nvPr/>
          </p:nvSpPr>
          <p:spPr bwMode="auto">
            <a:xfrm>
              <a:off x="3346268" y="2769404"/>
              <a:ext cx="1277451" cy="1281541"/>
            </a:xfrm>
            <a:custGeom>
              <a:avLst/>
              <a:gdLst>
                <a:gd name="T0" fmla="*/ 198 w 396"/>
                <a:gd name="T1" fmla="*/ 0 h 396"/>
                <a:gd name="T2" fmla="*/ 198 w 396"/>
                <a:gd name="T3" fmla="*/ 0 h 396"/>
                <a:gd name="T4" fmla="*/ 198 w 396"/>
                <a:gd name="T5" fmla="*/ 0 h 396"/>
                <a:gd name="T6" fmla="*/ 338 w 396"/>
                <a:gd name="T7" fmla="*/ 58 h 396"/>
                <a:gd name="T8" fmla="*/ 396 w 396"/>
                <a:gd name="T9" fmla="*/ 198 h 396"/>
                <a:gd name="T10" fmla="*/ 396 w 396"/>
                <a:gd name="T11" fmla="*/ 198 h 396"/>
                <a:gd name="T12" fmla="*/ 396 w 396"/>
                <a:gd name="T13" fmla="*/ 198 h 396"/>
                <a:gd name="T14" fmla="*/ 396 w 396"/>
                <a:gd name="T15" fmla="*/ 198 h 396"/>
                <a:gd name="T16" fmla="*/ 396 w 396"/>
                <a:gd name="T17" fmla="*/ 198 h 396"/>
                <a:gd name="T18" fmla="*/ 338 w 396"/>
                <a:gd name="T19" fmla="*/ 338 h 396"/>
                <a:gd name="T20" fmla="*/ 198 w 396"/>
                <a:gd name="T21" fmla="*/ 396 h 396"/>
                <a:gd name="T22" fmla="*/ 198 w 396"/>
                <a:gd name="T23" fmla="*/ 396 h 396"/>
                <a:gd name="T24" fmla="*/ 198 w 396"/>
                <a:gd name="T25" fmla="*/ 396 h 396"/>
                <a:gd name="T26" fmla="*/ 198 w 396"/>
                <a:gd name="T27" fmla="*/ 396 h 396"/>
                <a:gd name="T28" fmla="*/ 198 w 396"/>
                <a:gd name="T29" fmla="*/ 396 h 396"/>
                <a:gd name="T30" fmla="*/ 58 w 396"/>
                <a:gd name="T31" fmla="*/ 338 h 396"/>
                <a:gd name="T32" fmla="*/ 0 w 396"/>
                <a:gd name="T33" fmla="*/ 198 h 396"/>
                <a:gd name="T34" fmla="*/ 0 w 396"/>
                <a:gd name="T35" fmla="*/ 198 h 396"/>
                <a:gd name="T36" fmla="*/ 0 w 396"/>
                <a:gd name="T37" fmla="*/ 198 h 396"/>
                <a:gd name="T38" fmla="*/ 0 w 396"/>
                <a:gd name="T39" fmla="*/ 198 h 396"/>
                <a:gd name="T40" fmla="*/ 0 w 396"/>
                <a:gd name="T41" fmla="*/ 198 h 396"/>
                <a:gd name="T42" fmla="*/ 58 w 396"/>
                <a:gd name="T43" fmla="*/ 58 h 396"/>
                <a:gd name="T44" fmla="*/ 198 w 396"/>
                <a:gd name="T45" fmla="*/ 0 h 396"/>
                <a:gd name="T46" fmla="*/ 198 w 396"/>
                <a:gd name="T47" fmla="*/ 0 h 396"/>
                <a:gd name="T48" fmla="*/ 198 w 396"/>
                <a:gd name="T49" fmla="*/ 0 h 396"/>
                <a:gd name="T50" fmla="*/ 198 w 396"/>
                <a:gd name="T51" fmla="*/ 6 h 396"/>
                <a:gd name="T52" fmla="*/ 198 w 396"/>
                <a:gd name="T53" fmla="*/ 6 h 396"/>
                <a:gd name="T54" fmla="*/ 198 w 396"/>
                <a:gd name="T55" fmla="*/ 6 h 396"/>
                <a:gd name="T56" fmla="*/ 198 w 396"/>
                <a:gd name="T57" fmla="*/ 6 h 396"/>
                <a:gd name="T58" fmla="*/ 198 w 396"/>
                <a:gd name="T59" fmla="*/ 6 h 396"/>
                <a:gd name="T60" fmla="*/ 62 w 396"/>
                <a:gd name="T61" fmla="*/ 62 h 396"/>
                <a:gd name="T62" fmla="*/ 6 w 396"/>
                <a:gd name="T63" fmla="*/ 198 h 396"/>
                <a:gd name="T64" fmla="*/ 6 w 396"/>
                <a:gd name="T65" fmla="*/ 198 h 396"/>
                <a:gd name="T66" fmla="*/ 6 w 396"/>
                <a:gd name="T67" fmla="*/ 198 h 396"/>
                <a:gd name="T68" fmla="*/ 6 w 396"/>
                <a:gd name="T69" fmla="*/ 198 h 396"/>
                <a:gd name="T70" fmla="*/ 6 w 396"/>
                <a:gd name="T71" fmla="*/ 198 h 396"/>
                <a:gd name="T72" fmla="*/ 62 w 396"/>
                <a:gd name="T73" fmla="*/ 334 h 396"/>
                <a:gd name="T74" fmla="*/ 198 w 396"/>
                <a:gd name="T75" fmla="*/ 391 h 396"/>
                <a:gd name="T76" fmla="*/ 198 w 396"/>
                <a:gd name="T77" fmla="*/ 391 h 396"/>
                <a:gd name="T78" fmla="*/ 198 w 396"/>
                <a:gd name="T79" fmla="*/ 391 h 396"/>
                <a:gd name="T80" fmla="*/ 198 w 396"/>
                <a:gd name="T81" fmla="*/ 391 h 396"/>
                <a:gd name="T82" fmla="*/ 198 w 396"/>
                <a:gd name="T83" fmla="*/ 391 h 396"/>
                <a:gd name="T84" fmla="*/ 334 w 396"/>
                <a:gd name="T85" fmla="*/ 334 h 396"/>
                <a:gd name="T86" fmla="*/ 390 w 396"/>
                <a:gd name="T87" fmla="*/ 198 h 396"/>
                <a:gd name="T88" fmla="*/ 390 w 396"/>
                <a:gd name="T89" fmla="*/ 198 h 396"/>
                <a:gd name="T90" fmla="*/ 390 w 396"/>
                <a:gd name="T91" fmla="*/ 198 h 396"/>
                <a:gd name="T92" fmla="*/ 390 w 396"/>
                <a:gd name="T93" fmla="*/ 198 h 396"/>
                <a:gd name="T94" fmla="*/ 390 w 396"/>
                <a:gd name="T95" fmla="*/ 198 h 396"/>
                <a:gd name="T96" fmla="*/ 334 w 396"/>
                <a:gd name="T97" fmla="*/ 62 h 396"/>
                <a:gd name="T98" fmla="*/ 198 w 396"/>
                <a:gd name="T99" fmla="*/ 6 h 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396" h="396">
                  <a:moveTo>
                    <a:pt x="198" y="0"/>
                  </a:moveTo>
                  <a:cubicBezTo>
                    <a:pt x="198" y="0"/>
                    <a:pt x="198" y="0"/>
                    <a:pt x="198" y="0"/>
                  </a:cubicBezTo>
                  <a:cubicBezTo>
                    <a:pt x="198" y="0"/>
                    <a:pt x="198" y="0"/>
                    <a:pt x="198" y="0"/>
                  </a:cubicBezTo>
                  <a:cubicBezTo>
                    <a:pt x="253" y="0"/>
                    <a:pt x="302" y="22"/>
                    <a:pt x="338" y="58"/>
                  </a:cubicBezTo>
                  <a:cubicBezTo>
                    <a:pt x="374" y="94"/>
                    <a:pt x="396" y="144"/>
                    <a:pt x="396" y="198"/>
                  </a:cubicBezTo>
                  <a:cubicBezTo>
                    <a:pt x="396" y="198"/>
                    <a:pt x="396" y="198"/>
                    <a:pt x="396" y="198"/>
                  </a:cubicBezTo>
                  <a:cubicBezTo>
                    <a:pt x="396" y="198"/>
                    <a:pt x="396" y="198"/>
                    <a:pt x="396" y="198"/>
                  </a:cubicBezTo>
                  <a:cubicBezTo>
                    <a:pt x="396" y="198"/>
                    <a:pt x="396" y="198"/>
                    <a:pt x="396" y="198"/>
                  </a:cubicBezTo>
                  <a:cubicBezTo>
                    <a:pt x="396" y="198"/>
                    <a:pt x="396" y="198"/>
                    <a:pt x="396" y="198"/>
                  </a:cubicBezTo>
                  <a:cubicBezTo>
                    <a:pt x="396" y="253"/>
                    <a:pt x="374" y="303"/>
                    <a:pt x="338" y="338"/>
                  </a:cubicBezTo>
                  <a:cubicBezTo>
                    <a:pt x="302" y="374"/>
                    <a:pt x="253" y="396"/>
                    <a:pt x="198" y="396"/>
                  </a:cubicBezTo>
                  <a:cubicBezTo>
                    <a:pt x="198" y="396"/>
                    <a:pt x="198" y="396"/>
                    <a:pt x="198" y="396"/>
                  </a:cubicBezTo>
                  <a:cubicBezTo>
                    <a:pt x="198" y="396"/>
                    <a:pt x="198" y="396"/>
                    <a:pt x="198" y="396"/>
                  </a:cubicBezTo>
                  <a:cubicBezTo>
                    <a:pt x="198" y="396"/>
                    <a:pt x="198" y="396"/>
                    <a:pt x="198" y="396"/>
                  </a:cubicBezTo>
                  <a:cubicBezTo>
                    <a:pt x="198" y="396"/>
                    <a:pt x="198" y="396"/>
                    <a:pt x="198" y="396"/>
                  </a:cubicBezTo>
                  <a:cubicBezTo>
                    <a:pt x="143" y="396"/>
                    <a:pt x="94" y="374"/>
                    <a:pt x="58" y="338"/>
                  </a:cubicBezTo>
                  <a:cubicBezTo>
                    <a:pt x="22" y="303"/>
                    <a:pt x="0" y="253"/>
                    <a:pt x="0" y="198"/>
                  </a:cubicBezTo>
                  <a:cubicBezTo>
                    <a:pt x="0" y="198"/>
                    <a:pt x="0" y="198"/>
                    <a:pt x="0" y="198"/>
                  </a:cubicBezTo>
                  <a:cubicBezTo>
                    <a:pt x="0" y="198"/>
                    <a:pt x="0" y="198"/>
                    <a:pt x="0" y="198"/>
                  </a:cubicBezTo>
                  <a:cubicBezTo>
                    <a:pt x="0" y="198"/>
                    <a:pt x="0" y="198"/>
                    <a:pt x="0" y="198"/>
                  </a:cubicBezTo>
                  <a:cubicBezTo>
                    <a:pt x="0" y="198"/>
                    <a:pt x="0" y="198"/>
                    <a:pt x="0" y="198"/>
                  </a:cubicBezTo>
                  <a:cubicBezTo>
                    <a:pt x="0" y="144"/>
                    <a:pt x="22" y="94"/>
                    <a:pt x="58" y="58"/>
                  </a:cubicBezTo>
                  <a:cubicBezTo>
                    <a:pt x="94" y="22"/>
                    <a:pt x="143" y="0"/>
                    <a:pt x="198" y="0"/>
                  </a:cubicBezTo>
                  <a:cubicBezTo>
                    <a:pt x="198" y="0"/>
                    <a:pt x="198" y="0"/>
                    <a:pt x="198" y="0"/>
                  </a:cubicBezTo>
                  <a:cubicBezTo>
                    <a:pt x="198" y="0"/>
                    <a:pt x="198" y="0"/>
                    <a:pt x="198" y="0"/>
                  </a:cubicBezTo>
                  <a:close/>
                  <a:moveTo>
                    <a:pt x="198" y="6"/>
                  </a:moveTo>
                  <a:cubicBezTo>
                    <a:pt x="198" y="6"/>
                    <a:pt x="198" y="6"/>
                    <a:pt x="198" y="6"/>
                  </a:cubicBezTo>
                  <a:cubicBezTo>
                    <a:pt x="198" y="6"/>
                    <a:pt x="198" y="6"/>
                    <a:pt x="198" y="6"/>
                  </a:cubicBezTo>
                  <a:cubicBezTo>
                    <a:pt x="198" y="6"/>
                    <a:pt x="198" y="6"/>
                    <a:pt x="198" y="6"/>
                  </a:cubicBezTo>
                  <a:cubicBezTo>
                    <a:pt x="198" y="6"/>
                    <a:pt x="198" y="6"/>
                    <a:pt x="198" y="6"/>
                  </a:cubicBezTo>
                  <a:cubicBezTo>
                    <a:pt x="145" y="6"/>
                    <a:pt x="97" y="28"/>
                    <a:pt x="62" y="62"/>
                  </a:cubicBezTo>
                  <a:cubicBezTo>
                    <a:pt x="27" y="97"/>
                    <a:pt x="6" y="145"/>
                    <a:pt x="6" y="198"/>
                  </a:cubicBezTo>
                  <a:cubicBezTo>
                    <a:pt x="6" y="198"/>
                    <a:pt x="6" y="198"/>
                    <a:pt x="6" y="198"/>
                  </a:cubicBezTo>
                  <a:cubicBezTo>
                    <a:pt x="6" y="198"/>
                    <a:pt x="6" y="198"/>
                    <a:pt x="6" y="198"/>
                  </a:cubicBezTo>
                  <a:cubicBezTo>
                    <a:pt x="6" y="198"/>
                    <a:pt x="6" y="198"/>
                    <a:pt x="6" y="198"/>
                  </a:cubicBezTo>
                  <a:cubicBezTo>
                    <a:pt x="6" y="198"/>
                    <a:pt x="6" y="198"/>
                    <a:pt x="6" y="198"/>
                  </a:cubicBezTo>
                  <a:cubicBezTo>
                    <a:pt x="6" y="251"/>
                    <a:pt x="27" y="299"/>
                    <a:pt x="62" y="334"/>
                  </a:cubicBezTo>
                  <a:cubicBezTo>
                    <a:pt x="97" y="369"/>
                    <a:pt x="145" y="391"/>
                    <a:pt x="198" y="391"/>
                  </a:cubicBezTo>
                  <a:cubicBezTo>
                    <a:pt x="198" y="391"/>
                    <a:pt x="198" y="391"/>
                    <a:pt x="198" y="391"/>
                  </a:cubicBezTo>
                  <a:cubicBezTo>
                    <a:pt x="198" y="391"/>
                    <a:pt x="198" y="391"/>
                    <a:pt x="198" y="391"/>
                  </a:cubicBezTo>
                  <a:cubicBezTo>
                    <a:pt x="198" y="391"/>
                    <a:pt x="198" y="391"/>
                    <a:pt x="198" y="391"/>
                  </a:cubicBezTo>
                  <a:cubicBezTo>
                    <a:pt x="198" y="391"/>
                    <a:pt x="198" y="391"/>
                    <a:pt x="198" y="391"/>
                  </a:cubicBezTo>
                  <a:cubicBezTo>
                    <a:pt x="251" y="391"/>
                    <a:pt x="299" y="369"/>
                    <a:pt x="334" y="334"/>
                  </a:cubicBezTo>
                  <a:cubicBezTo>
                    <a:pt x="369" y="299"/>
                    <a:pt x="390" y="251"/>
                    <a:pt x="390" y="198"/>
                  </a:cubicBezTo>
                  <a:cubicBezTo>
                    <a:pt x="390" y="198"/>
                    <a:pt x="390" y="198"/>
                    <a:pt x="390" y="198"/>
                  </a:cubicBezTo>
                  <a:cubicBezTo>
                    <a:pt x="390" y="198"/>
                    <a:pt x="390" y="198"/>
                    <a:pt x="390" y="198"/>
                  </a:cubicBezTo>
                  <a:cubicBezTo>
                    <a:pt x="390" y="198"/>
                    <a:pt x="390" y="198"/>
                    <a:pt x="390" y="198"/>
                  </a:cubicBezTo>
                  <a:cubicBezTo>
                    <a:pt x="390" y="198"/>
                    <a:pt x="390" y="198"/>
                    <a:pt x="390" y="198"/>
                  </a:cubicBezTo>
                  <a:cubicBezTo>
                    <a:pt x="390" y="145"/>
                    <a:pt x="369" y="97"/>
                    <a:pt x="334" y="62"/>
                  </a:cubicBezTo>
                  <a:cubicBezTo>
                    <a:pt x="299" y="28"/>
                    <a:pt x="251" y="6"/>
                    <a:pt x="198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" name="í$1iḓe"/>
            <p:cNvSpPr/>
            <p:nvPr/>
          </p:nvSpPr>
          <p:spPr bwMode="auto">
            <a:xfrm>
              <a:off x="3610756" y="2938459"/>
              <a:ext cx="738931" cy="957066"/>
            </a:xfrm>
            <a:custGeom>
              <a:avLst/>
              <a:gdLst>
                <a:gd name="T0" fmla="*/ 168 w 229"/>
                <a:gd name="T1" fmla="*/ 184 h 296"/>
                <a:gd name="T2" fmla="*/ 223 w 229"/>
                <a:gd name="T3" fmla="*/ 184 h 296"/>
                <a:gd name="T4" fmla="*/ 223 w 229"/>
                <a:gd name="T5" fmla="*/ 220 h 296"/>
                <a:gd name="T6" fmla="*/ 185 w 229"/>
                <a:gd name="T7" fmla="*/ 220 h 296"/>
                <a:gd name="T8" fmla="*/ 168 w 229"/>
                <a:gd name="T9" fmla="*/ 204 h 296"/>
                <a:gd name="T10" fmla="*/ 168 w 229"/>
                <a:gd name="T11" fmla="*/ 184 h 296"/>
                <a:gd name="T12" fmla="*/ 226 w 229"/>
                <a:gd name="T13" fmla="*/ 37 h 296"/>
                <a:gd name="T14" fmla="*/ 191 w 229"/>
                <a:gd name="T15" fmla="*/ 0 h 296"/>
                <a:gd name="T16" fmla="*/ 34 w 229"/>
                <a:gd name="T17" fmla="*/ 0 h 296"/>
                <a:gd name="T18" fmla="*/ 0 w 229"/>
                <a:gd name="T19" fmla="*/ 35 h 296"/>
                <a:gd name="T20" fmla="*/ 0 w 229"/>
                <a:gd name="T21" fmla="*/ 248 h 296"/>
                <a:gd name="T22" fmla="*/ 37 w 229"/>
                <a:gd name="T23" fmla="*/ 294 h 296"/>
                <a:gd name="T24" fmla="*/ 120 w 229"/>
                <a:gd name="T25" fmla="*/ 294 h 296"/>
                <a:gd name="T26" fmla="*/ 133 w 229"/>
                <a:gd name="T27" fmla="*/ 278 h 296"/>
                <a:gd name="T28" fmla="*/ 148 w 229"/>
                <a:gd name="T29" fmla="*/ 295 h 296"/>
                <a:gd name="T30" fmla="*/ 191 w 229"/>
                <a:gd name="T31" fmla="*/ 295 h 296"/>
                <a:gd name="T32" fmla="*/ 229 w 229"/>
                <a:gd name="T33" fmla="*/ 257 h 296"/>
                <a:gd name="T34" fmla="*/ 162 w 229"/>
                <a:gd name="T35" fmla="*/ 257 h 296"/>
                <a:gd name="T36" fmla="*/ 148 w 229"/>
                <a:gd name="T37" fmla="*/ 238 h 296"/>
                <a:gd name="T38" fmla="*/ 137 w 229"/>
                <a:gd name="T39" fmla="*/ 253 h 296"/>
                <a:gd name="T40" fmla="*/ 125 w 229"/>
                <a:gd name="T41" fmla="*/ 258 h 296"/>
                <a:gd name="T42" fmla="*/ 67 w 229"/>
                <a:gd name="T43" fmla="*/ 258 h 296"/>
                <a:gd name="T44" fmla="*/ 35 w 229"/>
                <a:gd name="T45" fmla="*/ 224 h 296"/>
                <a:gd name="T46" fmla="*/ 35 w 229"/>
                <a:gd name="T47" fmla="*/ 52 h 296"/>
                <a:gd name="T48" fmla="*/ 47 w 229"/>
                <a:gd name="T49" fmla="*/ 37 h 296"/>
                <a:gd name="T50" fmla="*/ 226 w 229"/>
                <a:gd name="T51" fmla="*/ 37 h 296"/>
                <a:gd name="T52" fmla="*/ 168 w 229"/>
                <a:gd name="T53" fmla="*/ 109 h 296"/>
                <a:gd name="T54" fmla="*/ 223 w 229"/>
                <a:gd name="T55" fmla="*/ 109 h 296"/>
                <a:gd name="T56" fmla="*/ 223 w 229"/>
                <a:gd name="T57" fmla="*/ 148 h 296"/>
                <a:gd name="T58" fmla="*/ 168 w 229"/>
                <a:gd name="T59" fmla="*/ 148 h 296"/>
                <a:gd name="T60" fmla="*/ 168 w 229"/>
                <a:gd name="T61" fmla="*/ 109 h 296"/>
                <a:gd name="T62" fmla="*/ 74 w 229"/>
                <a:gd name="T63" fmla="*/ 109 h 296"/>
                <a:gd name="T64" fmla="*/ 132 w 229"/>
                <a:gd name="T65" fmla="*/ 109 h 296"/>
                <a:gd name="T66" fmla="*/ 132 w 229"/>
                <a:gd name="T67" fmla="*/ 148 h 296"/>
                <a:gd name="T68" fmla="*/ 74 w 229"/>
                <a:gd name="T69" fmla="*/ 148 h 296"/>
                <a:gd name="T70" fmla="*/ 74 w 229"/>
                <a:gd name="T71" fmla="*/ 109 h 296"/>
                <a:gd name="T72" fmla="*/ 74 w 229"/>
                <a:gd name="T73" fmla="*/ 184 h 296"/>
                <a:gd name="T74" fmla="*/ 132 w 229"/>
                <a:gd name="T75" fmla="*/ 184 h 296"/>
                <a:gd name="T76" fmla="*/ 132 w 229"/>
                <a:gd name="T77" fmla="*/ 204 h 296"/>
                <a:gd name="T78" fmla="*/ 115 w 229"/>
                <a:gd name="T79" fmla="*/ 220 h 296"/>
                <a:gd name="T80" fmla="*/ 83 w 229"/>
                <a:gd name="T81" fmla="*/ 220 h 296"/>
                <a:gd name="T82" fmla="*/ 74 w 229"/>
                <a:gd name="T83" fmla="*/ 210 h 296"/>
                <a:gd name="T84" fmla="*/ 74 w 229"/>
                <a:gd name="T85" fmla="*/ 184 h 2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229" h="296">
                  <a:moveTo>
                    <a:pt x="168" y="184"/>
                  </a:moveTo>
                  <a:cubicBezTo>
                    <a:pt x="223" y="184"/>
                    <a:pt x="223" y="184"/>
                    <a:pt x="223" y="184"/>
                  </a:cubicBezTo>
                  <a:cubicBezTo>
                    <a:pt x="223" y="220"/>
                    <a:pt x="223" y="220"/>
                    <a:pt x="223" y="220"/>
                  </a:cubicBezTo>
                  <a:cubicBezTo>
                    <a:pt x="185" y="220"/>
                    <a:pt x="185" y="220"/>
                    <a:pt x="185" y="220"/>
                  </a:cubicBezTo>
                  <a:cubicBezTo>
                    <a:pt x="176" y="220"/>
                    <a:pt x="168" y="213"/>
                    <a:pt x="168" y="204"/>
                  </a:cubicBezTo>
                  <a:cubicBezTo>
                    <a:pt x="168" y="184"/>
                    <a:pt x="168" y="184"/>
                    <a:pt x="168" y="184"/>
                  </a:cubicBezTo>
                  <a:close/>
                  <a:moveTo>
                    <a:pt x="226" y="37"/>
                  </a:moveTo>
                  <a:cubicBezTo>
                    <a:pt x="191" y="0"/>
                    <a:pt x="191" y="0"/>
                    <a:pt x="191" y="0"/>
                  </a:cubicBezTo>
                  <a:cubicBezTo>
                    <a:pt x="191" y="0"/>
                    <a:pt x="68" y="0"/>
                    <a:pt x="34" y="0"/>
                  </a:cubicBezTo>
                  <a:cubicBezTo>
                    <a:pt x="0" y="0"/>
                    <a:pt x="0" y="35"/>
                    <a:pt x="0" y="35"/>
                  </a:cubicBezTo>
                  <a:cubicBezTo>
                    <a:pt x="0" y="35"/>
                    <a:pt x="0" y="204"/>
                    <a:pt x="0" y="248"/>
                  </a:cubicBezTo>
                  <a:cubicBezTo>
                    <a:pt x="0" y="292"/>
                    <a:pt x="37" y="294"/>
                    <a:pt x="37" y="294"/>
                  </a:cubicBezTo>
                  <a:cubicBezTo>
                    <a:pt x="37" y="294"/>
                    <a:pt x="111" y="296"/>
                    <a:pt x="120" y="294"/>
                  </a:cubicBezTo>
                  <a:cubicBezTo>
                    <a:pt x="129" y="292"/>
                    <a:pt x="133" y="278"/>
                    <a:pt x="133" y="278"/>
                  </a:cubicBezTo>
                  <a:cubicBezTo>
                    <a:pt x="136" y="294"/>
                    <a:pt x="148" y="295"/>
                    <a:pt x="148" y="295"/>
                  </a:cubicBezTo>
                  <a:cubicBezTo>
                    <a:pt x="191" y="295"/>
                    <a:pt x="191" y="295"/>
                    <a:pt x="191" y="295"/>
                  </a:cubicBezTo>
                  <a:cubicBezTo>
                    <a:pt x="229" y="257"/>
                    <a:pt x="229" y="257"/>
                    <a:pt x="229" y="257"/>
                  </a:cubicBezTo>
                  <a:cubicBezTo>
                    <a:pt x="229" y="257"/>
                    <a:pt x="174" y="259"/>
                    <a:pt x="162" y="257"/>
                  </a:cubicBezTo>
                  <a:cubicBezTo>
                    <a:pt x="151" y="255"/>
                    <a:pt x="148" y="238"/>
                    <a:pt x="148" y="238"/>
                  </a:cubicBezTo>
                  <a:cubicBezTo>
                    <a:pt x="148" y="238"/>
                    <a:pt x="143" y="248"/>
                    <a:pt x="137" y="253"/>
                  </a:cubicBezTo>
                  <a:cubicBezTo>
                    <a:pt x="132" y="258"/>
                    <a:pt x="125" y="258"/>
                    <a:pt x="125" y="258"/>
                  </a:cubicBezTo>
                  <a:cubicBezTo>
                    <a:pt x="67" y="258"/>
                    <a:pt x="67" y="258"/>
                    <a:pt x="67" y="258"/>
                  </a:cubicBezTo>
                  <a:cubicBezTo>
                    <a:pt x="33" y="254"/>
                    <a:pt x="35" y="224"/>
                    <a:pt x="35" y="224"/>
                  </a:cubicBezTo>
                  <a:cubicBezTo>
                    <a:pt x="35" y="224"/>
                    <a:pt x="35" y="65"/>
                    <a:pt x="35" y="52"/>
                  </a:cubicBezTo>
                  <a:cubicBezTo>
                    <a:pt x="36" y="38"/>
                    <a:pt x="47" y="37"/>
                    <a:pt x="47" y="37"/>
                  </a:cubicBezTo>
                  <a:cubicBezTo>
                    <a:pt x="226" y="37"/>
                    <a:pt x="226" y="37"/>
                    <a:pt x="226" y="37"/>
                  </a:cubicBezTo>
                  <a:close/>
                  <a:moveTo>
                    <a:pt x="168" y="109"/>
                  </a:moveTo>
                  <a:cubicBezTo>
                    <a:pt x="223" y="109"/>
                    <a:pt x="223" y="109"/>
                    <a:pt x="223" y="109"/>
                  </a:cubicBezTo>
                  <a:cubicBezTo>
                    <a:pt x="223" y="148"/>
                    <a:pt x="223" y="148"/>
                    <a:pt x="223" y="148"/>
                  </a:cubicBezTo>
                  <a:cubicBezTo>
                    <a:pt x="168" y="148"/>
                    <a:pt x="168" y="148"/>
                    <a:pt x="168" y="148"/>
                  </a:cubicBezTo>
                  <a:cubicBezTo>
                    <a:pt x="168" y="109"/>
                    <a:pt x="168" y="109"/>
                    <a:pt x="168" y="109"/>
                  </a:cubicBezTo>
                  <a:close/>
                  <a:moveTo>
                    <a:pt x="74" y="109"/>
                  </a:moveTo>
                  <a:cubicBezTo>
                    <a:pt x="132" y="109"/>
                    <a:pt x="132" y="109"/>
                    <a:pt x="132" y="109"/>
                  </a:cubicBezTo>
                  <a:cubicBezTo>
                    <a:pt x="132" y="148"/>
                    <a:pt x="132" y="148"/>
                    <a:pt x="132" y="148"/>
                  </a:cubicBezTo>
                  <a:cubicBezTo>
                    <a:pt x="74" y="148"/>
                    <a:pt x="74" y="148"/>
                    <a:pt x="74" y="148"/>
                  </a:cubicBezTo>
                  <a:cubicBezTo>
                    <a:pt x="74" y="109"/>
                    <a:pt x="74" y="109"/>
                    <a:pt x="74" y="109"/>
                  </a:cubicBezTo>
                  <a:close/>
                  <a:moveTo>
                    <a:pt x="74" y="184"/>
                  </a:moveTo>
                  <a:cubicBezTo>
                    <a:pt x="132" y="184"/>
                    <a:pt x="132" y="184"/>
                    <a:pt x="132" y="184"/>
                  </a:cubicBezTo>
                  <a:cubicBezTo>
                    <a:pt x="132" y="204"/>
                    <a:pt x="132" y="204"/>
                    <a:pt x="132" y="204"/>
                  </a:cubicBezTo>
                  <a:cubicBezTo>
                    <a:pt x="132" y="213"/>
                    <a:pt x="124" y="220"/>
                    <a:pt x="115" y="220"/>
                  </a:cubicBezTo>
                  <a:cubicBezTo>
                    <a:pt x="83" y="220"/>
                    <a:pt x="83" y="220"/>
                    <a:pt x="83" y="220"/>
                  </a:cubicBezTo>
                  <a:cubicBezTo>
                    <a:pt x="78" y="220"/>
                    <a:pt x="74" y="215"/>
                    <a:pt x="74" y="210"/>
                  </a:cubicBezTo>
                  <a:lnTo>
                    <a:pt x="74" y="18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" name="íŝ1ïḍê"/>
            <p:cNvSpPr/>
            <p:nvPr/>
          </p:nvSpPr>
          <p:spPr bwMode="auto">
            <a:xfrm>
              <a:off x="3579399" y="4005955"/>
              <a:ext cx="128154" cy="118611"/>
            </a:xfrm>
            <a:custGeom>
              <a:avLst/>
              <a:gdLst>
                <a:gd name="T0" fmla="*/ 21 w 40"/>
                <a:gd name="T1" fmla="*/ 11 h 37"/>
                <a:gd name="T2" fmla="*/ 11 w 40"/>
                <a:gd name="T3" fmla="*/ 6 h 37"/>
                <a:gd name="T4" fmla="*/ 7 w 40"/>
                <a:gd name="T5" fmla="*/ 13 h 37"/>
                <a:gd name="T6" fmla="*/ 17 w 40"/>
                <a:gd name="T7" fmla="*/ 18 h 37"/>
                <a:gd name="T8" fmla="*/ 18 w 40"/>
                <a:gd name="T9" fmla="*/ 16 h 37"/>
                <a:gd name="T10" fmla="*/ 21 w 40"/>
                <a:gd name="T11" fmla="*/ 11 h 37"/>
                <a:gd name="T12" fmla="*/ 36 w 40"/>
                <a:gd name="T13" fmla="*/ 14 h 37"/>
                <a:gd name="T14" fmla="*/ 37 w 40"/>
                <a:gd name="T15" fmla="*/ 15 h 37"/>
                <a:gd name="T16" fmla="*/ 39 w 40"/>
                <a:gd name="T17" fmla="*/ 16 h 37"/>
                <a:gd name="T18" fmla="*/ 40 w 40"/>
                <a:gd name="T19" fmla="*/ 17 h 37"/>
                <a:gd name="T20" fmla="*/ 35 w 40"/>
                <a:gd name="T21" fmla="*/ 25 h 37"/>
                <a:gd name="T22" fmla="*/ 31 w 40"/>
                <a:gd name="T23" fmla="*/ 32 h 37"/>
                <a:gd name="T24" fmla="*/ 31 w 40"/>
                <a:gd name="T25" fmla="*/ 32 h 37"/>
                <a:gd name="T26" fmla="*/ 28 w 40"/>
                <a:gd name="T27" fmla="*/ 31 h 37"/>
                <a:gd name="T28" fmla="*/ 27 w 40"/>
                <a:gd name="T29" fmla="*/ 30 h 37"/>
                <a:gd name="T30" fmla="*/ 28 w 40"/>
                <a:gd name="T31" fmla="*/ 28 h 37"/>
                <a:gd name="T32" fmla="*/ 19 w 40"/>
                <a:gd name="T33" fmla="*/ 24 h 37"/>
                <a:gd name="T34" fmla="*/ 15 w 40"/>
                <a:gd name="T35" fmla="*/ 32 h 37"/>
                <a:gd name="T36" fmla="*/ 12 w 40"/>
                <a:gd name="T37" fmla="*/ 36 h 37"/>
                <a:gd name="T38" fmla="*/ 12 w 40"/>
                <a:gd name="T39" fmla="*/ 36 h 37"/>
                <a:gd name="T40" fmla="*/ 8 w 40"/>
                <a:gd name="T41" fmla="*/ 34 h 37"/>
                <a:gd name="T42" fmla="*/ 8 w 40"/>
                <a:gd name="T43" fmla="*/ 34 h 37"/>
                <a:gd name="T44" fmla="*/ 15 w 40"/>
                <a:gd name="T45" fmla="*/ 22 h 37"/>
                <a:gd name="T46" fmla="*/ 5 w 40"/>
                <a:gd name="T47" fmla="*/ 16 h 37"/>
                <a:gd name="T48" fmla="*/ 5 w 40"/>
                <a:gd name="T49" fmla="*/ 18 h 37"/>
                <a:gd name="T50" fmla="*/ 4 w 40"/>
                <a:gd name="T51" fmla="*/ 19 h 37"/>
                <a:gd name="T52" fmla="*/ 4 w 40"/>
                <a:gd name="T53" fmla="*/ 19 h 37"/>
                <a:gd name="T54" fmla="*/ 2 w 40"/>
                <a:gd name="T55" fmla="*/ 18 h 37"/>
                <a:gd name="T56" fmla="*/ 1 w 40"/>
                <a:gd name="T57" fmla="*/ 17 h 37"/>
                <a:gd name="T58" fmla="*/ 0 w 40"/>
                <a:gd name="T59" fmla="*/ 17 h 37"/>
                <a:gd name="T60" fmla="*/ 1 w 40"/>
                <a:gd name="T61" fmla="*/ 16 h 37"/>
                <a:gd name="T62" fmla="*/ 2 w 40"/>
                <a:gd name="T63" fmla="*/ 14 h 37"/>
                <a:gd name="T64" fmla="*/ 5 w 40"/>
                <a:gd name="T65" fmla="*/ 8 h 37"/>
                <a:gd name="T66" fmla="*/ 9 w 40"/>
                <a:gd name="T67" fmla="*/ 1 h 37"/>
                <a:gd name="T68" fmla="*/ 10 w 40"/>
                <a:gd name="T69" fmla="*/ 0 h 37"/>
                <a:gd name="T70" fmla="*/ 13 w 40"/>
                <a:gd name="T71" fmla="*/ 2 h 37"/>
                <a:gd name="T72" fmla="*/ 23 w 40"/>
                <a:gd name="T73" fmla="*/ 7 h 37"/>
                <a:gd name="T74" fmla="*/ 26 w 40"/>
                <a:gd name="T75" fmla="*/ 2 h 37"/>
                <a:gd name="T76" fmla="*/ 26 w 40"/>
                <a:gd name="T77" fmla="*/ 1 h 37"/>
                <a:gd name="T78" fmla="*/ 26 w 40"/>
                <a:gd name="T79" fmla="*/ 0 h 37"/>
                <a:gd name="T80" fmla="*/ 29 w 40"/>
                <a:gd name="T81" fmla="*/ 2 h 37"/>
                <a:gd name="T82" fmla="*/ 30 w 40"/>
                <a:gd name="T83" fmla="*/ 3 h 37"/>
                <a:gd name="T84" fmla="*/ 30 w 40"/>
                <a:gd name="T85" fmla="*/ 4 h 37"/>
                <a:gd name="T86" fmla="*/ 29 w 40"/>
                <a:gd name="T87" fmla="*/ 5 h 37"/>
                <a:gd name="T88" fmla="*/ 26 w 40"/>
                <a:gd name="T89" fmla="*/ 9 h 37"/>
                <a:gd name="T90" fmla="*/ 36 w 40"/>
                <a:gd name="T91" fmla="*/ 14 h 37"/>
                <a:gd name="T92" fmla="*/ 30 w 40"/>
                <a:gd name="T93" fmla="*/ 25 h 37"/>
                <a:gd name="T94" fmla="*/ 21 w 40"/>
                <a:gd name="T95" fmla="*/ 20 h 37"/>
                <a:gd name="T96" fmla="*/ 22 w 40"/>
                <a:gd name="T97" fmla="*/ 18 h 37"/>
                <a:gd name="T98" fmla="*/ 25 w 40"/>
                <a:gd name="T99" fmla="*/ 13 h 37"/>
                <a:gd name="T100" fmla="*/ 34 w 40"/>
                <a:gd name="T101" fmla="*/ 18 h 37"/>
                <a:gd name="T102" fmla="*/ 30 w 40"/>
                <a:gd name="T103" fmla="*/ 25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40" h="37">
                  <a:moveTo>
                    <a:pt x="21" y="11"/>
                  </a:moveTo>
                  <a:cubicBezTo>
                    <a:pt x="11" y="6"/>
                    <a:pt x="11" y="6"/>
                    <a:pt x="11" y="6"/>
                  </a:cubicBezTo>
                  <a:cubicBezTo>
                    <a:pt x="7" y="13"/>
                    <a:pt x="7" y="13"/>
                    <a:pt x="7" y="13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8" y="16"/>
                    <a:pt x="18" y="16"/>
                    <a:pt x="18" y="16"/>
                  </a:cubicBezTo>
                  <a:cubicBezTo>
                    <a:pt x="21" y="11"/>
                    <a:pt x="21" y="11"/>
                    <a:pt x="21" y="11"/>
                  </a:cubicBezTo>
                  <a:close/>
                  <a:moveTo>
                    <a:pt x="36" y="14"/>
                  </a:moveTo>
                  <a:cubicBezTo>
                    <a:pt x="36" y="15"/>
                    <a:pt x="37" y="15"/>
                    <a:pt x="37" y="15"/>
                  </a:cubicBezTo>
                  <a:cubicBezTo>
                    <a:pt x="38" y="16"/>
                    <a:pt x="39" y="16"/>
                    <a:pt x="39" y="16"/>
                  </a:cubicBezTo>
                  <a:cubicBezTo>
                    <a:pt x="40" y="16"/>
                    <a:pt x="40" y="16"/>
                    <a:pt x="40" y="17"/>
                  </a:cubicBezTo>
                  <a:cubicBezTo>
                    <a:pt x="38" y="20"/>
                    <a:pt x="36" y="23"/>
                    <a:pt x="35" y="25"/>
                  </a:cubicBezTo>
                  <a:cubicBezTo>
                    <a:pt x="34" y="28"/>
                    <a:pt x="33" y="30"/>
                    <a:pt x="31" y="32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28" y="31"/>
                    <a:pt x="28" y="31"/>
                    <a:pt x="28" y="31"/>
                  </a:cubicBezTo>
                  <a:cubicBezTo>
                    <a:pt x="27" y="30"/>
                    <a:pt x="27" y="30"/>
                    <a:pt x="27" y="30"/>
                  </a:cubicBezTo>
                  <a:cubicBezTo>
                    <a:pt x="28" y="28"/>
                    <a:pt x="28" y="28"/>
                    <a:pt x="28" y="28"/>
                  </a:cubicBezTo>
                  <a:cubicBezTo>
                    <a:pt x="19" y="24"/>
                    <a:pt x="19" y="24"/>
                    <a:pt x="19" y="24"/>
                  </a:cubicBezTo>
                  <a:cubicBezTo>
                    <a:pt x="18" y="26"/>
                    <a:pt x="16" y="29"/>
                    <a:pt x="15" y="32"/>
                  </a:cubicBezTo>
                  <a:cubicBezTo>
                    <a:pt x="13" y="34"/>
                    <a:pt x="13" y="36"/>
                    <a:pt x="12" y="36"/>
                  </a:cubicBezTo>
                  <a:cubicBezTo>
                    <a:pt x="12" y="36"/>
                    <a:pt x="12" y="37"/>
                    <a:pt x="12" y="36"/>
                  </a:cubicBezTo>
                  <a:cubicBezTo>
                    <a:pt x="8" y="34"/>
                    <a:pt x="8" y="34"/>
                    <a:pt x="8" y="34"/>
                  </a:cubicBezTo>
                  <a:cubicBezTo>
                    <a:pt x="8" y="34"/>
                    <a:pt x="8" y="34"/>
                    <a:pt x="8" y="34"/>
                  </a:cubicBezTo>
                  <a:cubicBezTo>
                    <a:pt x="15" y="22"/>
                    <a:pt x="15" y="22"/>
                    <a:pt x="15" y="22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8"/>
                    <a:pt x="5" y="18"/>
                    <a:pt x="5" y="18"/>
                  </a:cubicBezTo>
                  <a:cubicBezTo>
                    <a:pt x="4" y="18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3" y="18"/>
                    <a:pt x="3" y="18"/>
                    <a:pt x="2" y="18"/>
                  </a:cubicBezTo>
                  <a:cubicBezTo>
                    <a:pt x="2" y="18"/>
                    <a:pt x="2" y="18"/>
                    <a:pt x="1" y="17"/>
                  </a:cubicBezTo>
                  <a:cubicBezTo>
                    <a:pt x="1" y="17"/>
                    <a:pt x="1" y="17"/>
                    <a:pt x="0" y="17"/>
                  </a:cubicBezTo>
                  <a:cubicBezTo>
                    <a:pt x="0" y="17"/>
                    <a:pt x="0" y="16"/>
                    <a:pt x="1" y="16"/>
                  </a:cubicBezTo>
                  <a:cubicBezTo>
                    <a:pt x="1" y="15"/>
                    <a:pt x="1" y="15"/>
                    <a:pt x="2" y="14"/>
                  </a:cubicBezTo>
                  <a:cubicBezTo>
                    <a:pt x="3" y="13"/>
                    <a:pt x="3" y="11"/>
                    <a:pt x="5" y="8"/>
                  </a:cubicBezTo>
                  <a:cubicBezTo>
                    <a:pt x="6" y="6"/>
                    <a:pt x="8" y="3"/>
                    <a:pt x="9" y="1"/>
                  </a:cubicBezTo>
                  <a:cubicBezTo>
                    <a:pt x="9" y="0"/>
                    <a:pt x="9" y="0"/>
                    <a:pt x="10" y="0"/>
                  </a:cubicBezTo>
                  <a:cubicBezTo>
                    <a:pt x="13" y="2"/>
                    <a:pt x="13" y="2"/>
                    <a:pt x="13" y="2"/>
                  </a:cubicBezTo>
                  <a:cubicBezTo>
                    <a:pt x="23" y="7"/>
                    <a:pt x="23" y="7"/>
                    <a:pt x="23" y="7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27" y="1"/>
                    <a:pt x="28" y="2"/>
                    <a:pt x="29" y="2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1" y="3"/>
                    <a:pt x="30" y="4"/>
                    <a:pt x="30" y="4"/>
                  </a:cubicBezTo>
                  <a:cubicBezTo>
                    <a:pt x="30" y="4"/>
                    <a:pt x="29" y="4"/>
                    <a:pt x="29" y="5"/>
                  </a:cubicBezTo>
                  <a:cubicBezTo>
                    <a:pt x="26" y="9"/>
                    <a:pt x="26" y="9"/>
                    <a:pt x="26" y="9"/>
                  </a:cubicBezTo>
                  <a:cubicBezTo>
                    <a:pt x="36" y="14"/>
                    <a:pt x="36" y="14"/>
                    <a:pt x="36" y="14"/>
                  </a:cubicBezTo>
                  <a:close/>
                  <a:moveTo>
                    <a:pt x="30" y="25"/>
                  </a:moveTo>
                  <a:cubicBezTo>
                    <a:pt x="21" y="20"/>
                    <a:pt x="21" y="20"/>
                    <a:pt x="21" y="20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5" y="13"/>
                    <a:pt x="25" y="13"/>
                    <a:pt x="25" y="13"/>
                  </a:cubicBezTo>
                  <a:cubicBezTo>
                    <a:pt x="34" y="18"/>
                    <a:pt x="34" y="18"/>
                    <a:pt x="34" y="18"/>
                  </a:cubicBezTo>
                  <a:lnTo>
                    <a:pt x="30" y="2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" name="ï$ľîḋè"/>
            <p:cNvSpPr/>
            <p:nvPr/>
          </p:nvSpPr>
          <p:spPr bwMode="auto">
            <a:xfrm>
              <a:off x="3707553" y="4053672"/>
              <a:ext cx="132244" cy="136334"/>
            </a:xfrm>
            <a:custGeom>
              <a:avLst/>
              <a:gdLst>
                <a:gd name="T0" fmla="*/ 15 w 41"/>
                <a:gd name="T1" fmla="*/ 8 h 42"/>
                <a:gd name="T2" fmla="*/ 19 w 41"/>
                <a:gd name="T3" fmla="*/ 19 h 42"/>
                <a:gd name="T4" fmla="*/ 22 w 41"/>
                <a:gd name="T5" fmla="*/ 10 h 42"/>
                <a:gd name="T6" fmla="*/ 37 w 41"/>
                <a:gd name="T7" fmla="*/ 9 h 42"/>
                <a:gd name="T8" fmla="*/ 38 w 41"/>
                <a:gd name="T9" fmla="*/ 10 h 42"/>
                <a:gd name="T10" fmla="*/ 36 w 41"/>
                <a:gd name="T11" fmla="*/ 23 h 42"/>
                <a:gd name="T12" fmla="*/ 40 w 41"/>
                <a:gd name="T13" fmla="*/ 24 h 42"/>
                <a:gd name="T14" fmla="*/ 40 w 41"/>
                <a:gd name="T15" fmla="*/ 27 h 42"/>
                <a:gd name="T16" fmla="*/ 39 w 41"/>
                <a:gd name="T17" fmla="*/ 28 h 42"/>
                <a:gd name="T18" fmla="*/ 25 w 41"/>
                <a:gd name="T19" fmla="*/ 24 h 42"/>
                <a:gd name="T20" fmla="*/ 28 w 41"/>
                <a:gd name="T21" fmla="*/ 31 h 42"/>
                <a:gd name="T22" fmla="*/ 36 w 41"/>
                <a:gd name="T23" fmla="*/ 38 h 42"/>
                <a:gd name="T24" fmla="*/ 38 w 41"/>
                <a:gd name="T25" fmla="*/ 40 h 42"/>
                <a:gd name="T26" fmla="*/ 30 w 41"/>
                <a:gd name="T27" fmla="*/ 39 h 42"/>
                <a:gd name="T28" fmla="*/ 22 w 41"/>
                <a:gd name="T29" fmla="*/ 29 h 42"/>
                <a:gd name="T30" fmla="*/ 13 w 41"/>
                <a:gd name="T31" fmla="*/ 32 h 42"/>
                <a:gd name="T32" fmla="*/ 2 w 41"/>
                <a:gd name="T33" fmla="*/ 35 h 42"/>
                <a:gd name="T34" fmla="*/ 0 w 41"/>
                <a:gd name="T35" fmla="*/ 31 h 42"/>
                <a:gd name="T36" fmla="*/ 3 w 41"/>
                <a:gd name="T37" fmla="*/ 30 h 42"/>
                <a:gd name="T38" fmla="*/ 17 w 41"/>
                <a:gd name="T39" fmla="*/ 22 h 42"/>
                <a:gd name="T40" fmla="*/ 4 w 41"/>
                <a:gd name="T41" fmla="*/ 20 h 42"/>
                <a:gd name="T42" fmla="*/ 3 w 41"/>
                <a:gd name="T43" fmla="*/ 19 h 42"/>
                <a:gd name="T44" fmla="*/ 5 w 41"/>
                <a:gd name="T45" fmla="*/ 15 h 42"/>
                <a:gd name="T46" fmla="*/ 9 w 41"/>
                <a:gd name="T47" fmla="*/ 17 h 42"/>
                <a:gd name="T48" fmla="*/ 13 w 41"/>
                <a:gd name="T49" fmla="*/ 4 h 42"/>
                <a:gd name="T50" fmla="*/ 16 w 41"/>
                <a:gd name="T51" fmla="*/ 5 h 42"/>
                <a:gd name="T52" fmla="*/ 24 w 41"/>
                <a:gd name="T53" fmla="*/ 2 h 42"/>
                <a:gd name="T54" fmla="*/ 24 w 41"/>
                <a:gd name="T55" fmla="*/ 0 h 42"/>
                <a:gd name="T56" fmla="*/ 26 w 41"/>
                <a:gd name="T57" fmla="*/ 1 h 42"/>
                <a:gd name="T58" fmla="*/ 29 w 41"/>
                <a:gd name="T59" fmla="*/ 2 h 42"/>
                <a:gd name="T60" fmla="*/ 28 w 41"/>
                <a:gd name="T61" fmla="*/ 3 h 42"/>
                <a:gd name="T62" fmla="*/ 35 w 41"/>
                <a:gd name="T63" fmla="*/ 9 h 42"/>
                <a:gd name="T64" fmla="*/ 34 w 41"/>
                <a:gd name="T65" fmla="*/ 13 h 42"/>
                <a:gd name="T66" fmla="*/ 25 w 41"/>
                <a:gd name="T67" fmla="*/ 16 h 42"/>
                <a:gd name="T68" fmla="*/ 32 w 41"/>
                <a:gd name="T69" fmla="*/ 2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41" h="42">
                  <a:moveTo>
                    <a:pt x="22" y="10"/>
                  </a:moveTo>
                  <a:cubicBezTo>
                    <a:pt x="15" y="8"/>
                    <a:pt x="15" y="8"/>
                    <a:pt x="15" y="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20" y="18"/>
                    <a:pt x="20" y="16"/>
                    <a:pt x="21" y="15"/>
                  </a:cubicBezTo>
                  <a:cubicBezTo>
                    <a:pt x="21" y="13"/>
                    <a:pt x="22" y="12"/>
                    <a:pt x="22" y="10"/>
                  </a:cubicBezTo>
                  <a:close/>
                  <a:moveTo>
                    <a:pt x="35" y="9"/>
                  </a:moveTo>
                  <a:cubicBezTo>
                    <a:pt x="36" y="9"/>
                    <a:pt x="36" y="9"/>
                    <a:pt x="37" y="9"/>
                  </a:cubicBezTo>
                  <a:cubicBezTo>
                    <a:pt x="38" y="9"/>
                    <a:pt x="38" y="10"/>
                    <a:pt x="38" y="10"/>
                  </a:cubicBezTo>
                  <a:cubicBezTo>
                    <a:pt x="38" y="10"/>
                    <a:pt x="38" y="10"/>
                    <a:pt x="38" y="10"/>
                  </a:cubicBezTo>
                  <a:cubicBezTo>
                    <a:pt x="38" y="12"/>
                    <a:pt x="37" y="14"/>
                    <a:pt x="37" y="16"/>
                  </a:cubicBezTo>
                  <a:cubicBezTo>
                    <a:pt x="36" y="19"/>
                    <a:pt x="36" y="21"/>
                    <a:pt x="36" y="23"/>
                  </a:cubicBezTo>
                  <a:cubicBezTo>
                    <a:pt x="40" y="23"/>
                    <a:pt x="40" y="23"/>
                    <a:pt x="40" y="23"/>
                  </a:cubicBezTo>
                  <a:cubicBezTo>
                    <a:pt x="40" y="23"/>
                    <a:pt x="40" y="24"/>
                    <a:pt x="40" y="24"/>
                  </a:cubicBezTo>
                  <a:cubicBezTo>
                    <a:pt x="41" y="24"/>
                    <a:pt x="41" y="24"/>
                    <a:pt x="41" y="24"/>
                  </a:cubicBezTo>
                  <a:cubicBezTo>
                    <a:pt x="40" y="27"/>
                    <a:pt x="40" y="27"/>
                    <a:pt x="40" y="27"/>
                  </a:cubicBezTo>
                  <a:cubicBezTo>
                    <a:pt x="40" y="28"/>
                    <a:pt x="40" y="28"/>
                    <a:pt x="40" y="28"/>
                  </a:cubicBezTo>
                  <a:cubicBezTo>
                    <a:pt x="40" y="28"/>
                    <a:pt x="39" y="28"/>
                    <a:pt x="39" y="28"/>
                  </a:cubicBezTo>
                  <a:cubicBezTo>
                    <a:pt x="39" y="28"/>
                    <a:pt x="39" y="28"/>
                    <a:pt x="39" y="27"/>
                  </a:cubicBezTo>
                  <a:cubicBezTo>
                    <a:pt x="25" y="24"/>
                    <a:pt x="25" y="24"/>
                    <a:pt x="25" y="24"/>
                  </a:cubicBezTo>
                  <a:cubicBezTo>
                    <a:pt x="26" y="26"/>
                    <a:pt x="26" y="27"/>
                    <a:pt x="27" y="29"/>
                  </a:cubicBezTo>
                  <a:cubicBezTo>
                    <a:pt x="27" y="30"/>
                    <a:pt x="28" y="31"/>
                    <a:pt x="28" y="31"/>
                  </a:cubicBezTo>
                  <a:cubicBezTo>
                    <a:pt x="29" y="33"/>
                    <a:pt x="30" y="34"/>
                    <a:pt x="32" y="36"/>
                  </a:cubicBezTo>
                  <a:cubicBezTo>
                    <a:pt x="33" y="36"/>
                    <a:pt x="35" y="37"/>
                    <a:pt x="36" y="38"/>
                  </a:cubicBezTo>
                  <a:cubicBezTo>
                    <a:pt x="37" y="39"/>
                    <a:pt x="38" y="39"/>
                    <a:pt x="38" y="39"/>
                  </a:cubicBezTo>
                  <a:cubicBezTo>
                    <a:pt x="38" y="39"/>
                    <a:pt x="38" y="40"/>
                    <a:pt x="38" y="40"/>
                  </a:cubicBezTo>
                  <a:cubicBezTo>
                    <a:pt x="37" y="40"/>
                    <a:pt x="36" y="41"/>
                    <a:pt x="34" y="42"/>
                  </a:cubicBezTo>
                  <a:cubicBezTo>
                    <a:pt x="34" y="42"/>
                    <a:pt x="32" y="41"/>
                    <a:pt x="30" y="39"/>
                  </a:cubicBezTo>
                  <a:cubicBezTo>
                    <a:pt x="27" y="37"/>
                    <a:pt x="25" y="35"/>
                    <a:pt x="24" y="33"/>
                  </a:cubicBezTo>
                  <a:cubicBezTo>
                    <a:pt x="23" y="32"/>
                    <a:pt x="23" y="30"/>
                    <a:pt x="22" y="29"/>
                  </a:cubicBezTo>
                  <a:cubicBezTo>
                    <a:pt x="22" y="27"/>
                    <a:pt x="21" y="26"/>
                    <a:pt x="21" y="24"/>
                  </a:cubicBezTo>
                  <a:cubicBezTo>
                    <a:pt x="19" y="28"/>
                    <a:pt x="16" y="30"/>
                    <a:pt x="13" y="32"/>
                  </a:cubicBezTo>
                  <a:cubicBezTo>
                    <a:pt x="10" y="33"/>
                    <a:pt x="8" y="34"/>
                    <a:pt x="5" y="35"/>
                  </a:cubicBezTo>
                  <a:cubicBezTo>
                    <a:pt x="3" y="35"/>
                    <a:pt x="2" y="35"/>
                    <a:pt x="2" y="35"/>
                  </a:cubicBezTo>
                  <a:cubicBezTo>
                    <a:pt x="2" y="34"/>
                    <a:pt x="1" y="33"/>
                    <a:pt x="0" y="32"/>
                  </a:cubicBezTo>
                  <a:cubicBezTo>
                    <a:pt x="0" y="31"/>
                    <a:pt x="0" y="31"/>
                    <a:pt x="0" y="31"/>
                  </a:cubicBezTo>
                  <a:cubicBezTo>
                    <a:pt x="0" y="31"/>
                    <a:pt x="0" y="30"/>
                    <a:pt x="0" y="30"/>
                  </a:cubicBezTo>
                  <a:cubicBezTo>
                    <a:pt x="0" y="31"/>
                    <a:pt x="1" y="30"/>
                    <a:pt x="3" y="30"/>
                  </a:cubicBezTo>
                  <a:cubicBezTo>
                    <a:pt x="6" y="30"/>
                    <a:pt x="8" y="29"/>
                    <a:pt x="10" y="28"/>
                  </a:cubicBezTo>
                  <a:cubicBezTo>
                    <a:pt x="13" y="27"/>
                    <a:pt x="16" y="25"/>
                    <a:pt x="17" y="22"/>
                  </a:cubicBezTo>
                  <a:cubicBezTo>
                    <a:pt x="16" y="22"/>
                    <a:pt x="14" y="21"/>
                    <a:pt x="11" y="21"/>
                  </a:cubicBezTo>
                  <a:cubicBezTo>
                    <a:pt x="9" y="21"/>
                    <a:pt x="7" y="20"/>
                    <a:pt x="4" y="20"/>
                  </a:cubicBezTo>
                  <a:cubicBezTo>
                    <a:pt x="4" y="20"/>
                    <a:pt x="4" y="19"/>
                    <a:pt x="3" y="19"/>
                  </a:cubicBezTo>
                  <a:cubicBezTo>
                    <a:pt x="3" y="19"/>
                    <a:pt x="3" y="19"/>
                    <a:pt x="3" y="19"/>
                  </a:cubicBezTo>
                  <a:cubicBezTo>
                    <a:pt x="4" y="16"/>
                    <a:pt x="4" y="16"/>
                    <a:pt x="4" y="16"/>
                  </a:cubicBezTo>
                  <a:cubicBezTo>
                    <a:pt x="4" y="15"/>
                    <a:pt x="4" y="15"/>
                    <a:pt x="5" y="15"/>
                  </a:cubicBezTo>
                  <a:cubicBezTo>
                    <a:pt x="5" y="15"/>
                    <a:pt x="5" y="15"/>
                    <a:pt x="5" y="16"/>
                  </a:cubicBezTo>
                  <a:cubicBezTo>
                    <a:pt x="9" y="17"/>
                    <a:pt x="9" y="17"/>
                    <a:pt x="9" y="17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2" y="4"/>
                    <a:pt x="12" y="4"/>
                    <a:pt x="13" y="4"/>
                  </a:cubicBezTo>
                  <a:cubicBezTo>
                    <a:pt x="13" y="4"/>
                    <a:pt x="14" y="4"/>
                    <a:pt x="15" y="4"/>
                  </a:cubicBezTo>
                  <a:cubicBezTo>
                    <a:pt x="16" y="4"/>
                    <a:pt x="16" y="5"/>
                    <a:pt x="16" y="5"/>
                  </a:cubicBezTo>
                  <a:cubicBezTo>
                    <a:pt x="23" y="6"/>
                    <a:pt x="23" y="6"/>
                    <a:pt x="23" y="6"/>
                  </a:cubicBezTo>
                  <a:cubicBezTo>
                    <a:pt x="24" y="2"/>
                    <a:pt x="24" y="2"/>
                    <a:pt x="24" y="2"/>
                  </a:cubicBezTo>
                  <a:cubicBezTo>
                    <a:pt x="24" y="2"/>
                    <a:pt x="24" y="1"/>
                    <a:pt x="24" y="1"/>
                  </a:cubicBezTo>
                  <a:cubicBezTo>
                    <a:pt x="24" y="1"/>
                    <a:pt x="24" y="0"/>
                    <a:pt x="24" y="0"/>
                  </a:cubicBezTo>
                  <a:cubicBezTo>
                    <a:pt x="25" y="0"/>
                    <a:pt x="25" y="0"/>
                    <a:pt x="25" y="1"/>
                  </a:cubicBezTo>
                  <a:cubicBezTo>
                    <a:pt x="25" y="1"/>
                    <a:pt x="26" y="1"/>
                    <a:pt x="26" y="1"/>
                  </a:cubicBezTo>
                  <a:cubicBezTo>
                    <a:pt x="27" y="1"/>
                    <a:pt x="28" y="1"/>
                    <a:pt x="28" y="1"/>
                  </a:cubicBezTo>
                  <a:cubicBezTo>
                    <a:pt x="29" y="1"/>
                    <a:pt x="29" y="2"/>
                    <a:pt x="29" y="2"/>
                  </a:cubicBezTo>
                  <a:cubicBezTo>
                    <a:pt x="29" y="2"/>
                    <a:pt x="29" y="2"/>
                    <a:pt x="28" y="2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35" y="9"/>
                    <a:pt x="35" y="9"/>
                    <a:pt x="35" y="9"/>
                  </a:cubicBezTo>
                  <a:close/>
                  <a:moveTo>
                    <a:pt x="32" y="22"/>
                  </a:moveTo>
                  <a:cubicBezTo>
                    <a:pt x="34" y="13"/>
                    <a:pt x="34" y="13"/>
                    <a:pt x="34" y="13"/>
                  </a:cubicBezTo>
                  <a:cubicBezTo>
                    <a:pt x="26" y="11"/>
                    <a:pt x="26" y="11"/>
                    <a:pt x="26" y="11"/>
                  </a:cubicBezTo>
                  <a:cubicBezTo>
                    <a:pt x="26" y="12"/>
                    <a:pt x="25" y="14"/>
                    <a:pt x="25" y="16"/>
                  </a:cubicBezTo>
                  <a:cubicBezTo>
                    <a:pt x="24" y="17"/>
                    <a:pt x="24" y="19"/>
                    <a:pt x="23" y="20"/>
                  </a:cubicBezTo>
                  <a:lnTo>
                    <a:pt x="32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" name="iṧlíďè"/>
            <p:cNvSpPr/>
            <p:nvPr/>
          </p:nvSpPr>
          <p:spPr bwMode="auto">
            <a:xfrm>
              <a:off x="3872518" y="4083665"/>
              <a:ext cx="113157" cy="118611"/>
            </a:xfrm>
            <a:custGeom>
              <a:avLst/>
              <a:gdLst>
                <a:gd name="T0" fmla="*/ 6 w 35"/>
                <a:gd name="T1" fmla="*/ 12 h 37"/>
                <a:gd name="T2" fmla="*/ 16 w 35"/>
                <a:gd name="T3" fmla="*/ 17 h 37"/>
                <a:gd name="T4" fmla="*/ 16 w 35"/>
                <a:gd name="T5" fmla="*/ 13 h 37"/>
                <a:gd name="T6" fmla="*/ 31 w 35"/>
                <a:gd name="T7" fmla="*/ 1 h 37"/>
                <a:gd name="T8" fmla="*/ 32 w 35"/>
                <a:gd name="T9" fmla="*/ 13 h 37"/>
                <a:gd name="T10" fmla="*/ 28 w 35"/>
                <a:gd name="T11" fmla="*/ 13 h 37"/>
                <a:gd name="T12" fmla="*/ 20 w 35"/>
                <a:gd name="T13" fmla="*/ 13 h 37"/>
                <a:gd name="T14" fmla="*/ 20 w 35"/>
                <a:gd name="T15" fmla="*/ 18 h 37"/>
                <a:gd name="T16" fmla="*/ 32 w 35"/>
                <a:gd name="T17" fmla="*/ 18 h 37"/>
                <a:gd name="T18" fmla="*/ 33 w 35"/>
                <a:gd name="T19" fmla="*/ 18 h 37"/>
                <a:gd name="T20" fmla="*/ 33 w 35"/>
                <a:gd name="T21" fmla="*/ 22 h 37"/>
                <a:gd name="T22" fmla="*/ 20 w 35"/>
                <a:gd name="T23" fmla="*/ 21 h 37"/>
                <a:gd name="T24" fmla="*/ 21 w 35"/>
                <a:gd name="T25" fmla="*/ 24 h 37"/>
                <a:gd name="T26" fmla="*/ 30 w 35"/>
                <a:gd name="T27" fmla="*/ 32 h 37"/>
                <a:gd name="T28" fmla="*/ 31 w 35"/>
                <a:gd name="T29" fmla="*/ 28 h 37"/>
                <a:gd name="T30" fmla="*/ 33 w 35"/>
                <a:gd name="T31" fmla="*/ 29 h 37"/>
                <a:gd name="T32" fmla="*/ 35 w 35"/>
                <a:gd name="T33" fmla="*/ 30 h 37"/>
                <a:gd name="T34" fmla="*/ 31 w 35"/>
                <a:gd name="T35" fmla="*/ 37 h 37"/>
                <a:gd name="T36" fmla="*/ 22 w 35"/>
                <a:gd name="T37" fmla="*/ 32 h 37"/>
                <a:gd name="T38" fmla="*/ 17 w 35"/>
                <a:gd name="T39" fmla="*/ 21 h 37"/>
                <a:gd name="T40" fmla="*/ 5 w 35"/>
                <a:gd name="T41" fmla="*/ 31 h 37"/>
                <a:gd name="T42" fmla="*/ 17 w 35"/>
                <a:gd name="T43" fmla="*/ 29 h 37"/>
                <a:gd name="T44" fmla="*/ 18 w 35"/>
                <a:gd name="T45" fmla="*/ 29 h 37"/>
                <a:gd name="T46" fmla="*/ 17 w 35"/>
                <a:gd name="T47" fmla="*/ 33 h 37"/>
                <a:gd name="T48" fmla="*/ 3 w 35"/>
                <a:gd name="T49" fmla="*/ 36 h 37"/>
                <a:gd name="T50" fmla="*/ 2 w 35"/>
                <a:gd name="T51" fmla="*/ 36 h 37"/>
                <a:gd name="T52" fmla="*/ 0 w 35"/>
                <a:gd name="T53" fmla="*/ 32 h 37"/>
                <a:gd name="T54" fmla="*/ 1 w 35"/>
                <a:gd name="T55" fmla="*/ 25 h 37"/>
                <a:gd name="T56" fmla="*/ 2 w 35"/>
                <a:gd name="T57" fmla="*/ 2 h 37"/>
                <a:gd name="T58" fmla="*/ 2 w 35"/>
                <a:gd name="T59" fmla="*/ 0 h 37"/>
                <a:gd name="T60" fmla="*/ 4 w 35"/>
                <a:gd name="T61" fmla="*/ 0 h 37"/>
                <a:gd name="T62" fmla="*/ 28 w 35"/>
                <a:gd name="T63" fmla="*/ 9 h 37"/>
                <a:gd name="T64" fmla="*/ 6 w 35"/>
                <a:gd name="T65" fmla="*/ 4 h 37"/>
                <a:gd name="T66" fmla="*/ 28 w 35"/>
                <a:gd name="T67" fmla="*/ 9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35" h="37">
                  <a:moveTo>
                    <a:pt x="16" y="13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6" y="17"/>
                    <a:pt x="6" y="17"/>
                    <a:pt x="6" y="17"/>
                  </a:cubicBezTo>
                  <a:cubicBezTo>
                    <a:pt x="16" y="17"/>
                    <a:pt x="16" y="17"/>
                    <a:pt x="16" y="17"/>
                  </a:cubicBezTo>
                  <a:cubicBezTo>
                    <a:pt x="16" y="17"/>
                    <a:pt x="16" y="16"/>
                    <a:pt x="16" y="15"/>
                  </a:cubicBezTo>
                  <a:cubicBezTo>
                    <a:pt x="16" y="14"/>
                    <a:pt x="16" y="13"/>
                    <a:pt x="16" y="13"/>
                  </a:cubicBezTo>
                  <a:close/>
                  <a:moveTo>
                    <a:pt x="29" y="1"/>
                  </a:moveTo>
                  <a:cubicBezTo>
                    <a:pt x="31" y="1"/>
                    <a:pt x="31" y="1"/>
                    <a:pt x="31" y="1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8"/>
                    <a:pt x="32" y="12"/>
                    <a:pt x="32" y="13"/>
                  </a:cubicBezTo>
                  <a:cubicBezTo>
                    <a:pt x="32" y="13"/>
                    <a:pt x="31" y="13"/>
                    <a:pt x="31" y="13"/>
                  </a:cubicBezTo>
                  <a:cubicBezTo>
                    <a:pt x="28" y="13"/>
                    <a:pt x="28" y="13"/>
                    <a:pt x="28" y="13"/>
                  </a:cubicBezTo>
                  <a:cubicBezTo>
                    <a:pt x="28" y="13"/>
                    <a:pt x="28" y="13"/>
                    <a:pt x="28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0" y="14"/>
                    <a:pt x="20" y="14"/>
                    <a:pt x="20" y="15"/>
                  </a:cubicBezTo>
                  <a:cubicBezTo>
                    <a:pt x="20" y="16"/>
                    <a:pt x="20" y="17"/>
                    <a:pt x="20" y="18"/>
                  </a:cubicBezTo>
                  <a:cubicBezTo>
                    <a:pt x="22" y="18"/>
                    <a:pt x="23" y="18"/>
                    <a:pt x="24" y="18"/>
                  </a:cubicBezTo>
                  <a:cubicBezTo>
                    <a:pt x="29" y="18"/>
                    <a:pt x="32" y="18"/>
                    <a:pt x="32" y="18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3" y="22"/>
                    <a:pt x="33" y="22"/>
                    <a:pt x="33" y="22"/>
                  </a:cubicBezTo>
                  <a:cubicBezTo>
                    <a:pt x="33" y="22"/>
                    <a:pt x="33" y="22"/>
                    <a:pt x="33" y="22"/>
                  </a:cubicBezTo>
                  <a:cubicBezTo>
                    <a:pt x="33" y="22"/>
                    <a:pt x="32" y="22"/>
                    <a:pt x="32" y="22"/>
                  </a:cubicBezTo>
                  <a:cubicBezTo>
                    <a:pt x="20" y="21"/>
                    <a:pt x="20" y="21"/>
                    <a:pt x="20" y="21"/>
                  </a:cubicBezTo>
                  <a:cubicBezTo>
                    <a:pt x="21" y="22"/>
                    <a:pt x="21" y="22"/>
                    <a:pt x="21" y="23"/>
                  </a:cubicBezTo>
                  <a:cubicBezTo>
                    <a:pt x="21" y="23"/>
                    <a:pt x="21" y="24"/>
                    <a:pt x="21" y="24"/>
                  </a:cubicBezTo>
                  <a:cubicBezTo>
                    <a:pt x="22" y="26"/>
                    <a:pt x="23" y="28"/>
                    <a:pt x="25" y="29"/>
                  </a:cubicBezTo>
                  <a:cubicBezTo>
                    <a:pt x="28" y="32"/>
                    <a:pt x="29" y="32"/>
                    <a:pt x="30" y="32"/>
                  </a:cubicBezTo>
                  <a:cubicBezTo>
                    <a:pt x="30" y="32"/>
                    <a:pt x="31" y="31"/>
                    <a:pt x="31" y="29"/>
                  </a:cubicBezTo>
                  <a:cubicBezTo>
                    <a:pt x="31" y="29"/>
                    <a:pt x="31" y="29"/>
                    <a:pt x="31" y="28"/>
                  </a:cubicBezTo>
                  <a:cubicBezTo>
                    <a:pt x="31" y="28"/>
                    <a:pt x="31" y="28"/>
                    <a:pt x="31" y="28"/>
                  </a:cubicBezTo>
                  <a:cubicBezTo>
                    <a:pt x="32" y="28"/>
                    <a:pt x="33" y="29"/>
                    <a:pt x="33" y="29"/>
                  </a:cubicBezTo>
                  <a:cubicBezTo>
                    <a:pt x="34" y="29"/>
                    <a:pt x="34" y="29"/>
                    <a:pt x="35" y="29"/>
                  </a:cubicBezTo>
                  <a:cubicBezTo>
                    <a:pt x="35" y="29"/>
                    <a:pt x="35" y="30"/>
                    <a:pt x="35" y="30"/>
                  </a:cubicBezTo>
                  <a:cubicBezTo>
                    <a:pt x="35" y="31"/>
                    <a:pt x="35" y="32"/>
                    <a:pt x="34" y="34"/>
                  </a:cubicBezTo>
                  <a:cubicBezTo>
                    <a:pt x="33" y="36"/>
                    <a:pt x="32" y="37"/>
                    <a:pt x="31" y="37"/>
                  </a:cubicBezTo>
                  <a:cubicBezTo>
                    <a:pt x="30" y="37"/>
                    <a:pt x="29" y="37"/>
                    <a:pt x="28" y="36"/>
                  </a:cubicBezTo>
                  <a:cubicBezTo>
                    <a:pt x="25" y="35"/>
                    <a:pt x="23" y="34"/>
                    <a:pt x="22" y="32"/>
                  </a:cubicBezTo>
                  <a:cubicBezTo>
                    <a:pt x="20" y="30"/>
                    <a:pt x="18" y="28"/>
                    <a:pt x="17" y="25"/>
                  </a:cubicBezTo>
                  <a:cubicBezTo>
                    <a:pt x="17" y="24"/>
                    <a:pt x="17" y="22"/>
                    <a:pt x="17" y="21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31"/>
                    <a:pt x="5" y="31"/>
                    <a:pt x="5" y="31"/>
                  </a:cubicBezTo>
                  <a:cubicBezTo>
                    <a:pt x="7" y="31"/>
                    <a:pt x="9" y="31"/>
                    <a:pt x="11" y="30"/>
                  </a:cubicBezTo>
                  <a:cubicBezTo>
                    <a:pt x="12" y="30"/>
                    <a:pt x="14" y="30"/>
                    <a:pt x="17" y="29"/>
                  </a:cubicBezTo>
                  <a:cubicBezTo>
                    <a:pt x="18" y="29"/>
                    <a:pt x="18" y="29"/>
                    <a:pt x="18" y="29"/>
                  </a:cubicBezTo>
                  <a:cubicBezTo>
                    <a:pt x="18" y="29"/>
                    <a:pt x="18" y="29"/>
                    <a:pt x="18" y="29"/>
                  </a:cubicBezTo>
                  <a:cubicBezTo>
                    <a:pt x="18" y="32"/>
                    <a:pt x="18" y="32"/>
                    <a:pt x="18" y="32"/>
                  </a:cubicBezTo>
                  <a:cubicBezTo>
                    <a:pt x="18" y="33"/>
                    <a:pt x="18" y="33"/>
                    <a:pt x="17" y="33"/>
                  </a:cubicBezTo>
                  <a:cubicBezTo>
                    <a:pt x="15" y="33"/>
                    <a:pt x="13" y="34"/>
                    <a:pt x="11" y="34"/>
                  </a:cubicBezTo>
                  <a:cubicBezTo>
                    <a:pt x="8" y="35"/>
                    <a:pt x="6" y="35"/>
                    <a:pt x="3" y="36"/>
                  </a:cubicBezTo>
                  <a:cubicBezTo>
                    <a:pt x="3" y="36"/>
                    <a:pt x="3" y="36"/>
                    <a:pt x="3" y="36"/>
                  </a:cubicBezTo>
                  <a:cubicBezTo>
                    <a:pt x="3" y="36"/>
                    <a:pt x="2" y="36"/>
                    <a:pt x="2" y="36"/>
                  </a:cubicBezTo>
                  <a:cubicBezTo>
                    <a:pt x="2" y="36"/>
                    <a:pt x="1" y="36"/>
                    <a:pt x="1" y="34"/>
                  </a:cubicBezTo>
                  <a:cubicBezTo>
                    <a:pt x="0" y="33"/>
                    <a:pt x="0" y="32"/>
                    <a:pt x="0" y="32"/>
                  </a:cubicBezTo>
                  <a:cubicBezTo>
                    <a:pt x="0" y="32"/>
                    <a:pt x="1" y="31"/>
                    <a:pt x="1" y="30"/>
                  </a:cubicBezTo>
                  <a:cubicBezTo>
                    <a:pt x="1" y="29"/>
                    <a:pt x="1" y="27"/>
                    <a:pt x="1" y="25"/>
                  </a:cubicBezTo>
                  <a:cubicBezTo>
                    <a:pt x="1" y="22"/>
                    <a:pt x="1" y="19"/>
                    <a:pt x="1" y="15"/>
                  </a:cubicBezTo>
                  <a:cubicBezTo>
                    <a:pt x="1" y="11"/>
                    <a:pt x="2" y="6"/>
                    <a:pt x="2" y="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0"/>
                    <a:pt x="3" y="0"/>
                    <a:pt x="4" y="0"/>
                  </a:cubicBezTo>
                  <a:cubicBezTo>
                    <a:pt x="29" y="1"/>
                    <a:pt x="29" y="1"/>
                    <a:pt x="29" y="1"/>
                  </a:cubicBezTo>
                  <a:close/>
                  <a:moveTo>
                    <a:pt x="28" y="9"/>
                  </a:moveTo>
                  <a:cubicBezTo>
                    <a:pt x="28" y="5"/>
                    <a:pt x="28" y="5"/>
                    <a:pt x="28" y="5"/>
                  </a:cubicBezTo>
                  <a:cubicBezTo>
                    <a:pt x="6" y="4"/>
                    <a:pt x="6" y="4"/>
                    <a:pt x="6" y="4"/>
                  </a:cubicBezTo>
                  <a:cubicBezTo>
                    <a:pt x="6" y="8"/>
                    <a:pt x="6" y="8"/>
                    <a:pt x="6" y="8"/>
                  </a:cubicBezTo>
                  <a:lnTo>
                    <a:pt x="28" y="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" name="ïṣḷiḋè"/>
            <p:cNvSpPr/>
            <p:nvPr/>
          </p:nvSpPr>
          <p:spPr bwMode="auto">
            <a:xfrm>
              <a:off x="4011579" y="4076849"/>
              <a:ext cx="134971" cy="125427"/>
            </a:xfrm>
            <a:custGeom>
              <a:avLst/>
              <a:gdLst>
                <a:gd name="T0" fmla="*/ 1 w 42"/>
                <a:gd name="T1" fmla="*/ 11 h 39"/>
                <a:gd name="T2" fmla="*/ 1 w 42"/>
                <a:gd name="T3" fmla="*/ 7 h 39"/>
                <a:gd name="T4" fmla="*/ 9 w 42"/>
                <a:gd name="T5" fmla="*/ 7 h 39"/>
                <a:gd name="T6" fmla="*/ 17 w 42"/>
                <a:gd name="T7" fmla="*/ 6 h 39"/>
                <a:gd name="T8" fmla="*/ 17 w 42"/>
                <a:gd name="T9" fmla="*/ 10 h 39"/>
                <a:gd name="T10" fmla="*/ 9 w 42"/>
                <a:gd name="T11" fmla="*/ 10 h 39"/>
                <a:gd name="T12" fmla="*/ 9 w 42"/>
                <a:gd name="T13" fmla="*/ 15 h 39"/>
                <a:gd name="T14" fmla="*/ 16 w 42"/>
                <a:gd name="T15" fmla="*/ 16 h 39"/>
                <a:gd name="T16" fmla="*/ 14 w 42"/>
                <a:gd name="T17" fmla="*/ 37 h 39"/>
                <a:gd name="T18" fmla="*/ 9 w 42"/>
                <a:gd name="T19" fmla="*/ 36 h 39"/>
                <a:gd name="T20" fmla="*/ 9 w 42"/>
                <a:gd name="T21" fmla="*/ 35 h 39"/>
                <a:gd name="T22" fmla="*/ 12 w 42"/>
                <a:gd name="T23" fmla="*/ 34 h 39"/>
                <a:gd name="T24" fmla="*/ 13 w 42"/>
                <a:gd name="T25" fmla="*/ 18 h 39"/>
                <a:gd name="T26" fmla="*/ 9 w 42"/>
                <a:gd name="T27" fmla="*/ 25 h 39"/>
                <a:gd name="T28" fmla="*/ 7 w 42"/>
                <a:gd name="T29" fmla="*/ 39 h 39"/>
                <a:gd name="T30" fmla="*/ 4 w 42"/>
                <a:gd name="T31" fmla="*/ 35 h 39"/>
                <a:gd name="T32" fmla="*/ 5 w 42"/>
                <a:gd name="T33" fmla="*/ 19 h 39"/>
                <a:gd name="T34" fmla="*/ 10 w 42"/>
                <a:gd name="T35" fmla="*/ 3 h 39"/>
                <a:gd name="T36" fmla="*/ 6 w 42"/>
                <a:gd name="T37" fmla="*/ 0 h 39"/>
                <a:gd name="T38" fmla="*/ 7 w 42"/>
                <a:gd name="T39" fmla="*/ 6 h 39"/>
                <a:gd name="T40" fmla="*/ 11 w 42"/>
                <a:gd name="T41" fmla="*/ 5 h 39"/>
                <a:gd name="T42" fmla="*/ 33 w 42"/>
                <a:gd name="T43" fmla="*/ 13 h 39"/>
                <a:gd name="T44" fmla="*/ 37 w 42"/>
                <a:gd name="T45" fmla="*/ 13 h 39"/>
                <a:gd name="T46" fmla="*/ 37 w 42"/>
                <a:gd name="T47" fmla="*/ 16 h 39"/>
                <a:gd name="T48" fmla="*/ 32 w 42"/>
                <a:gd name="T49" fmla="*/ 17 h 39"/>
                <a:gd name="T50" fmla="*/ 36 w 42"/>
                <a:gd name="T51" fmla="*/ 21 h 39"/>
                <a:gd name="T52" fmla="*/ 40 w 42"/>
                <a:gd name="T53" fmla="*/ 21 h 39"/>
                <a:gd name="T54" fmla="*/ 40 w 42"/>
                <a:gd name="T55" fmla="*/ 25 h 39"/>
                <a:gd name="T56" fmla="*/ 34 w 42"/>
                <a:gd name="T57" fmla="*/ 27 h 39"/>
                <a:gd name="T58" fmla="*/ 41 w 42"/>
                <a:gd name="T59" fmla="*/ 33 h 39"/>
                <a:gd name="T60" fmla="*/ 40 w 42"/>
                <a:gd name="T61" fmla="*/ 36 h 39"/>
                <a:gd name="T62" fmla="*/ 33 w 42"/>
                <a:gd name="T63" fmla="*/ 31 h 39"/>
                <a:gd name="T64" fmla="*/ 24 w 42"/>
                <a:gd name="T65" fmla="*/ 37 h 39"/>
                <a:gd name="T66" fmla="*/ 19 w 42"/>
                <a:gd name="T67" fmla="*/ 35 h 39"/>
                <a:gd name="T68" fmla="*/ 27 w 42"/>
                <a:gd name="T69" fmla="*/ 28 h 39"/>
                <a:gd name="T70" fmla="*/ 24 w 42"/>
                <a:gd name="T71" fmla="*/ 26 h 39"/>
                <a:gd name="T72" fmla="*/ 20 w 42"/>
                <a:gd name="T73" fmla="*/ 26 h 39"/>
                <a:gd name="T74" fmla="*/ 20 w 42"/>
                <a:gd name="T75" fmla="*/ 22 h 39"/>
                <a:gd name="T76" fmla="*/ 28 w 42"/>
                <a:gd name="T77" fmla="*/ 20 h 39"/>
                <a:gd name="T78" fmla="*/ 26 w 42"/>
                <a:gd name="T79" fmla="*/ 17 h 39"/>
                <a:gd name="T80" fmla="*/ 21 w 42"/>
                <a:gd name="T81" fmla="*/ 20 h 39"/>
                <a:gd name="T82" fmla="*/ 23 w 42"/>
                <a:gd name="T83" fmla="*/ 15 h 39"/>
                <a:gd name="T84" fmla="*/ 24 w 42"/>
                <a:gd name="T85" fmla="*/ 10 h 39"/>
                <a:gd name="T86" fmla="*/ 28 w 42"/>
                <a:gd name="T87" fmla="*/ 12 h 39"/>
                <a:gd name="T88" fmla="*/ 24 w 42"/>
                <a:gd name="T89" fmla="*/ 4 h 39"/>
                <a:gd name="T90" fmla="*/ 24 w 42"/>
                <a:gd name="T91" fmla="*/ 1 h 39"/>
                <a:gd name="T92" fmla="*/ 20 w 42"/>
                <a:gd name="T93" fmla="*/ 0 h 39"/>
                <a:gd name="T94" fmla="*/ 19 w 42"/>
                <a:gd name="T95" fmla="*/ 8 h 39"/>
                <a:gd name="T96" fmla="*/ 17 w 42"/>
                <a:gd name="T97" fmla="*/ 14 h 39"/>
                <a:gd name="T98" fmla="*/ 23 w 42"/>
                <a:gd name="T99" fmla="*/ 9 h 39"/>
                <a:gd name="T100" fmla="*/ 30 w 42"/>
                <a:gd name="T101" fmla="*/ 7 h 39"/>
                <a:gd name="T102" fmla="*/ 38 w 42"/>
                <a:gd name="T103" fmla="*/ 7 h 39"/>
                <a:gd name="T104" fmla="*/ 38 w 42"/>
                <a:gd name="T105" fmla="*/ 3 h 39"/>
                <a:gd name="T106" fmla="*/ 30 w 42"/>
                <a:gd name="T107" fmla="*/ 4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2" h="39">
                  <a:moveTo>
                    <a:pt x="4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7"/>
                    <a:pt x="0" y="7"/>
                    <a:pt x="1" y="7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2" y="7"/>
                    <a:pt x="3" y="7"/>
                    <a:pt x="5" y="7"/>
                  </a:cubicBezTo>
                  <a:cubicBezTo>
                    <a:pt x="7" y="7"/>
                    <a:pt x="8" y="7"/>
                    <a:pt x="9" y="7"/>
                  </a:cubicBezTo>
                  <a:cubicBezTo>
                    <a:pt x="10" y="6"/>
                    <a:pt x="11" y="6"/>
                    <a:pt x="13" y="6"/>
                  </a:cubicBezTo>
                  <a:cubicBezTo>
                    <a:pt x="14" y="6"/>
                    <a:pt x="15" y="6"/>
                    <a:pt x="16" y="6"/>
                  </a:cubicBezTo>
                  <a:cubicBezTo>
                    <a:pt x="16" y="6"/>
                    <a:pt x="17" y="6"/>
                    <a:pt x="17" y="6"/>
                  </a:cubicBezTo>
                  <a:cubicBezTo>
                    <a:pt x="17" y="6"/>
                    <a:pt x="17" y="6"/>
                    <a:pt x="17" y="6"/>
                  </a:cubicBezTo>
                  <a:cubicBezTo>
                    <a:pt x="17" y="10"/>
                    <a:pt x="17" y="10"/>
                    <a:pt x="17" y="10"/>
                  </a:cubicBezTo>
                  <a:cubicBezTo>
                    <a:pt x="17" y="10"/>
                    <a:pt x="17" y="10"/>
                    <a:pt x="17" y="10"/>
                  </a:cubicBezTo>
                  <a:cubicBezTo>
                    <a:pt x="17" y="10"/>
                    <a:pt x="16" y="10"/>
                    <a:pt x="16" y="10"/>
                  </a:cubicBezTo>
                  <a:cubicBezTo>
                    <a:pt x="15" y="10"/>
                    <a:pt x="14" y="10"/>
                    <a:pt x="12" y="10"/>
                  </a:cubicBezTo>
                  <a:cubicBezTo>
                    <a:pt x="10" y="10"/>
                    <a:pt x="9" y="10"/>
                    <a:pt x="9" y="10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8" y="11"/>
                    <a:pt x="8" y="12"/>
                    <a:pt x="8" y="12"/>
                  </a:cubicBezTo>
                  <a:cubicBezTo>
                    <a:pt x="8" y="13"/>
                    <a:pt x="9" y="14"/>
                    <a:pt x="9" y="15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6" y="14"/>
                    <a:pt x="16" y="15"/>
                    <a:pt x="16" y="16"/>
                  </a:cubicBezTo>
                  <a:cubicBezTo>
                    <a:pt x="17" y="19"/>
                    <a:pt x="17" y="22"/>
                    <a:pt x="17" y="26"/>
                  </a:cubicBezTo>
                  <a:cubicBezTo>
                    <a:pt x="17" y="31"/>
                    <a:pt x="17" y="33"/>
                    <a:pt x="17" y="34"/>
                  </a:cubicBezTo>
                  <a:cubicBezTo>
                    <a:pt x="16" y="36"/>
                    <a:pt x="16" y="37"/>
                    <a:pt x="14" y="37"/>
                  </a:cubicBezTo>
                  <a:cubicBezTo>
                    <a:pt x="13" y="38"/>
                    <a:pt x="12" y="38"/>
                    <a:pt x="11" y="38"/>
                  </a:cubicBezTo>
                  <a:cubicBezTo>
                    <a:pt x="10" y="38"/>
                    <a:pt x="10" y="38"/>
                    <a:pt x="10" y="38"/>
                  </a:cubicBezTo>
                  <a:cubicBezTo>
                    <a:pt x="9" y="38"/>
                    <a:pt x="9" y="37"/>
                    <a:pt x="9" y="36"/>
                  </a:cubicBezTo>
                  <a:cubicBezTo>
                    <a:pt x="9" y="36"/>
                    <a:pt x="8" y="35"/>
                    <a:pt x="8" y="35"/>
                  </a:cubicBezTo>
                  <a:cubicBezTo>
                    <a:pt x="8" y="35"/>
                    <a:pt x="8" y="35"/>
                    <a:pt x="8" y="35"/>
                  </a:cubicBezTo>
                  <a:cubicBezTo>
                    <a:pt x="8" y="35"/>
                    <a:pt x="8" y="35"/>
                    <a:pt x="9" y="35"/>
                  </a:cubicBezTo>
                  <a:cubicBezTo>
                    <a:pt x="9" y="35"/>
                    <a:pt x="9" y="35"/>
                    <a:pt x="9" y="35"/>
                  </a:cubicBezTo>
                  <a:cubicBezTo>
                    <a:pt x="10" y="35"/>
                    <a:pt x="10" y="35"/>
                    <a:pt x="10" y="35"/>
                  </a:cubicBezTo>
                  <a:cubicBezTo>
                    <a:pt x="11" y="35"/>
                    <a:pt x="11" y="35"/>
                    <a:pt x="12" y="34"/>
                  </a:cubicBezTo>
                  <a:cubicBezTo>
                    <a:pt x="12" y="34"/>
                    <a:pt x="13" y="34"/>
                    <a:pt x="13" y="33"/>
                  </a:cubicBezTo>
                  <a:cubicBezTo>
                    <a:pt x="13" y="32"/>
                    <a:pt x="13" y="29"/>
                    <a:pt x="13" y="25"/>
                  </a:cubicBezTo>
                  <a:cubicBezTo>
                    <a:pt x="13" y="23"/>
                    <a:pt x="13" y="20"/>
                    <a:pt x="13" y="18"/>
                  </a:cubicBezTo>
                  <a:cubicBezTo>
                    <a:pt x="9" y="19"/>
                    <a:pt x="9" y="19"/>
                    <a:pt x="9" y="19"/>
                  </a:cubicBezTo>
                  <a:cubicBezTo>
                    <a:pt x="9" y="19"/>
                    <a:pt x="9" y="19"/>
                    <a:pt x="9" y="19"/>
                  </a:cubicBezTo>
                  <a:cubicBezTo>
                    <a:pt x="9" y="20"/>
                    <a:pt x="9" y="23"/>
                    <a:pt x="9" y="25"/>
                  </a:cubicBezTo>
                  <a:cubicBezTo>
                    <a:pt x="9" y="28"/>
                    <a:pt x="9" y="31"/>
                    <a:pt x="9" y="32"/>
                  </a:cubicBezTo>
                  <a:cubicBezTo>
                    <a:pt x="8" y="35"/>
                    <a:pt x="8" y="36"/>
                    <a:pt x="7" y="38"/>
                  </a:cubicBezTo>
                  <a:cubicBezTo>
                    <a:pt x="7" y="38"/>
                    <a:pt x="7" y="38"/>
                    <a:pt x="7" y="39"/>
                  </a:cubicBezTo>
                  <a:cubicBezTo>
                    <a:pt x="6" y="38"/>
                    <a:pt x="5" y="38"/>
                    <a:pt x="4" y="38"/>
                  </a:cubicBezTo>
                  <a:cubicBezTo>
                    <a:pt x="3" y="37"/>
                    <a:pt x="3" y="37"/>
                    <a:pt x="3" y="37"/>
                  </a:cubicBezTo>
                  <a:cubicBezTo>
                    <a:pt x="3" y="36"/>
                    <a:pt x="4" y="36"/>
                    <a:pt x="4" y="35"/>
                  </a:cubicBezTo>
                  <a:cubicBezTo>
                    <a:pt x="4" y="34"/>
                    <a:pt x="4" y="33"/>
                    <a:pt x="5" y="31"/>
                  </a:cubicBezTo>
                  <a:cubicBezTo>
                    <a:pt x="5" y="30"/>
                    <a:pt x="5" y="28"/>
                    <a:pt x="5" y="26"/>
                  </a:cubicBezTo>
                  <a:cubicBezTo>
                    <a:pt x="5" y="24"/>
                    <a:pt x="5" y="22"/>
                    <a:pt x="5" y="19"/>
                  </a:cubicBezTo>
                  <a:cubicBezTo>
                    <a:pt x="4" y="11"/>
                    <a:pt x="4" y="11"/>
                    <a:pt x="4" y="11"/>
                  </a:cubicBezTo>
                  <a:close/>
                  <a:moveTo>
                    <a:pt x="11" y="5"/>
                  </a:moveTo>
                  <a:cubicBezTo>
                    <a:pt x="11" y="5"/>
                    <a:pt x="11" y="5"/>
                    <a:pt x="10" y="3"/>
                  </a:cubicBezTo>
                  <a:cubicBezTo>
                    <a:pt x="10" y="2"/>
                    <a:pt x="9" y="1"/>
                    <a:pt x="8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0"/>
                    <a:pt x="5" y="0"/>
                    <a:pt x="4" y="1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5" y="2"/>
                    <a:pt x="6" y="4"/>
                    <a:pt x="7" y="6"/>
                  </a:cubicBezTo>
                  <a:cubicBezTo>
                    <a:pt x="7" y="6"/>
                    <a:pt x="7" y="6"/>
                    <a:pt x="7" y="6"/>
                  </a:cubicBezTo>
                  <a:cubicBezTo>
                    <a:pt x="8" y="6"/>
                    <a:pt x="8" y="6"/>
                    <a:pt x="9" y="6"/>
                  </a:cubicBezTo>
                  <a:cubicBezTo>
                    <a:pt x="10" y="6"/>
                    <a:pt x="11" y="6"/>
                    <a:pt x="11" y="5"/>
                  </a:cubicBezTo>
                  <a:close/>
                  <a:moveTo>
                    <a:pt x="27" y="13"/>
                  </a:moveTo>
                  <a:cubicBezTo>
                    <a:pt x="30" y="13"/>
                    <a:pt x="30" y="13"/>
                    <a:pt x="30" y="13"/>
                  </a:cubicBezTo>
                  <a:cubicBezTo>
                    <a:pt x="31" y="13"/>
                    <a:pt x="32" y="13"/>
                    <a:pt x="33" y="13"/>
                  </a:cubicBezTo>
                  <a:cubicBezTo>
                    <a:pt x="35" y="13"/>
                    <a:pt x="36" y="13"/>
                    <a:pt x="36" y="13"/>
                  </a:cubicBezTo>
                  <a:cubicBezTo>
                    <a:pt x="36" y="12"/>
                    <a:pt x="37" y="12"/>
                    <a:pt x="37" y="12"/>
                  </a:cubicBezTo>
                  <a:cubicBezTo>
                    <a:pt x="37" y="12"/>
                    <a:pt x="37" y="13"/>
                    <a:pt x="37" y="1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6" y="17"/>
                    <a:pt x="35" y="17"/>
                    <a:pt x="34" y="17"/>
                  </a:cubicBezTo>
                  <a:cubicBezTo>
                    <a:pt x="33" y="17"/>
                    <a:pt x="32" y="17"/>
                    <a:pt x="32" y="17"/>
                  </a:cubicBezTo>
                  <a:cubicBezTo>
                    <a:pt x="32" y="17"/>
                    <a:pt x="32" y="17"/>
                    <a:pt x="32" y="17"/>
                  </a:cubicBezTo>
                  <a:cubicBezTo>
                    <a:pt x="32" y="18"/>
                    <a:pt x="32" y="19"/>
                    <a:pt x="32" y="20"/>
                  </a:cubicBezTo>
                  <a:cubicBezTo>
                    <a:pt x="32" y="21"/>
                    <a:pt x="32" y="21"/>
                    <a:pt x="32" y="22"/>
                  </a:cubicBezTo>
                  <a:cubicBezTo>
                    <a:pt x="33" y="22"/>
                    <a:pt x="35" y="21"/>
                    <a:pt x="36" y="21"/>
                  </a:cubicBezTo>
                  <a:cubicBezTo>
                    <a:pt x="37" y="21"/>
                    <a:pt x="38" y="21"/>
                    <a:pt x="39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5"/>
                    <a:pt x="41" y="25"/>
                    <a:pt x="41" y="25"/>
                  </a:cubicBezTo>
                  <a:cubicBezTo>
                    <a:pt x="41" y="25"/>
                    <a:pt x="41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8" y="25"/>
                    <a:pt x="37" y="25"/>
                    <a:pt x="36" y="25"/>
                  </a:cubicBezTo>
                  <a:cubicBezTo>
                    <a:pt x="35" y="25"/>
                    <a:pt x="34" y="25"/>
                    <a:pt x="33" y="25"/>
                  </a:cubicBezTo>
                  <a:cubicBezTo>
                    <a:pt x="34" y="26"/>
                    <a:pt x="34" y="27"/>
                    <a:pt x="34" y="27"/>
                  </a:cubicBezTo>
                  <a:cubicBezTo>
                    <a:pt x="35" y="29"/>
                    <a:pt x="36" y="29"/>
                    <a:pt x="37" y="30"/>
                  </a:cubicBezTo>
                  <a:cubicBezTo>
                    <a:pt x="38" y="31"/>
                    <a:pt x="39" y="32"/>
                    <a:pt x="40" y="32"/>
                  </a:cubicBezTo>
                  <a:cubicBezTo>
                    <a:pt x="40" y="32"/>
                    <a:pt x="41" y="33"/>
                    <a:pt x="41" y="33"/>
                  </a:cubicBezTo>
                  <a:cubicBezTo>
                    <a:pt x="42" y="33"/>
                    <a:pt x="42" y="33"/>
                    <a:pt x="42" y="33"/>
                  </a:cubicBezTo>
                  <a:cubicBezTo>
                    <a:pt x="42" y="34"/>
                    <a:pt x="42" y="34"/>
                    <a:pt x="41" y="34"/>
                  </a:cubicBezTo>
                  <a:cubicBezTo>
                    <a:pt x="40" y="35"/>
                    <a:pt x="40" y="36"/>
                    <a:pt x="40" y="36"/>
                  </a:cubicBezTo>
                  <a:cubicBezTo>
                    <a:pt x="39" y="36"/>
                    <a:pt x="38" y="36"/>
                    <a:pt x="38" y="36"/>
                  </a:cubicBezTo>
                  <a:cubicBezTo>
                    <a:pt x="36" y="35"/>
                    <a:pt x="35" y="34"/>
                    <a:pt x="34" y="33"/>
                  </a:cubicBezTo>
                  <a:cubicBezTo>
                    <a:pt x="34" y="33"/>
                    <a:pt x="33" y="32"/>
                    <a:pt x="33" y="31"/>
                  </a:cubicBezTo>
                  <a:cubicBezTo>
                    <a:pt x="32" y="31"/>
                    <a:pt x="32" y="30"/>
                    <a:pt x="31" y="29"/>
                  </a:cubicBezTo>
                  <a:cubicBezTo>
                    <a:pt x="30" y="31"/>
                    <a:pt x="29" y="33"/>
                    <a:pt x="28" y="34"/>
                  </a:cubicBezTo>
                  <a:cubicBezTo>
                    <a:pt x="27" y="36"/>
                    <a:pt x="25" y="36"/>
                    <a:pt x="24" y="37"/>
                  </a:cubicBezTo>
                  <a:cubicBezTo>
                    <a:pt x="22" y="38"/>
                    <a:pt x="22" y="38"/>
                    <a:pt x="22" y="38"/>
                  </a:cubicBezTo>
                  <a:cubicBezTo>
                    <a:pt x="21" y="37"/>
                    <a:pt x="21" y="37"/>
                    <a:pt x="20" y="36"/>
                  </a:cubicBezTo>
                  <a:cubicBezTo>
                    <a:pt x="19" y="35"/>
                    <a:pt x="19" y="35"/>
                    <a:pt x="19" y="35"/>
                  </a:cubicBezTo>
                  <a:cubicBezTo>
                    <a:pt x="19" y="35"/>
                    <a:pt x="19" y="34"/>
                    <a:pt x="20" y="34"/>
                  </a:cubicBezTo>
                  <a:cubicBezTo>
                    <a:pt x="21" y="34"/>
                    <a:pt x="22" y="33"/>
                    <a:pt x="23" y="33"/>
                  </a:cubicBezTo>
                  <a:cubicBezTo>
                    <a:pt x="25" y="32"/>
                    <a:pt x="27" y="30"/>
                    <a:pt x="27" y="28"/>
                  </a:cubicBezTo>
                  <a:cubicBezTo>
                    <a:pt x="27" y="28"/>
                    <a:pt x="28" y="27"/>
                    <a:pt x="28" y="27"/>
                  </a:cubicBezTo>
                  <a:cubicBezTo>
                    <a:pt x="28" y="27"/>
                    <a:pt x="28" y="26"/>
                    <a:pt x="28" y="26"/>
                  </a:cubicBezTo>
                  <a:cubicBezTo>
                    <a:pt x="26" y="26"/>
                    <a:pt x="25" y="26"/>
                    <a:pt x="24" y="26"/>
                  </a:cubicBezTo>
                  <a:cubicBezTo>
                    <a:pt x="23" y="26"/>
                    <a:pt x="22" y="26"/>
                    <a:pt x="21" y="27"/>
                  </a:cubicBezTo>
                  <a:cubicBezTo>
                    <a:pt x="20" y="27"/>
                    <a:pt x="20" y="27"/>
                    <a:pt x="20" y="27"/>
                  </a:cubicBezTo>
                  <a:cubicBezTo>
                    <a:pt x="20" y="27"/>
                    <a:pt x="20" y="27"/>
                    <a:pt x="20" y="26"/>
                  </a:cubicBezTo>
                  <a:cubicBezTo>
                    <a:pt x="20" y="23"/>
                    <a:pt x="20" y="23"/>
                    <a:pt x="20" y="23"/>
                  </a:cubicBezTo>
                  <a:cubicBezTo>
                    <a:pt x="20" y="23"/>
                    <a:pt x="20" y="22"/>
                    <a:pt x="20" y="22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22" y="22"/>
                    <a:pt x="23" y="22"/>
                    <a:pt x="25" y="22"/>
                  </a:cubicBezTo>
                  <a:cubicBezTo>
                    <a:pt x="26" y="22"/>
                    <a:pt x="27" y="22"/>
                    <a:pt x="28" y="22"/>
                  </a:cubicBezTo>
                  <a:cubicBezTo>
                    <a:pt x="28" y="21"/>
                    <a:pt x="28" y="21"/>
                    <a:pt x="28" y="20"/>
                  </a:cubicBezTo>
                  <a:cubicBezTo>
                    <a:pt x="28" y="19"/>
                    <a:pt x="28" y="19"/>
                    <a:pt x="28" y="18"/>
                  </a:cubicBezTo>
                  <a:cubicBezTo>
                    <a:pt x="28" y="18"/>
                    <a:pt x="28" y="17"/>
                    <a:pt x="28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20"/>
                    <a:pt x="24" y="21"/>
                    <a:pt x="24" y="21"/>
                  </a:cubicBezTo>
                  <a:cubicBezTo>
                    <a:pt x="24" y="21"/>
                    <a:pt x="23" y="21"/>
                    <a:pt x="23" y="21"/>
                  </a:cubicBezTo>
                  <a:cubicBezTo>
                    <a:pt x="23" y="21"/>
                    <a:pt x="22" y="21"/>
                    <a:pt x="21" y="20"/>
                  </a:cubicBezTo>
                  <a:cubicBezTo>
                    <a:pt x="21" y="20"/>
                    <a:pt x="20" y="20"/>
                    <a:pt x="20" y="20"/>
                  </a:cubicBezTo>
                  <a:cubicBezTo>
                    <a:pt x="20" y="19"/>
                    <a:pt x="21" y="19"/>
                    <a:pt x="21" y="18"/>
                  </a:cubicBezTo>
                  <a:cubicBezTo>
                    <a:pt x="22" y="17"/>
                    <a:pt x="22" y="16"/>
                    <a:pt x="23" y="15"/>
                  </a:cubicBezTo>
                  <a:cubicBezTo>
                    <a:pt x="23" y="13"/>
                    <a:pt x="24" y="11"/>
                    <a:pt x="24" y="11"/>
                  </a:cubicBezTo>
                  <a:cubicBezTo>
                    <a:pt x="24" y="11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5" y="10"/>
                    <a:pt x="26" y="10"/>
                    <a:pt x="27" y="10"/>
                  </a:cubicBezTo>
                  <a:cubicBezTo>
                    <a:pt x="28" y="11"/>
                    <a:pt x="28" y="11"/>
                    <a:pt x="28" y="11"/>
                  </a:cubicBezTo>
                  <a:cubicBezTo>
                    <a:pt x="28" y="11"/>
                    <a:pt x="28" y="12"/>
                    <a:pt x="28" y="12"/>
                  </a:cubicBezTo>
                  <a:cubicBezTo>
                    <a:pt x="28" y="12"/>
                    <a:pt x="28" y="12"/>
                    <a:pt x="28" y="12"/>
                  </a:cubicBezTo>
                  <a:cubicBezTo>
                    <a:pt x="27" y="13"/>
                    <a:pt x="27" y="13"/>
                    <a:pt x="27" y="13"/>
                  </a:cubicBezTo>
                  <a:close/>
                  <a:moveTo>
                    <a:pt x="24" y="4"/>
                  </a:moveTo>
                  <a:cubicBezTo>
                    <a:pt x="24" y="3"/>
                    <a:pt x="24" y="3"/>
                    <a:pt x="24" y="3"/>
                  </a:cubicBezTo>
                  <a:cubicBezTo>
                    <a:pt x="24" y="2"/>
                    <a:pt x="24" y="2"/>
                    <a:pt x="24" y="2"/>
                  </a:cubicBezTo>
                  <a:cubicBezTo>
                    <a:pt x="24" y="1"/>
                    <a:pt x="24" y="1"/>
                    <a:pt x="24" y="1"/>
                  </a:cubicBezTo>
                  <a:cubicBezTo>
                    <a:pt x="24" y="0"/>
                    <a:pt x="24" y="0"/>
                    <a:pt x="23" y="0"/>
                  </a:cubicBezTo>
                  <a:cubicBezTo>
                    <a:pt x="21" y="0"/>
                    <a:pt x="20" y="0"/>
                    <a:pt x="20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20" y="1"/>
                    <a:pt x="20" y="1"/>
                    <a:pt x="20" y="1"/>
                  </a:cubicBezTo>
                  <a:cubicBezTo>
                    <a:pt x="20" y="2"/>
                    <a:pt x="20" y="3"/>
                    <a:pt x="20" y="4"/>
                  </a:cubicBezTo>
                  <a:cubicBezTo>
                    <a:pt x="19" y="5"/>
                    <a:pt x="19" y="6"/>
                    <a:pt x="19" y="8"/>
                  </a:cubicBezTo>
                  <a:cubicBezTo>
                    <a:pt x="19" y="9"/>
                    <a:pt x="18" y="10"/>
                    <a:pt x="17" y="11"/>
                  </a:cubicBezTo>
                  <a:cubicBezTo>
                    <a:pt x="17" y="12"/>
                    <a:pt x="16" y="13"/>
                    <a:pt x="16" y="14"/>
                  </a:cubicBezTo>
                  <a:cubicBezTo>
                    <a:pt x="16" y="14"/>
                    <a:pt x="17" y="14"/>
                    <a:pt x="17" y="14"/>
                  </a:cubicBezTo>
                  <a:cubicBezTo>
                    <a:pt x="19" y="15"/>
                    <a:pt x="19" y="15"/>
                    <a:pt x="20" y="15"/>
                  </a:cubicBezTo>
                  <a:cubicBezTo>
                    <a:pt x="20" y="15"/>
                    <a:pt x="20" y="14"/>
                    <a:pt x="21" y="13"/>
                  </a:cubicBezTo>
                  <a:cubicBezTo>
                    <a:pt x="22" y="11"/>
                    <a:pt x="22" y="10"/>
                    <a:pt x="23" y="9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8"/>
                    <a:pt x="26" y="8"/>
                    <a:pt x="27" y="8"/>
                  </a:cubicBezTo>
                  <a:cubicBezTo>
                    <a:pt x="28" y="8"/>
                    <a:pt x="29" y="7"/>
                    <a:pt x="30" y="7"/>
                  </a:cubicBezTo>
                  <a:cubicBezTo>
                    <a:pt x="31" y="7"/>
                    <a:pt x="32" y="7"/>
                    <a:pt x="34" y="7"/>
                  </a:cubicBezTo>
                  <a:cubicBezTo>
                    <a:pt x="36" y="7"/>
                    <a:pt x="37" y="7"/>
                    <a:pt x="37" y="7"/>
                  </a:cubicBezTo>
                  <a:cubicBezTo>
                    <a:pt x="37" y="7"/>
                    <a:pt x="38" y="7"/>
                    <a:pt x="38" y="7"/>
                  </a:cubicBezTo>
                  <a:cubicBezTo>
                    <a:pt x="38" y="7"/>
                    <a:pt x="38" y="7"/>
                    <a:pt x="38" y="7"/>
                  </a:cubicBezTo>
                  <a:cubicBezTo>
                    <a:pt x="38" y="3"/>
                    <a:pt x="38" y="3"/>
                    <a:pt x="38" y="3"/>
                  </a:cubicBezTo>
                  <a:cubicBezTo>
                    <a:pt x="38" y="3"/>
                    <a:pt x="38" y="3"/>
                    <a:pt x="38" y="3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5" y="3"/>
                    <a:pt x="34" y="3"/>
                    <a:pt x="33" y="3"/>
                  </a:cubicBezTo>
                  <a:cubicBezTo>
                    <a:pt x="32" y="3"/>
                    <a:pt x="31" y="3"/>
                    <a:pt x="30" y="4"/>
                  </a:cubicBezTo>
                  <a:lnTo>
                    <a:pt x="24" y="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" name="íṥļidè"/>
            <p:cNvSpPr/>
            <p:nvPr/>
          </p:nvSpPr>
          <p:spPr bwMode="auto">
            <a:xfrm>
              <a:off x="4158820" y="4044128"/>
              <a:ext cx="136334" cy="132244"/>
            </a:xfrm>
            <a:custGeom>
              <a:avLst/>
              <a:gdLst>
                <a:gd name="T0" fmla="*/ 19 w 42"/>
                <a:gd name="T1" fmla="*/ 11 h 41"/>
                <a:gd name="T2" fmla="*/ 25 w 42"/>
                <a:gd name="T3" fmla="*/ 9 h 41"/>
                <a:gd name="T4" fmla="*/ 34 w 42"/>
                <a:gd name="T5" fmla="*/ 6 h 41"/>
                <a:gd name="T6" fmla="*/ 34 w 42"/>
                <a:gd name="T7" fmla="*/ 6 h 41"/>
                <a:gd name="T8" fmla="*/ 35 w 42"/>
                <a:gd name="T9" fmla="*/ 6 h 41"/>
                <a:gd name="T10" fmla="*/ 35 w 42"/>
                <a:gd name="T11" fmla="*/ 6 h 41"/>
                <a:gd name="T12" fmla="*/ 36 w 42"/>
                <a:gd name="T13" fmla="*/ 10 h 41"/>
                <a:gd name="T14" fmla="*/ 36 w 42"/>
                <a:gd name="T15" fmla="*/ 10 h 41"/>
                <a:gd name="T16" fmla="*/ 35 w 42"/>
                <a:gd name="T17" fmla="*/ 10 h 41"/>
                <a:gd name="T18" fmla="*/ 28 w 42"/>
                <a:gd name="T19" fmla="*/ 12 h 41"/>
                <a:gd name="T20" fmla="*/ 21 w 42"/>
                <a:gd name="T21" fmla="*/ 14 h 41"/>
                <a:gd name="T22" fmla="*/ 24 w 42"/>
                <a:gd name="T23" fmla="*/ 19 h 41"/>
                <a:gd name="T24" fmla="*/ 28 w 42"/>
                <a:gd name="T25" fmla="*/ 22 h 41"/>
                <a:gd name="T26" fmla="*/ 34 w 42"/>
                <a:gd name="T27" fmla="*/ 25 h 41"/>
                <a:gd name="T28" fmla="*/ 39 w 42"/>
                <a:gd name="T29" fmla="*/ 27 h 41"/>
                <a:gd name="T30" fmla="*/ 42 w 42"/>
                <a:gd name="T31" fmla="*/ 27 h 41"/>
                <a:gd name="T32" fmla="*/ 42 w 42"/>
                <a:gd name="T33" fmla="*/ 29 h 41"/>
                <a:gd name="T34" fmla="*/ 40 w 42"/>
                <a:gd name="T35" fmla="*/ 32 h 41"/>
                <a:gd name="T36" fmla="*/ 37 w 42"/>
                <a:gd name="T37" fmla="*/ 31 h 41"/>
                <a:gd name="T38" fmla="*/ 31 w 42"/>
                <a:gd name="T39" fmla="*/ 29 h 41"/>
                <a:gd name="T40" fmla="*/ 24 w 42"/>
                <a:gd name="T41" fmla="*/ 25 h 41"/>
                <a:gd name="T42" fmla="*/ 22 w 42"/>
                <a:gd name="T43" fmla="*/ 23 h 41"/>
                <a:gd name="T44" fmla="*/ 20 w 42"/>
                <a:gd name="T45" fmla="*/ 20 h 41"/>
                <a:gd name="T46" fmla="*/ 20 w 42"/>
                <a:gd name="T47" fmla="*/ 21 h 41"/>
                <a:gd name="T48" fmla="*/ 17 w 42"/>
                <a:gd name="T49" fmla="*/ 32 h 41"/>
                <a:gd name="T50" fmla="*/ 12 w 42"/>
                <a:gd name="T51" fmla="*/ 39 h 41"/>
                <a:gd name="T52" fmla="*/ 10 w 42"/>
                <a:gd name="T53" fmla="*/ 41 h 41"/>
                <a:gd name="T54" fmla="*/ 7 w 42"/>
                <a:gd name="T55" fmla="*/ 40 h 41"/>
                <a:gd name="T56" fmla="*/ 6 w 42"/>
                <a:gd name="T57" fmla="*/ 38 h 41"/>
                <a:gd name="T58" fmla="*/ 6 w 42"/>
                <a:gd name="T59" fmla="*/ 38 h 41"/>
                <a:gd name="T60" fmla="*/ 8 w 42"/>
                <a:gd name="T61" fmla="*/ 36 h 41"/>
                <a:gd name="T62" fmla="*/ 13 w 42"/>
                <a:gd name="T63" fmla="*/ 30 h 41"/>
                <a:gd name="T64" fmla="*/ 16 w 42"/>
                <a:gd name="T65" fmla="*/ 20 h 41"/>
                <a:gd name="T66" fmla="*/ 16 w 42"/>
                <a:gd name="T67" fmla="*/ 16 h 41"/>
                <a:gd name="T68" fmla="*/ 2 w 42"/>
                <a:gd name="T69" fmla="*/ 20 h 41"/>
                <a:gd name="T70" fmla="*/ 2 w 42"/>
                <a:gd name="T71" fmla="*/ 20 h 41"/>
                <a:gd name="T72" fmla="*/ 1 w 42"/>
                <a:gd name="T73" fmla="*/ 20 h 41"/>
                <a:gd name="T74" fmla="*/ 0 w 42"/>
                <a:gd name="T75" fmla="*/ 17 h 41"/>
                <a:gd name="T76" fmla="*/ 1 w 42"/>
                <a:gd name="T77" fmla="*/ 16 h 41"/>
                <a:gd name="T78" fmla="*/ 1 w 42"/>
                <a:gd name="T79" fmla="*/ 16 h 41"/>
                <a:gd name="T80" fmla="*/ 15 w 42"/>
                <a:gd name="T81" fmla="*/ 12 h 41"/>
                <a:gd name="T82" fmla="*/ 14 w 42"/>
                <a:gd name="T83" fmla="*/ 8 h 41"/>
                <a:gd name="T84" fmla="*/ 13 w 42"/>
                <a:gd name="T85" fmla="*/ 5 h 41"/>
                <a:gd name="T86" fmla="*/ 13 w 42"/>
                <a:gd name="T87" fmla="*/ 4 h 41"/>
                <a:gd name="T88" fmla="*/ 13 w 42"/>
                <a:gd name="T89" fmla="*/ 3 h 41"/>
                <a:gd name="T90" fmla="*/ 12 w 42"/>
                <a:gd name="T91" fmla="*/ 2 h 41"/>
                <a:gd name="T92" fmla="*/ 12 w 42"/>
                <a:gd name="T93" fmla="*/ 2 h 41"/>
                <a:gd name="T94" fmla="*/ 12 w 42"/>
                <a:gd name="T95" fmla="*/ 1 h 41"/>
                <a:gd name="T96" fmla="*/ 13 w 42"/>
                <a:gd name="T97" fmla="*/ 1 h 41"/>
                <a:gd name="T98" fmla="*/ 13 w 42"/>
                <a:gd name="T99" fmla="*/ 1 h 41"/>
                <a:gd name="T100" fmla="*/ 16 w 42"/>
                <a:gd name="T101" fmla="*/ 0 h 41"/>
                <a:gd name="T102" fmla="*/ 17 w 42"/>
                <a:gd name="T103" fmla="*/ 0 h 41"/>
                <a:gd name="T104" fmla="*/ 17 w 42"/>
                <a:gd name="T105" fmla="*/ 1 h 41"/>
                <a:gd name="T106" fmla="*/ 17 w 42"/>
                <a:gd name="T107" fmla="*/ 2 h 41"/>
                <a:gd name="T108" fmla="*/ 18 w 42"/>
                <a:gd name="T109" fmla="*/ 4 h 41"/>
                <a:gd name="T110" fmla="*/ 19 w 42"/>
                <a:gd name="T111" fmla="*/ 11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42" h="41">
                  <a:moveTo>
                    <a:pt x="19" y="11"/>
                  </a:moveTo>
                  <a:cubicBezTo>
                    <a:pt x="21" y="10"/>
                    <a:pt x="23" y="10"/>
                    <a:pt x="25" y="9"/>
                  </a:cubicBezTo>
                  <a:cubicBezTo>
                    <a:pt x="30" y="7"/>
                    <a:pt x="33" y="6"/>
                    <a:pt x="34" y="6"/>
                  </a:cubicBezTo>
                  <a:cubicBezTo>
                    <a:pt x="34" y="6"/>
                    <a:pt x="34" y="6"/>
                    <a:pt x="34" y="6"/>
                  </a:cubicBezTo>
                  <a:cubicBezTo>
                    <a:pt x="34" y="6"/>
                    <a:pt x="34" y="6"/>
                    <a:pt x="35" y="6"/>
                  </a:cubicBezTo>
                  <a:cubicBezTo>
                    <a:pt x="35" y="6"/>
                    <a:pt x="35" y="6"/>
                    <a:pt x="35" y="6"/>
                  </a:cubicBezTo>
                  <a:cubicBezTo>
                    <a:pt x="36" y="10"/>
                    <a:pt x="36" y="10"/>
                    <a:pt x="36" y="10"/>
                  </a:cubicBezTo>
                  <a:cubicBezTo>
                    <a:pt x="36" y="10"/>
                    <a:pt x="36" y="10"/>
                    <a:pt x="36" y="10"/>
                  </a:cubicBezTo>
                  <a:cubicBezTo>
                    <a:pt x="35" y="10"/>
                    <a:pt x="35" y="10"/>
                    <a:pt x="35" y="10"/>
                  </a:cubicBezTo>
                  <a:cubicBezTo>
                    <a:pt x="34" y="11"/>
                    <a:pt x="31" y="11"/>
                    <a:pt x="28" y="12"/>
                  </a:cubicBezTo>
                  <a:cubicBezTo>
                    <a:pt x="25" y="13"/>
                    <a:pt x="22" y="14"/>
                    <a:pt x="21" y="14"/>
                  </a:cubicBezTo>
                  <a:cubicBezTo>
                    <a:pt x="22" y="16"/>
                    <a:pt x="23" y="18"/>
                    <a:pt x="24" y="19"/>
                  </a:cubicBezTo>
                  <a:cubicBezTo>
                    <a:pt x="25" y="20"/>
                    <a:pt x="26" y="21"/>
                    <a:pt x="28" y="22"/>
                  </a:cubicBezTo>
                  <a:cubicBezTo>
                    <a:pt x="29" y="23"/>
                    <a:pt x="31" y="24"/>
                    <a:pt x="34" y="25"/>
                  </a:cubicBezTo>
                  <a:cubicBezTo>
                    <a:pt x="36" y="26"/>
                    <a:pt x="37" y="26"/>
                    <a:pt x="39" y="27"/>
                  </a:cubicBezTo>
                  <a:cubicBezTo>
                    <a:pt x="40" y="27"/>
                    <a:pt x="41" y="27"/>
                    <a:pt x="42" y="27"/>
                  </a:cubicBezTo>
                  <a:cubicBezTo>
                    <a:pt x="42" y="28"/>
                    <a:pt x="42" y="28"/>
                    <a:pt x="42" y="29"/>
                  </a:cubicBezTo>
                  <a:cubicBezTo>
                    <a:pt x="42" y="30"/>
                    <a:pt x="41" y="31"/>
                    <a:pt x="40" y="32"/>
                  </a:cubicBezTo>
                  <a:cubicBezTo>
                    <a:pt x="40" y="32"/>
                    <a:pt x="39" y="32"/>
                    <a:pt x="37" y="31"/>
                  </a:cubicBezTo>
                  <a:cubicBezTo>
                    <a:pt x="35" y="31"/>
                    <a:pt x="33" y="30"/>
                    <a:pt x="31" y="29"/>
                  </a:cubicBezTo>
                  <a:cubicBezTo>
                    <a:pt x="28" y="28"/>
                    <a:pt x="26" y="27"/>
                    <a:pt x="24" y="25"/>
                  </a:cubicBezTo>
                  <a:cubicBezTo>
                    <a:pt x="24" y="24"/>
                    <a:pt x="23" y="23"/>
                    <a:pt x="22" y="23"/>
                  </a:cubicBezTo>
                  <a:cubicBezTo>
                    <a:pt x="21" y="22"/>
                    <a:pt x="21" y="21"/>
                    <a:pt x="20" y="20"/>
                  </a:cubicBezTo>
                  <a:cubicBezTo>
                    <a:pt x="20" y="21"/>
                    <a:pt x="20" y="21"/>
                    <a:pt x="20" y="21"/>
                  </a:cubicBezTo>
                  <a:cubicBezTo>
                    <a:pt x="20" y="25"/>
                    <a:pt x="19" y="29"/>
                    <a:pt x="17" y="32"/>
                  </a:cubicBezTo>
                  <a:cubicBezTo>
                    <a:pt x="16" y="35"/>
                    <a:pt x="14" y="37"/>
                    <a:pt x="12" y="39"/>
                  </a:cubicBezTo>
                  <a:cubicBezTo>
                    <a:pt x="11" y="41"/>
                    <a:pt x="10" y="41"/>
                    <a:pt x="10" y="41"/>
                  </a:cubicBezTo>
                  <a:cubicBezTo>
                    <a:pt x="9" y="41"/>
                    <a:pt x="8" y="40"/>
                    <a:pt x="7" y="40"/>
                  </a:cubicBezTo>
                  <a:cubicBezTo>
                    <a:pt x="6" y="39"/>
                    <a:pt x="6" y="39"/>
                    <a:pt x="6" y="38"/>
                  </a:cubicBezTo>
                  <a:cubicBezTo>
                    <a:pt x="6" y="38"/>
                    <a:pt x="6" y="38"/>
                    <a:pt x="6" y="38"/>
                  </a:cubicBezTo>
                  <a:cubicBezTo>
                    <a:pt x="6" y="38"/>
                    <a:pt x="7" y="37"/>
                    <a:pt x="8" y="36"/>
                  </a:cubicBezTo>
                  <a:cubicBezTo>
                    <a:pt x="10" y="34"/>
                    <a:pt x="12" y="32"/>
                    <a:pt x="13" y="30"/>
                  </a:cubicBezTo>
                  <a:cubicBezTo>
                    <a:pt x="15" y="27"/>
                    <a:pt x="16" y="24"/>
                    <a:pt x="16" y="20"/>
                  </a:cubicBezTo>
                  <a:cubicBezTo>
                    <a:pt x="16" y="19"/>
                    <a:pt x="16" y="17"/>
                    <a:pt x="16" y="16"/>
                  </a:cubicBezTo>
                  <a:cubicBezTo>
                    <a:pt x="2" y="20"/>
                    <a:pt x="2" y="20"/>
                    <a:pt x="2" y="20"/>
                  </a:cubicBezTo>
                  <a:cubicBezTo>
                    <a:pt x="2" y="20"/>
                    <a:pt x="2" y="20"/>
                    <a:pt x="2" y="20"/>
                  </a:cubicBezTo>
                  <a:cubicBezTo>
                    <a:pt x="2" y="20"/>
                    <a:pt x="1" y="20"/>
                    <a:pt x="1" y="20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6"/>
                    <a:pt x="0" y="16"/>
                    <a:pt x="1" y="16"/>
                  </a:cubicBezTo>
                  <a:cubicBezTo>
                    <a:pt x="1" y="16"/>
                    <a:pt x="1" y="16"/>
                    <a:pt x="1" y="16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1"/>
                    <a:pt x="15" y="9"/>
                    <a:pt x="14" y="8"/>
                  </a:cubicBezTo>
                  <a:cubicBezTo>
                    <a:pt x="14" y="7"/>
                    <a:pt x="14" y="6"/>
                    <a:pt x="13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3" y="3"/>
                    <a:pt x="13" y="2"/>
                    <a:pt x="12" y="2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2" y="1"/>
                    <a:pt x="12" y="1"/>
                    <a:pt x="12" y="1"/>
                  </a:cubicBezTo>
                  <a:cubicBezTo>
                    <a:pt x="13" y="1"/>
                    <a:pt x="13" y="1"/>
                    <a:pt x="13" y="1"/>
                  </a:cubicBezTo>
                  <a:cubicBezTo>
                    <a:pt x="13" y="1"/>
                    <a:pt x="13" y="1"/>
                    <a:pt x="13" y="1"/>
                  </a:cubicBezTo>
                  <a:cubicBezTo>
                    <a:pt x="14" y="0"/>
                    <a:pt x="15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7" y="0"/>
                    <a:pt x="17" y="1"/>
                    <a:pt x="17" y="1"/>
                  </a:cubicBezTo>
                  <a:cubicBezTo>
                    <a:pt x="17" y="1"/>
                    <a:pt x="17" y="2"/>
                    <a:pt x="17" y="2"/>
                  </a:cubicBezTo>
                  <a:cubicBezTo>
                    <a:pt x="17" y="2"/>
                    <a:pt x="18" y="3"/>
                    <a:pt x="18" y="4"/>
                  </a:cubicBezTo>
                  <a:cubicBezTo>
                    <a:pt x="18" y="7"/>
                    <a:pt x="19" y="9"/>
                    <a:pt x="19" y="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" name="íŝ1ïďè"/>
            <p:cNvSpPr/>
            <p:nvPr/>
          </p:nvSpPr>
          <p:spPr bwMode="auto">
            <a:xfrm>
              <a:off x="4295154" y="3975961"/>
              <a:ext cx="132244" cy="133607"/>
            </a:xfrm>
            <a:custGeom>
              <a:avLst/>
              <a:gdLst>
                <a:gd name="T0" fmla="*/ 7 w 41"/>
                <a:gd name="T1" fmla="*/ 16 h 41"/>
                <a:gd name="T2" fmla="*/ 3 w 41"/>
                <a:gd name="T3" fmla="*/ 17 h 41"/>
                <a:gd name="T4" fmla="*/ 0 w 41"/>
                <a:gd name="T5" fmla="*/ 14 h 41"/>
                <a:gd name="T6" fmla="*/ 2 w 41"/>
                <a:gd name="T7" fmla="*/ 11 h 41"/>
                <a:gd name="T8" fmla="*/ 7 w 41"/>
                <a:gd name="T9" fmla="*/ 13 h 41"/>
                <a:gd name="T10" fmla="*/ 16 w 41"/>
                <a:gd name="T11" fmla="*/ 10 h 41"/>
                <a:gd name="T12" fmla="*/ 11 w 41"/>
                <a:gd name="T13" fmla="*/ 5 h 41"/>
                <a:gd name="T14" fmla="*/ 9 w 41"/>
                <a:gd name="T15" fmla="*/ 6 h 41"/>
                <a:gd name="T16" fmla="*/ 8 w 41"/>
                <a:gd name="T17" fmla="*/ 8 h 41"/>
                <a:gd name="T18" fmla="*/ 13 w 41"/>
                <a:gd name="T19" fmla="*/ 12 h 41"/>
                <a:gd name="T20" fmla="*/ 16 w 41"/>
                <a:gd name="T21" fmla="*/ 10 h 41"/>
                <a:gd name="T22" fmla="*/ 2 w 41"/>
                <a:gd name="T23" fmla="*/ 21 h 41"/>
                <a:gd name="T24" fmla="*/ 0 w 41"/>
                <a:gd name="T25" fmla="*/ 23 h 41"/>
                <a:gd name="T26" fmla="*/ 4 w 41"/>
                <a:gd name="T27" fmla="*/ 30 h 41"/>
                <a:gd name="T28" fmla="*/ 6 w 41"/>
                <a:gd name="T29" fmla="*/ 29 h 41"/>
                <a:gd name="T30" fmla="*/ 7 w 41"/>
                <a:gd name="T31" fmla="*/ 28 h 41"/>
                <a:gd name="T32" fmla="*/ 5 w 41"/>
                <a:gd name="T33" fmla="*/ 24 h 41"/>
                <a:gd name="T34" fmla="*/ 32 w 41"/>
                <a:gd name="T35" fmla="*/ 15 h 41"/>
                <a:gd name="T36" fmla="*/ 36 w 41"/>
                <a:gd name="T37" fmla="*/ 14 h 41"/>
                <a:gd name="T38" fmla="*/ 34 w 41"/>
                <a:gd name="T39" fmla="*/ 10 h 41"/>
                <a:gd name="T40" fmla="*/ 32 w 41"/>
                <a:gd name="T41" fmla="*/ 6 h 41"/>
                <a:gd name="T42" fmla="*/ 25 w 41"/>
                <a:gd name="T43" fmla="*/ 1 h 41"/>
                <a:gd name="T44" fmla="*/ 25 w 41"/>
                <a:gd name="T45" fmla="*/ 2 h 41"/>
                <a:gd name="T46" fmla="*/ 24 w 41"/>
                <a:gd name="T47" fmla="*/ 9 h 41"/>
                <a:gd name="T48" fmla="*/ 19 w 41"/>
                <a:gd name="T49" fmla="*/ 10 h 41"/>
                <a:gd name="T50" fmla="*/ 20 w 41"/>
                <a:gd name="T51" fmla="*/ 6 h 41"/>
                <a:gd name="T52" fmla="*/ 20 w 41"/>
                <a:gd name="T53" fmla="*/ 2 h 41"/>
                <a:gd name="T54" fmla="*/ 20 w 41"/>
                <a:gd name="T55" fmla="*/ 0 h 41"/>
                <a:gd name="T56" fmla="*/ 25 w 41"/>
                <a:gd name="T57" fmla="*/ 1 h 41"/>
                <a:gd name="T58" fmla="*/ 23 w 41"/>
                <a:gd name="T59" fmla="*/ 27 h 41"/>
                <a:gd name="T60" fmla="*/ 22 w 41"/>
                <a:gd name="T61" fmla="*/ 29 h 41"/>
                <a:gd name="T62" fmla="*/ 22 w 41"/>
                <a:gd name="T63" fmla="*/ 30 h 41"/>
                <a:gd name="T64" fmla="*/ 8 w 41"/>
                <a:gd name="T65" fmla="*/ 37 h 41"/>
                <a:gd name="T66" fmla="*/ 7 w 41"/>
                <a:gd name="T67" fmla="*/ 37 h 41"/>
                <a:gd name="T68" fmla="*/ 9 w 41"/>
                <a:gd name="T69" fmla="*/ 40 h 41"/>
                <a:gd name="T70" fmla="*/ 17 w 41"/>
                <a:gd name="T71" fmla="*/ 36 h 41"/>
                <a:gd name="T72" fmla="*/ 24 w 41"/>
                <a:gd name="T73" fmla="*/ 34 h 41"/>
                <a:gd name="T74" fmla="*/ 25 w 41"/>
                <a:gd name="T75" fmla="*/ 36 h 41"/>
                <a:gd name="T76" fmla="*/ 25 w 41"/>
                <a:gd name="T77" fmla="*/ 38 h 41"/>
                <a:gd name="T78" fmla="*/ 23 w 41"/>
                <a:gd name="T79" fmla="*/ 38 h 41"/>
                <a:gd name="T80" fmla="*/ 23 w 41"/>
                <a:gd name="T81" fmla="*/ 39 h 41"/>
                <a:gd name="T82" fmla="*/ 26 w 41"/>
                <a:gd name="T83" fmla="*/ 40 h 41"/>
                <a:gd name="T84" fmla="*/ 29 w 41"/>
                <a:gd name="T85" fmla="*/ 38 h 41"/>
                <a:gd name="T86" fmla="*/ 29 w 41"/>
                <a:gd name="T87" fmla="*/ 35 h 41"/>
                <a:gd name="T88" fmla="*/ 40 w 41"/>
                <a:gd name="T89" fmla="*/ 24 h 41"/>
                <a:gd name="T90" fmla="*/ 41 w 41"/>
                <a:gd name="T91" fmla="*/ 24 h 41"/>
                <a:gd name="T92" fmla="*/ 40 w 41"/>
                <a:gd name="T93" fmla="*/ 21 h 41"/>
                <a:gd name="T94" fmla="*/ 39 w 41"/>
                <a:gd name="T95" fmla="*/ 21 h 41"/>
                <a:gd name="T96" fmla="*/ 26 w 41"/>
                <a:gd name="T97" fmla="*/ 27 h 41"/>
                <a:gd name="T98" fmla="*/ 30 w 41"/>
                <a:gd name="T99" fmla="*/ 18 h 41"/>
                <a:gd name="T100" fmla="*/ 28 w 41"/>
                <a:gd name="T101" fmla="*/ 16 h 41"/>
                <a:gd name="T102" fmla="*/ 27 w 41"/>
                <a:gd name="T103" fmla="*/ 17 h 41"/>
                <a:gd name="T104" fmla="*/ 22 w 41"/>
                <a:gd name="T105" fmla="*/ 20 h 41"/>
                <a:gd name="T106" fmla="*/ 13 w 41"/>
                <a:gd name="T107" fmla="*/ 24 h 41"/>
                <a:gd name="T108" fmla="*/ 9 w 41"/>
                <a:gd name="T109" fmla="*/ 27 h 41"/>
                <a:gd name="T110" fmla="*/ 11 w 41"/>
                <a:gd name="T111" fmla="*/ 30 h 41"/>
                <a:gd name="T112" fmla="*/ 14 w 41"/>
                <a:gd name="T113" fmla="*/ 27 h 41"/>
                <a:gd name="T114" fmla="*/ 25 w 41"/>
                <a:gd name="T115" fmla="*/ 22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41" h="41">
                  <a:moveTo>
                    <a:pt x="8" y="15"/>
                  </a:moveTo>
                  <a:cubicBezTo>
                    <a:pt x="8" y="15"/>
                    <a:pt x="8" y="16"/>
                    <a:pt x="7" y="16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5" y="18"/>
                    <a:pt x="4" y="17"/>
                    <a:pt x="3" y="17"/>
                  </a:cubicBezTo>
                  <a:cubicBezTo>
                    <a:pt x="2" y="16"/>
                    <a:pt x="1" y="15"/>
                    <a:pt x="0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3"/>
                    <a:pt x="0" y="13"/>
                    <a:pt x="1" y="13"/>
                  </a:cubicBezTo>
                  <a:cubicBezTo>
                    <a:pt x="2" y="12"/>
                    <a:pt x="2" y="11"/>
                    <a:pt x="2" y="11"/>
                  </a:cubicBezTo>
                  <a:cubicBezTo>
                    <a:pt x="2" y="11"/>
                    <a:pt x="2" y="11"/>
                    <a:pt x="3" y="11"/>
                  </a:cubicBezTo>
                  <a:cubicBezTo>
                    <a:pt x="4" y="11"/>
                    <a:pt x="5" y="12"/>
                    <a:pt x="7" y="13"/>
                  </a:cubicBezTo>
                  <a:cubicBezTo>
                    <a:pt x="8" y="14"/>
                    <a:pt x="9" y="15"/>
                    <a:pt x="8" y="15"/>
                  </a:cubicBezTo>
                  <a:close/>
                  <a:moveTo>
                    <a:pt x="16" y="10"/>
                  </a:moveTo>
                  <a:cubicBezTo>
                    <a:pt x="17" y="10"/>
                    <a:pt x="16" y="9"/>
                    <a:pt x="15" y="8"/>
                  </a:cubicBezTo>
                  <a:cubicBezTo>
                    <a:pt x="14" y="7"/>
                    <a:pt x="13" y="6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1" y="5"/>
                    <a:pt x="10" y="6"/>
                    <a:pt x="9" y="6"/>
                  </a:cubicBezTo>
                  <a:cubicBezTo>
                    <a:pt x="8" y="7"/>
                    <a:pt x="8" y="7"/>
                    <a:pt x="8" y="7"/>
                  </a:cubicBezTo>
                  <a:cubicBezTo>
                    <a:pt x="8" y="8"/>
                    <a:pt x="8" y="8"/>
                    <a:pt x="8" y="8"/>
                  </a:cubicBezTo>
                  <a:cubicBezTo>
                    <a:pt x="9" y="9"/>
                    <a:pt x="10" y="10"/>
                    <a:pt x="11" y="11"/>
                  </a:cubicBezTo>
                  <a:cubicBezTo>
                    <a:pt x="13" y="12"/>
                    <a:pt x="13" y="13"/>
                    <a:pt x="13" y="12"/>
                  </a:cubicBezTo>
                  <a:cubicBezTo>
                    <a:pt x="13" y="12"/>
                    <a:pt x="14" y="12"/>
                    <a:pt x="15" y="11"/>
                  </a:cubicBezTo>
                  <a:cubicBezTo>
                    <a:pt x="16" y="11"/>
                    <a:pt x="16" y="10"/>
                    <a:pt x="16" y="10"/>
                  </a:cubicBezTo>
                  <a:close/>
                  <a:moveTo>
                    <a:pt x="29" y="8"/>
                  </a:moveTo>
                  <a:cubicBezTo>
                    <a:pt x="2" y="21"/>
                    <a:pt x="2" y="21"/>
                    <a:pt x="2" y="2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2"/>
                    <a:pt x="0" y="22"/>
                    <a:pt x="0" y="23"/>
                  </a:cubicBezTo>
                  <a:cubicBezTo>
                    <a:pt x="2" y="27"/>
                    <a:pt x="3" y="29"/>
                    <a:pt x="3" y="30"/>
                  </a:cubicBezTo>
                  <a:cubicBezTo>
                    <a:pt x="4" y="30"/>
                    <a:pt x="4" y="30"/>
                    <a:pt x="4" y="30"/>
                  </a:cubicBezTo>
                  <a:cubicBezTo>
                    <a:pt x="4" y="30"/>
                    <a:pt x="4" y="30"/>
                    <a:pt x="5" y="30"/>
                  </a:cubicBezTo>
                  <a:cubicBezTo>
                    <a:pt x="5" y="30"/>
                    <a:pt x="5" y="30"/>
                    <a:pt x="6" y="29"/>
                  </a:cubicBezTo>
                  <a:cubicBezTo>
                    <a:pt x="6" y="29"/>
                    <a:pt x="7" y="29"/>
                    <a:pt x="7" y="29"/>
                  </a:cubicBezTo>
                  <a:cubicBezTo>
                    <a:pt x="7" y="28"/>
                    <a:pt x="7" y="28"/>
                    <a:pt x="7" y="28"/>
                  </a:cubicBezTo>
                  <a:cubicBezTo>
                    <a:pt x="7" y="28"/>
                    <a:pt x="7" y="28"/>
                    <a:pt x="7" y="28"/>
                  </a:cubicBezTo>
                  <a:cubicBezTo>
                    <a:pt x="5" y="24"/>
                    <a:pt x="5" y="24"/>
                    <a:pt x="5" y="24"/>
                  </a:cubicBezTo>
                  <a:cubicBezTo>
                    <a:pt x="30" y="11"/>
                    <a:pt x="30" y="11"/>
                    <a:pt x="30" y="11"/>
                  </a:cubicBezTo>
                  <a:cubicBezTo>
                    <a:pt x="32" y="15"/>
                    <a:pt x="32" y="15"/>
                    <a:pt x="32" y="15"/>
                  </a:cubicBezTo>
                  <a:cubicBezTo>
                    <a:pt x="32" y="16"/>
                    <a:pt x="33" y="16"/>
                    <a:pt x="33" y="16"/>
                  </a:cubicBezTo>
                  <a:cubicBezTo>
                    <a:pt x="36" y="14"/>
                    <a:pt x="36" y="14"/>
                    <a:pt x="36" y="14"/>
                  </a:cubicBezTo>
                  <a:cubicBezTo>
                    <a:pt x="36" y="14"/>
                    <a:pt x="36" y="14"/>
                    <a:pt x="36" y="13"/>
                  </a:cubicBezTo>
                  <a:cubicBezTo>
                    <a:pt x="35" y="13"/>
                    <a:pt x="35" y="12"/>
                    <a:pt x="34" y="10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29" y="8"/>
                    <a:pt x="29" y="8"/>
                    <a:pt x="29" y="8"/>
                  </a:cubicBezTo>
                  <a:close/>
                  <a:moveTo>
                    <a:pt x="25" y="1"/>
                  </a:moveTo>
                  <a:cubicBezTo>
                    <a:pt x="25" y="1"/>
                    <a:pt x="25" y="1"/>
                    <a:pt x="25" y="1"/>
                  </a:cubicBezTo>
                  <a:cubicBezTo>
                    <a:pt x="25" y="1"/>
                    <a:pt x="25" y="2"/>
                    <a:pt x="25" y="2"/>
                  </a:cubicBezTo>
                  <a:cubicBezTo>
                    <a:pt x="24" y="6"/>
                    <a:pt x="24" y="6"/>
                    <a:pt x="24" y="6"/>
                  </a:cubicBezTo>
                  <a:cubicBezTo>
                    <a:pt x="24" y="7"/>
                    <a:pt x="24" y="8"/>
                    <a:pt x="24" y="9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19" y="10"/>
                    <a:pt x="19" y="10"/>
                    <a:pt x="19" y="10"/>
                  </a:cubicBezTo>
                  <a:cubicBezTo>
                    <a:pt x="19" y="10"/>
                    <a:pt x="19" y="9"/>
                    <a:pt x="19" y="9"/>
                  </a:cubicBezTo>
                  <a:cubicBezTo>
                    <a:pt x="20" y="8"/>
                    <a:pt x="20" y="7"/>
                    <a:pt x="20" y="6"/>
                  </a:cubicBezTo>
                  <a:cubicBezTo>
                    <a:pt x="20" y="5"/>
                    <a:pt x="20" y="4"/>
                    <a:pt x="20" y="4"/>
                  </a:cubicBezTo>
                  <a:cubicBezTo>
                    <a:pt x="20" y="3"/>
                    <a:pt x="20" y="2"/>
                    <a:pt x="20" y="2"/>
                  </a:cubicBezTo>
                  <a:cubicBezTo>
                    <a:pt x="20" y="1"/>
                    <a:pt x="20" y="1"/>
                    <a:pt x="20" y="1"/>
                  </a:cubicBezTo>
                  <a:cubicBezTo>
                    <a:pt x="20" y="1"/>
                    <a:pt x="20" y="1"/>
                    <a:pt x="20" y="0"/>
                  </a:cubicBezTo>
                  <a:cubicBezTo>
                    <a:pt x="21" y="0"/>
                    <a:pt x="21" y="0"/>
                    <a:pt x="23" y="0"/>
                  </a:cubicBezTo>
                  <a:cubicBezTo>
                    <a:pt x="24" y="0"/>
                    <a:pt x="25" y="0"/>
                    <a:pt x="25" y="1"/>
                  </a:cubicBezTo>
                  <a:close/>
                  <a:moveTo>
                    <a:pt x="25" y="22"/>
                  </a:moveTo>
                  <a:cubicBezTo>
                    <a:pt x="25" y="24"/>
                    <a:pt x="24" y="25"/>
                    <a:pt x="23" y="27"/>
                  </a:cubicBezTo>
                  <a:cubicBezTo>
                    <a:pt x="22" y="27"/>
                    <a:pt x="22" y="28"/>
                    <a:pt x="22" y="29"/>
                  </a:cubicBezTo>
                  <a:cubicBezTo>
                    <a:pt x="21" y="29"/>
                    <a:pt x="21" y="29"/>
                    <a:pt x="22" y="29"/>
                  </a:cubicBezTo>
                  <a:cubicBezTo>
                    <a:pt x="22" y="29"/>
                    <a:pt x="22" y="29"/>
                    <a:pt x="22" y="30"/>
                  </a:cubicBezTo>
                  <a:cubicBezTo>
                    <a:pt x="22" y="30"/>
                    <a:pt x="22" y="30"/>
                    <a:pt x="22" y="30"/>
                  </a:cubicBezTo>
                  <a:cubicBezTo>
                    <a:pt x="20" y="31"/>
                    <a:pt x="18" y="32"/>
                    <a:pt x="15" y="33"/>
                  </a:cubicBezTo>
                  <a:cubicBezTo>
                    <a:pt x="11" y="35"/>
                    <a:pt x="9" y="36"/>
                    <a:pt x="8" y="37"/>
                  </a:cubicBezTo>
                  <a:cubicBezTo>
                    <a:pt x="8" y="37"/>
                    <a:pt x="8" y="37"/>
                    <a:pt x="8" y="37"/>
                  </a:cubicBezTo>
                  <a:cubicBezTo>
                    <a:pt x="7" y="37"/>
                    <a:pt x="7" y="37"/>
                    <a:pt x="7" y="37"/>
                  </a:cubicBezTo>
                  <a:cubicBezTo>
                    <a:pt x="9" y="40"/>
                    <a:pt x="9" y="40"/>
                    <a:pt x="9" y="40"/>
                  </a:cubicBezTo>
                  <a:cubicBezTo>
                    <a:pt x="9" y="40"/>
                    <a:pt x="9" y="40"/>
                    <a:pt x="9" y="40"/>
                  </a:cubicBezTo>
                  <a:cubicBezTo>
                    <a:pt x="9" y="40"/>
                    <a:pt x="10" y="40"/>
                    <a:pt x="10" y="40"/>
                  </a:cubicBezTo>
                  <a:cubicBezTo>
                    <a:pt x="13" y="38"/>
                    <a:pt x="15" y="37"/>
                    <a:pt x="17" y="36"/>
                  </a:cubicBezTo>
                  <a:cubicBezTo>
                    <a:pt x="20" y="35"/>
                    <a:pt x="22" y="33"/>
                    <a:pt x="24" y="32"/>
                  </a:cubicBezTo>
                  <a:cubicBezTo>
                    <a:pt x="24" y="33"/>
                    <a:pt x="24" y="33"/>
                    <a:pt x="24" y="34"/>
                  </a:cubicBezTo>
                  <a:cubicBezTo>
                    <a:pt x="25" y="34"/>
                    <a:pt x="25" y="35"/>
                    <a:pt x="25" y="35"/>
                  </a:cubicBezTo>
                  <a:cubicBezTo>
                    <a:pt x="25" y="35"/>
                    <a:pt x="25" y="35"/>
                    <a:pt x="25" y="36"/>
                  </a:cubicBezTo>
                  <a:cubicBezTo>
                    <a:pt x="26" y="36"/>
                    <a:pt x="26" y="37"/>
                    <a:pt x="26" y="37"/>
                  </a:cubicBezTo>
                  <a:cubicBezTo>
                    <a:pt x="25" y="37"/>
                    <a:pt x="25" y="37"/>
                    <a:pt x="25" y="38"/>
                  </a:cubicBezTo>
                  <a:cubicBezTo>
                    <a:pt x="25" y="38"/>
                    <a:pt x="24" y="38"/>
                    <a:pt x="24" y="38"/>
                  </a:cubicBezTo>
                  <a:cubicBezTo>
                    <a:pt x="24" y="38"/>
                    <a:pt x="23" y="38"/>
                    <a:pt x="23" y="38"/>
                  </a:cubicBezTo>
                  <a:cubicBezTo>
                    <a:pt x="23" y="38"/>
                    <a:pt x="23" y="39"/>
                    <a:pt x="23" y="39"/>
                  </a:cubicBezTo>
                  <a:cubicBezTo>
                    <a:pt x="23" y="39"/>
                    <a:pt x="23" y="39"/>
                    <a:pt x="23" y="39"/>
                  </a:cubicBezTo>
                  <a:cubicBezTo>
                    <a:pt x="24" y="40"/>
                    <a:pt x="25" y="40"/>
                    <a:pt x="25" y="41"/>
                  </a:cubicBezTo>
                  <a:cubicBezTo>
                    <a:pt x="25" y="41"/>
                    <a:pt x="26" y="41"/>
                    <a:pt x="26" y="40"/>
                  </a:cubicBezTo>
                  <a:cubicBezTo>
                    <a:pt x="27" y="40"/>
                    <a:pt x="28" y="40"/>
                    <a:pt x="28" y="39"/>
                  </a:cubicBezTo>
                  <a:cubicBezTo>
                    <a:pt x="29" y="39"/>
                    <a:pt x="29" y="39"/>
                    <a:pt x="29" y="38"/>
                  </a:cubicBezTo>
                  <a:cubicBezTo>
                    <a:pt x="30" y="38"/>
                    <a:pt x="30" y="37"/>
                    <a:pt x="30" y="36"/>
                  </a:cubicBezTo>
                  <a:cubicBezTo>
                    <a:pt x="30" y="36"/>
                    <a:pt x="30" y="35"/>
                    <a:pt x="29" y="35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1" y="24"/>
                    <a:pt x="41" y="24"/>
                    <a:pt x="41" y="24"/>
                  </a:cubicBezTo>
                  <a:cubicBezTo>
                    <a:pt x="41" y="24"/>
                    <a:pt x="41" y="24"/>
                    <a:pt x="41" y="24"/>
                  </a:cubicBezTo>
                  <a:cubicBezTo>
                    <a:pt x="41" y="24"/>
                    <a:pt x="41" y="24"/>
                    <a:pt x="41" y="24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0" y="21"/>
                    <a:pt x="40" y="21"/>
                    <a:pt x="39" y="21"/>
                  </a:cubicBezTo>
                  <a:cubicBezTo>
                    <a:pt x="39" y="21"/>
                    <a:pt x="39" y="21"/>
                    <a:pt x="39" y="21"/>
                  </a:cubicBezTo>
                  <a:cubicBezTo>
                    <a:pt x="38" y="22"/>
                    <a:pt x="36" y="23"/>
                    <a:pt x="33" y="24"/>
                  </a:cubicBezTo>
                  <a:cubicBezTo>
                    <a:pt x="30" y="26"/>
                    <a:pt x="28" y="27"/>
                    <a:pt x="26" y="27"/>
                  </a:cubicBezTo>
                  <a:cubicBezTo>
                    <a:pt x="27" y="26"/>
                    <a:pt x="28" y="25"/>
                    <a:pt x="28" y="24"/>
                  </a:cubicBezTo>
                  <a:cubicBezTo>
                    <a:pt x="29" y="22"/>
                    <a:pt x="30" y="20"/>
                    <a:pt x="30" y="18"/>
                  </a:cubicBezTo>
                  <a:cubicBezTo>
                    <a:pt x="30" y="18"/>
                    <a:pt x="30" y="17"/>
                    <a:pt x="29" y="17"/>
                  </a:cubicBezTo>
                  <a:cubicBezTo>
                    <a:pt x="29" y="16"/>
                    <a:pt x="28" y="16"/>
                    <a:pt x="28" y="16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4" y="18"/>
                    <a:pt x="23" y="19"/>
                    <a:pt x="22" y="20"/>
                  </a:cubicBezTo>
                  <a:cubicBezTo>
                    <a:pt x="21" y="20"/>
                    <a:pt x="20" y="21"/>
                    <a:pt x="18" y="22"/>
                  </a:cubicBezTo>
                  <a:cubicBezTo>
                    <a:pt x="17" y="22"/>
                    <a:pt x="15" y="23"/>
                    <a:pt x="13" y="24"/>
                  </a:cubicBezTo>
                  <a:cubicBezTo>
                    <a:pt x="11" y="25"/>
                    <a:pt x="10" y="26"/>
                    <a:pt x="9" y="26"/>
                  </a:cubicBezTo>
                  <a:cubicBezTo>
                    <a:pt x="9" y="26"/>
                    <a:pt x="8" y="26"/>
                    <a:pt x="9" y="27"/>
                  </a:cubicBezTo>
                  <a:cubicBezTo>
                    <a:pt x="10" y="29"/>
                    <a:pt x="10" y="29"/>
                    <a:pt x="10" y="29"/>
                  </a:cubicBezTo>
                  <a:cubicBezTo>
                    <a:pt x="10" y="30"/>
                    <a:pt x="10" y="30"/>
                    <a:pt x="11" y="30"/>
                  </a:cubicBezTo>
                  <a:cubicBezTo>
                    <a:pt x="11" y="30"/>
                    <a:pt x="11" y="29"/>
                    <a:pt x="11" y="29"/>
                  </a:cubicBezTo>
                  <a:cubicBezTo>
                    <a:pt x="12" y="29"/>
                    <a:pt x="13" y="28"/>
                    <a:pt x="14" y="27"/>
                  </a:cubicBezTo>
                  <a:cubicBezTo>
                    <a:pt x="16" y="26"/>
                    <a:pt x="18" y="25"/>
                    <a:pt x="20" y="25"/>
                  </a:cubicBezTo>
                  <a:lnTo>
                    <a:pt x="25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" name="íṡlíḓe"/>
            <p:cNvSpPr/>
            <p:nvPr/>
          </p:nvSpPr>
          <p:spPr bwMode="auto">
            <a:xfrm>
              <a:off x="3178577" y="2608530"/>
              <a:ext cx="1603290" cy="1083856"/>
            </a:xfrm>
            <a:custGeom>
              <a:avLst/>
              <a:gdLst>
                <a:gd name="T0" fmla="*/ 41 w 497"/>
                <a:gd name="T1" fmla="*/ 282 h 335"/>
                <a:gd name="T2" fmla="*/ 37 w 497"/>
                <a:gd name="T3" fmla="*/ 306 h 335"/>
                <a:gd name="T4" fmla="*/ 50 w 497"/>
                <a:gd name="T5" fmla="*/ 317 h 335"/>
                <a:gd name="T6" fmla="*/ 46 w 497"/>
                <a:gd name="T7" fmla="*/ 300 h 335"/>
                <a:gd name="T8" fmla="*/ 40 w 497"/>
                <a:gd name="T9" fmla="*/ 273 h 335"/>
                <a:gd name="T10" fmla="*/ 2 w 497"/>
                <a:gd name="T11" fmla="*/ 219 h 335"/>
                <a:gd name="T12" fmla="*/ 1 w 497"/>
                <a:gd name="T13" fmla="*/ 241 h 335"/>
                <a:gd name="T14" fmla="*/ 7 w 497"/>
                <a:gd name="T15" fmla="*/ 246 h 335"/>
                <a:gd name="T16" fmla="*/ 41 w 497"/>
                <a:gd name="T17" fmla="*/ 213 h 335"/>
                <a:gd name="T18" fmla="*/ 18 w 497"/>
                <a:gd name="T19" fmla="*/ 177 h 335"/>
                <a:gd name="T20" fmla="*/ 15 w 497"/>
                <a:gd name="T21" fmla="*/ 187 h 335"/>
                <a:gd name="T22" fmla="*/ 46 w 497"/>
                <a:gd name="T23" fmla="*/ 147 h 335"/>
                <a:gd name="T24" fmla="*/ 38 w 497"/>
                <a:gd name="T25" fmla="*/ 162 h 335"/>
                <a:gd name="T26" fmla="*/ 58 w 497"/>
                <a:gd name="T27" fmla="*/ 162 h 335"/>
                <a:gd name="T28" fmla="*/ 63 w 497"/>
                <a:gd name="T29" fmla="*/ 84 h 335"/>
                <a:gd name="T30" fmla="*/ 76 w 497"/>
                <a:gd name="T31" fmla="*/ 114 h 335"/>
                <a:gd name="T32" fmla="*/ 65 w 497"/>
                <a:gd name="T33" fmla="*/ 118 h 335"/>
                <a:gd name="T34" fmla="*/ 63 w 497"/>
                <a:gd name="T35" fmla="*/ 84 h 335"/>
                <a:gd name="T36" fmla="*/ 91 w 497"/>
                <a:gd name="T37" fmla="*/ 65 h 335"/>
                <a:gd name="T38" fmla="*/ 90 w 497"/>
                <a:gd name="T39" fmla="*/ 57 h 335"/>
                <a:gd name="T40" fmla="*/ 107 w 497"/>
                <a:gd name="T41" fmla="*/ 43 h 335"/>
                <a:gd name="T42" fmla="*/ 140 w 497"/>
                <a:gd name="T43" fmla="*/ 68 h 335"/>
                <a:gd name="T44" fmla="*/ 138 w 497"/>
                <a:gd name="T45" fmla="*/ 25 h 335"/>
                <a:gd name="T46" fmla="*/ 164 w 497"/>
                <a:gd name="T47" fmla="*/ 14 h 335"/>
                <a:gd name="T48" fmla="*/ 193 w 497"/>
                <a:gd name="T49" fmla="*/ 45 h 335"/>
                <a:gd name="T50" fmla="*/ 198 w 497"/>
                <a:gd name="T51" fmla="*/ 27 h 335"/>
                <a:gd name="T52" fmla="*/ 195 w 497"/>
                <a:gd name="T53" fmla="*/ 12 h 335"/>
                <a:gd name="T54" fmla="*/ 193 w 497"/>
                <a:gd name="T55" fmla="*/ 45 h 335"/>
                <a:gd name="T56" fmla="*/ 242 w 497"/>
                <a:gd name="T57" fmla="*/ 16 h 335"/>
                <a:gd name="T58" fmla="*/ 244 w 497"/>
                <a:gd name="T59" fmla="*/ 23 h 335"/>
                <a:gd name="T60" fmla="*/ 256 w 497"/>
                <a:gd name="T61" fmla="*/ 29 h 335"/>
                <a:gd name="T62" fmla="*/ 257 w 497"/>
                <a:gd name="T63" fmla="*/ 9 h 335"/>
                <a:gd name="T64" fmla="*/ 236 w 497"/>
                <a:gd name="T65" fmla="*/ 38 h 335"/>
                <a:gd name="T66" fmla="*/ 269 w 497"/>
                <a:gd name="T67" fmla="*/ 12 h 335"/>
                <a:gd name="T68" fmla="*/ 280 w 497"/>
                <a:gd name="T69" fmla="*/ 35 h 335"/>
                <a:gd name="T70" fmla="*/ 297 w 497"/>
                <a:gd name="T71" fmla="*/ 31 h 335"/>
                <a:gd name="T72" fmla="*/ 285 w 497"/>
                <a:gd name="T73" fmla="*/ 8 h 335"/>
                <a:gd name="T74" fmla="*/ 314 w 497"/>
                <a:gd name="T75" fmla="*/ 8 h 335"/>
                <a:gd name="T76" fmla="*/ 330 w 497"/>
                <a:gd name="T77" fmla="*/ 20 h 335"/>
                <a:gd name="T78" fmla="*/ 348 w 497"/>
                <a:gd name="T79" fmla="*/ 27 h 335"/>
                <a:gd name="T80" fmla="*/ 330 w 497"/>
                <a:gd name="T81" fmla="*/ 20 h 335"/>
                <a:gd name="T82" fmla="*/ 379 w 497"/>
                <a:gd name="T83" fmla="*/ 36 h 335"/>
                <a:gd name="T84" fmla="*/ 374 w 497"/>
                <a:gd name="T85" fmla="*/ 64 h 335"/>
                <a:gd name="T86" fmla="*/ 430 w 497"/>
                <a:gd name="T87" fmla="*/ 107 h 335"/>
                <a:gd name="T88" fmla="*/ 427 w 497"/>
                <a:gd name="T89" fmla="*/ 84 h 335"/>
                <a:gd name="T90" fmla="*/ 427 w 497"/>
                <a:gd name="T91" fmla="*/ 84 h 335"/>
                <a:gd name="T92" fmla="*/ 466 w 497"/>
                <a:gd name="T93" fmla="*/ 128 h 335"/>
                <a:gd name="T94" fmla="*/ 453 w 497"/>
                <a:gd name="T95" fmla="*/ 135 h 335"/>
                <a:gd name="T96" fmla="*/ 477 w 497"/>
                <a:gd name="T97" fmla="*/ 187 h 335"/>
                <a:gd name="T98" fmla="*/ 464 w 497"/>
                <a:gd name="T99" fmla="*/ 191 h 335"/>
                <a:gd name="T100" fmla="*/ 479 w 497"/>
                <a:gd name="T101" fmla="*/ 169 h 335"/>
                <a:gd name="T102" fmla="*/ 472 w 497"/>
                <a:gd name="T103" fmla="*/ 207 h 335"/>
                <a:gd name="T104" fmla="*/ 497 w 497"/>
                <a:gd name="T105" fmla="*/ 225 h 335"/>
                <a:gd name="T106" fmla="*/ 493 w 497"/>
                <a:gd name="T107" fmla="*/ 203 h 335"/>
                <a:gd name="T108" fmla="*/ 497 w 497"/>
                <a:gd name="T109" fmla="*/ 249 h 335"/>
                <a:gd name="T110" fmla="*/ 497 w 497"/>
                <a:gd name="T111" fmla="*/ 249 h 335"/>
                <a:gd name="T112" fmla="*/ 463 w 497"/>
                <a:gd name="T113" fmla="*/ 287 h 335"/>
                <a:gd name="T114" fmla="*/ 458 w 497"/>
                <a:gd name="T115" fmla="*/ 260 h 335"/>
                <a:gd name="T116" fmla="*/ 456 w 497"/>
                <a:gd name="T117" fmla="*/ 282 h 335"/>
                <a:gd name="T118" fmla="*/ 451 w 497"/>
                <a:gd name="T119" fmla="*/ 327 h 335"/>
                <a:gd name="T120" fmla="*/ 484 w 497"/>
                <a:gd name="T121" fmla="*/ 326 h 335"/>
                <a:gd name="T122" fmla="*/ 475 w 497"/>
                <a:gd name="T123" fmla="*/ 328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497" h="335">
                  <a:moveTo>
                    <a:pt x="11" y="298"/>
                  </a:moveTo>
                  <a:cubicBezTo>
                    <a:pt x="12" y="298"/>
                    <a:pt x="12" y="298"/>
                    <a:pt x="12" y="298"/>
                  </a:cubicBezTo>
                  <a:cubicBezTo>
                    <a:pt x="43" y="290"/>
                    <a:pt x="43" y="290"/>
                    <a:pt x="43" y="290"/>
                  </a:cubicBezTo>
                  <a:cubicBezTo>
                    <a:pt x="41" y="282"/>
                    <a:pt x="41" y="282"/>
                    <a:pt x="41" y="282"/>
                  </a:cubicBezTo>
                  <a:cubicBezTo>
                    <a:pt x="4" y="292"/>
                    <a:pt x="4" y="292"/>
                    <a:pt x="4" y="292"/>
                  </a:cubicBezTo>
                  <a:cubicBezTo>
                    <a:pt x="8" y="305"/>
                    <a:pt x="8" y="305"/>
                    <a:pt x="8" y="305"/>
                  </a:cubicBezTo>
                  <a:cubicBezTo>
                    <a:pt x="37" y="306"/>
                    <a:pt x="37" y="306"/>
                    <a:pt x="37" y="306"/>
                  </a:cubicBezTo>
                  <a:cubicBezTo>
                    <a:pt x="37" y="306"/>
                    <a:pt x="37" y="306"/>
                    <a:pt x="37" y="306"/>
                  </a:cubicBezTo>
                  <a:cubicBezTo>
                    <a:pt x="12" y="321"/>
                    <a:pt x="12" y="321"/>
                    <a:pt x="12" y="321"/>
                  </a:cubicBezTo>
                  <a:cubicBezTo>
                    <a:pt x="15" y="334"/>
                    <a:pt x="15" y="334"/>
                    <a:pt x="15" y="334"/>
                  </a:cubicBezTo>
                  <a:cubicBezTo>
                    <a:pt x="52" y="324"/>
                    <a:pt x="52" y="324"/>
                    <a:pt x="52" y="324"/>
                  </a:cubicBezTo>
                  <a:cubicBezTo>
                    <a:pt x="50" y="317"/>
                    <a:pt x="50" y="317"/>
                    <a:pt x="50" y="317"/>
                  </a:cubicBezTo>
                  <a:cubicBezTo>
                    <a:pt x="19" y="325"/>
                    <a:pt x="19" y="325"/>
                    <a:pt x="19" y="325"/>
                  </a:cubicBezTo>
                  <a:cubicBezTo>
                    <a:pt x="18" y="325"/>
                    <a:pt x="18" y="325"/>
                    <a:pt x="18" y="325"/>
                  </a:cubicBezTo>
                  <a:cubicBezTo>
                    <a:pt x="48" y="307"/>
                    <a:pt x="48" y="307"/>
                    <a:pt x="48" y="307"/>
                  </a:cubicBezTo>
                  <a:cubicBezTo>
                    <a:pt x="46" y="300"/>
                    <a:pt x="46" y="300"/>
                    <a:pt x="46" y="300"/>
                  </a:cubicBezTo>
                  <a:cubicBezTo>
                    <a:pt x="11" y="298"/>
                    <a:pt x="11" y="298"/>
                    <a:pt x="11" y="298"/>
                  </a:cubicBezTo>
                  <a:close/>
                  <a:moveTo>
                    <a:pt x="2" y="268"/>
                  </a:moveTo>
                  <a:cubicBezTo>
                    <a:pt x="3" y="277"/>
                    <a:pt x="3" y="277"/>
                    <a:pt x="3" y="277"/>
                  </a:cubicBezTo>
                  <a:cubicBezTo>
                    <a:pt x="40" y="273"/>
                    <a:pt x="40" y="273"/>
                    <a:pt x="40" y="273"/>
                  </a:cubicBezTo>
                  <a:cubicBezTo>
                    <a:pt x="40" y="264"/>
                    <a:pt x="40" y="264"/>
                    <a:pt x="40" y="264"/>
                  </a:cubicBezTo>
                  <a:cubicBezTo>
                    <a:pt x="2" y="268"/>
                    <a:pt x="2" y="268"/>
                    <a:pt x="2" y="268"/>
                  </a:cubicBezTo>
                  <a:close/>
                  <a:moveTo>
                    <a:pt x="40" y="221"/>
                  </a:moveTo>
                  <a:cubicBezTo>
                    <a:pt x="2" y="219"/>
                    <a:pt x="2" y="219"/>
                    <a:pt x="2" y="219"/>
                  </a:cubicBezTo>
                  <a:cubicBezTo>
                    <a:pt x="2" y="227"/>
                    <a:pt x="2" y="227"/>
                    <a:pt x="2" y="227"/>
                  </a:cubicBezTo>
                  <a:cubicBezTo>
                    <a:pt x="31" y="228"/>
                    <a:pt x="31" y="228"/>
                    <a:pt x="31" y="228"/>
                  </a:cubicBezTo>
                  <a:cubicBezTo>
                    <a:pt x="32" y="228"/>
                    <a:pt x="32" y="228"/>
                    <a:pt x="32" y="228"/>
                  </a:cubicBezTo>
                  <a:cubicBezTo>
                    <a:pt x="1" y="241"/>
                    <a:pt x="1" y="241"/>
                    <a:pt x="1" y="241"/>
                  </a:cubicBezTo>
                  <a:cubicBezTo>
                    <a:pt x="0" y="253"/>
                    <a:pt x="0" y="253"/>
                    <a:pt x="0" y="253"/>
                  </a:cubicBezTo>
                  <a:cubicBezTo>
                    <a:pt x="39" y="255"/>
                    <a:pt x="39" y="255"/>
                    <a:pt x="39" y="255"/>
                  </a:cubicBezTo>
                  <a:cubicBezTo>
                    <a:pt x="39" y="247"/>
                    <a:pt x="39" y="247"/>
                    <a:pt x="39" y="247"/>
                  </a:cubicBezTo>
                  <a:cubicBezTo>
                    <a:pt x="7" y="246"/>
                    <a:pt x="7" y="246"/>
                    <a:pt x="7" y="246"/>
                  </a:cubicBezTo>
                  <a:cubicBezTo>
                    <a:pt x="7" y="246"/>
                    <a:pt x="7" y="246"/>
                    <a:pt x="7" y="246"/>
                  </a:cubicBezTo>
                  <a:cubicBezTo>
                    <a:pt x="39" y="232"/>
                    <a:pt x="39" y="232"/>
                    <a:pt x="39" y="232"/>
                  </a:cubicBezTo>
                  <a:cubicBezTo>
                    <a:pt x="40" y="221"/>
                    <a:pt x="40" y="221"/>
                    <a:pt x="40" y="221"/>
                  </a:cubicBezTo>
                  <a:close/>
                  <a:moveTo>
                    <a:pt x="41" y="213"/>
                  </a:moveTo>
                  <a:cubicBezTo>
                    <a:pt x="48" y="185"/>
                    <a:pt x="48" y="185"/>
                    <a:pt x="48" y="185"/>
                  </a:cubicBezTo>
                  <a:cubicBezTo>
                    <a:pt x="42" y="183"/>
                    <a:pt x="42" y="183"/>
                    <a:pt x="42" y="183"/>
                  </a:cubicBezTo>
                  <a:cubicBezTo>
                    <a:pt x="38" y="202"/>
                    <a:pt x="38" y="202"/>
                    <a:pt x="38" y="202"/>
                  </a:cubicBezTo>
                  <a:cubicBezTo>
                    <a:pt x="18" y="177"/>
                    <a:pt x="18" y="177"/>
                    <a:pt x="18" y="177"/>
                  </a:cubicBezTo>
                  <a:cubicBezTo>
                    <a:pt x="11" y="176"/>
                    <a:pt x="11" y="176"/>
                    <a:pt x="11" y="176"/>
                  </a:cubicBezTo>
                  <a:cubicBezTo>
                    <a:pt x="5" y="203"/>
                    <a:pt x="5" y="203"/>
                    <a:pt x="5" y="203"/>
                  </a:cubicBezTo>
                  <a:cubicBezTo>
                    <a:pt x="11" y="204"/>
                    <a:pt x="11" y="204"/>
                    <a:pt x="11" y="204"/>
                  </a:cubicBezTo>
                  <a:cubicBezTo>
                    <a:pt x="15" y="187"/>
                    <a:pt x="15" y="187"/>
                    <a:pt x="15" y="187"/>
                  </a:cubicBezTo>
                  <a:cubicBezTo>
                    <a:pt x="35" y="212"/>
                    <a:pt x="35" y="212"/>
                    <a:pt x="35" y="212"/>
                  </a:cubicBezTo>
                  <a:cubicBezTo>
                    <a:pt x="41" y="213"/>
                    <a:pt x="41" y="213"/>
                    <a:pt x="41" y="213"/>
                  </a:cubicBezTo>
                  <a:close/>
                  <a:moveTo>
                    <a:pt x="27" y="138"/>
                  </a:moveTo>
                  <a:cubicBezTo>
                    <a:pt x="46" y="147"/>
                    <a:pt x="46" y="147"/>
                    <a:pt x="46" y="147"/>
                  </a:cubicBezTo>
                  <a:cubicBezTo>
                    <a:pt x="50" y="148"/>
                    <a:pt x="52" y="150"/>
                    <a:pt x="53" y="152"/>
                  </a:cubicBezTo>
                  <a:cubicBezTo>
                    <a:pt x="54" y="154"/>
                    <a:pt x="54" y="156"/>
                    <a:pt x="53" y="159"/>
                  </a:cubicBezTo>
                  <a:cubicBezTo>
                    <a:pt x="52" y="162"/>
                    <a:pt x="50" y="164"/>
                    <a:pt x="48" y="164"/>
                  </a:cubicBezTo>
                  <a:cubicBezTo>
                    <a:pt x="46" y="165"/>
                    <a:pt x="43" y="164"/>
                    <a:pt x="38" y="162"/>
                  </a:cubicBezTo>
                  <a:cubicBezTo>
                    <a:pt x="20" y="153"/>
                    <a:pt x="20" y="153"/>
                    <a:pt x="20" y="153"/>
                  </a:cubicBezTo>
                  <a:cubicBezTo>
                    <a:pt x="16" y="160"/>
                    <a:pt x="16" y="160"/>
                    <a:pt x="16" y="160"/>
                  </a:cubicBezTo>
                  <a:cubicBezTo>
                    <a:pt x="38" y="170"/>
                    <a:pt x="38" y="170"/>
                    <a:pt x="38" y="170"/>
                  </a:cubicBezTo>
                  <a:cubicBezTo>
                    <a:pt x="46" y="174"/>
                    <a:pt x="53" y="171"/>
                    <a:pt x="58" y="162"/>
                  </a:cubicBezTo>
                  <a:cubicBezTo>
                    <a:pt x="62" y="152"/>
                    <a:pt x="60" y="145"/>
                    <a:pt x="52" y="140"/>
                  </a:cubicBezTo>
                  <a:cubicBezTo>
                    <a:pt x="30" y="130"/>
                    <a:pt x="30" y="130"/>
                    <a:pt x="30" y="130"/>
                  </a:cubicBezTo>
                  <a:cubicBezTo>
                    <a:pt x="27" y="138"/>
                    <a:pt x="27" y="138"/>
                    <a:pt x="27" y="138"/>
                  </a:cubicBezTo>
                  <a:close/>
                  <a:moveTo>
                    <a:pt x="63" y="84"/>
                  </a:moveTo>
                  <a:cubicBezTo>
                    <a:pt x="79" y="97"/>
                    <a:pt x="79" y="97"/>
                    <a:pt x="79" y="97"/>
                  </a:cubicBezTo>
                  <a:cubicBezTo>
                    <a:pt x="82" y="100"/>
                    <a:pt x="84" y="102"/>
                    <a:pt x="85" y="104"/>
                  </a:cubicBezTo>
                  <a:cubicBezTo>
                    <a:pt x="86" y="106"/>
                    <a:pt x="85" y="108"/>
                    <a:pt x="83" y="111"/>
                  </a:cubicBezTo>
                  <a:cubicBezTo>
                    <a:pt x="81" y="113"/>
                    <a:pt x="79" y="114"/>
                    <a:pt x="76" y="114"/>
                  </a:cubicBezTo>
                  <a:cubicBezTo>
                    <a:pt x="74" y="114"/>
                    <a:pt x="72" y="113"/>
                    <a:pt x="68" y="110"/>
                  </a:cubicBezTo>
                  <a:cubicBezTo>
                    <a:pt x="52" y="97"/>
                    <a:pt x="52" y="97"/>
                    <a:pt x="52" y="97"/>
                  </a:cubicBezTo>
                  <a:cubicBezTo>
                    <a:pt x="47" y="103"/>
                    <a:pt x="47" y="103"/>
                    <a:pt x="47" y="103"/>
                  </a:cubicBezTo>
                  <a:cubicBezTo>
                    <a:pt x="65" y="118"/>
                    <a:pt x="65" y="118"/>
                    <a:pt x="65" y="118"/>
                  </a:cubicBezTo>
                  <a:cubicBezTo>
                    <a:pt x="73" y="124"/>
                    <a:pt x="80" y="123"/>
                    <a:pt x="87" y="114"/>
                  </a:cubicBezTo>
                  <a:cubicBezTo>
                    <a:pt x="94" y="106"/>
                    <a:pt x="93" y="99"/>
                    <a:pt x="86" y="92"/>
                  </a:cubicBezTo>
                  <a:cubicBezTo>
                    <a:pt x="68" y="77"/>
                    <a:pt x="68" y="77"/>
                    <a:pt x="68" y="77"/>
                  </a:cubicBezTo>
                  <a:cubicBezTo>
                    <a:pt x="63" y="84"/>
                    <a:pt x="63" y="84"/>
                    <a:pt x="63" y="84"/>
                  </a:cubicBezTo>
                  <a:close/>
                  <a:moveTo>
                    <a:pt x="132" y="73"/>
                  </a:moveTo>
                  <a:cubicBezTo>
                    <a:pt x="123" y="80"/>
                    <a:pt x="123" y="80"/>
                    <a:pt x="123" y="80"/>
                  </a:cubicBezTo>
                  <a:cubicBezTo>
                    <a:pt x="91" y="65"/>
                    <a:pt x="91" y="65"/>
                    <a:pt x="91" y="65"/>
                  </a:cubicBezTo>
                  <a:cubicBezTo>
                    <a:pt x="91" y="65"/>
                    <a:pt x="91" y="65"/>
                    <a:pt x="91" y="65"/>
                  </a:cubicBezTo>
                  <a:cubicBezTo>
                    <a:pt x="111" y="90"/>
                    <a:pt x="111" y="90"/>
                    <a:pt x="111" y="90"/>
                  </a:cubicBezTo>
                  <a:cubicBezTo>
                    <a:pt x="105" y="95"/>
                    <a:pt x="105" y="95"/>
                    <a:pt x="105" y="95"/>
                  </a:cubicBezTo>
                  <a:cubicBezTo>
                    <a:pt x="81" y="65"/>
                    <a:pt x="81" y="65"/>
                    <a:pt x="81" y="65"/>
                  </a:cubicBezTo>
                  <a:cubicBezTo>
                    <a:pt x="90" y="57"/>
                    <a:pt x="90" y="57"/>
                    <a:pt x="90" y="57"/>
                  </a:cubicBezTo>
                  <a:cubicBezTo>
                    <a:pt x="120" y="71"/>
                    <a:pt x="120" y="71"/>
                    <a:pt x="120" y="71"/>
                  </a:cubicBezTo>
                  <a:cubicBezTo>
                    <a:pt x="120" y="71"/>
                    <a:pt x="120" y="71"/>
                    <a:pt x="120" y="71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32" y="73"/>
                    <a:pt x="132" y="73"/>
                    <a:pt x="132" y="73"/>
                  </a:cubicBezTo>
                  <a:close/>
                  <a:moveTo>
                    <a:pt x="129" y="31"/>
                  </a:moveTo>
                  <a:cubicBezTo>
                    <a:pt x="121" y="35"/>
                    <a:pt x="121" y="35"/>
                    <a:pt x="121" y="35"/>
                  </a:cubicBezTo>
                  <a:cubicBezTo>
                    <a:pt x="140" y="68"/>
                    <a:pt x="140" y="68"/>
                    <a:pt x="140" y="68"/>
                  </a:cubicBezTo>
                  <a:cubicBezTo>
                    <a:pt x="147" y="64"/>
                    <a:pt x="147" y="64"/>
                    <a:pt x="147" y="64"/>
                  </a:cubicBezTo>
                  <a:cubicBezTo>
                    <a:pt x="129" y="31"/>
                    <a:pt x="129" y="31"/>
                    <a:pt x="129" y="31"/>
                  </a:cubicBezTo>
                  <a:close/>
                  <a:moveTo>
                    <a:pt x="165" y="55"/>
                  </a:moveTo>
                  <a:cubicBezTo>
                    <a:pt x="138" y="25"/>
                    <a:pt x="138" y="25"/>
                    <a:pt x="138" y="25"/>
                  </a:cubicBezTo>
                  <a:cubicBezTo>
                    <a:pt x="146" y="22"/>
                    <a:pt x="146" y="22"/>
                    <a:pt x="146" y="22"/>
                  </a:cubicBezTo>
                  <a:cubicBezTo>
                    <a:pt x="167" y="46"/>
                    <a:pt x="167" y="46"/>
                    <a:pt x="167" y="46"/>
                  </a:cubicBezTo>
                  <a:cubicBezTo>
                    <a:pt x="167" y="45"/>
                    <a:pt x="167" y="45"/>
                    <a:pt x="167" y="45"/>
                  </a:cubicBezTo>
                  <a:cubicBezTo>
                    <a:pt x="164" y="14"/>
                    <a:pt x="164" y="14"/>
                    <a:pt x="164" y="14"/>
                  </a:cubicBezTo>
                  <a:cubicBezTo>
                    <a:pt x="172" y="11"/>
                    <a:pt x="172" y="11"/>
                    <a:pt x="172" y="11"/>
                  </a:cubicBezTo>
                  <a:cubicBezTo>
                    <a:pt x="174" y="51"/>
                    <a:pt x="174" y="51"/>
                    <a:pt x="174" y="51"/>
                  </a:cubicBezTo>
                  <a:cubicBezTo>
                    <a:pt x="165" y="55"/>
                    <a:pt x="165" y="55"/>
                    <a:pt x="165" y="55"/>
                  </a:cubicBezTo>
                  <a:close/>
                  <a:moveTo>
                    <a:pt x="193" y="45"/>
                  </a:moveTo>
                  <a:cubicBezTo>
                    <a:pt x="219" y="40"/>
                    <a:pt x="219" y="40"/>
                    <a:pt x="219" y="40"/>
                  </a:cubicBezTo>
                  <a:cubicBezTo>
                    <a:pt x="217" y="34"/>
                    <a:pt x="217" y="34"/>
                    <a:pt x="217" y="34"/>
                  </a:cubicBezTo>
                  <a:cubicBezTo>
                    <a:pt x="200" y="37"/>
                    <a:pt x="200" y="37"/>
                    <a:pt x="200" y="37"/>
                  </a:cubicBezTo>
                  <a:cubicBezTo>
                    <a:pt x="198" y="27"/>
                    <a:pt x="198" y="27"/>
                    <a:pt x="198" y="27"/>
                  </a:cubicBezTo>
                  <a:cubicBezTo>
                    <a:pt x="213" y="24"/>
                    <a:pt x="213" y="24"/>
                    <a:pt x="213" y="24"/>
                  </a:cubicBezTo>
                  <a:cubicBezTo>
                    <a:pt x="212" y="18"/>
                    <a:pt x="212" y="18"/>
                    <a:pt x="212" y="18"/>
                  </a:cubicBezTo>
                  <a:cubicBezTo>
                    <a:pt x="196" y="21"/>
                    <a:pt x="196" y="21"/>
                    <a:pt x="196" y="21"/>
                  </a:cubicBezTo>
                  <a:cubicBezTo>
                    <a:pt x="195" y="12"/>
                    <a:pt x="195" y="12"/>
                    <a:pt x="195" y="12"/>
                  </a:cubicBezTo>
                  <a:cubicBezTo>
                    <a:pt x="211" y="9"/>
                    <a:pt x="211" y="9"/>
                    <a:pt x="211" y="9"/>
                  </a:cubicBezTo>
                  <a:cubicBezTo>
                    <a:pt x="210" y="3"/>
                    <a:pt x="210" y="3"/>
                    <a:pt x="210" y="3"/>
                  </a:cubicBezTo>
                  <a:cubicBezTo>
                    <a:pt x="185" y="8"/>
                    <a:pt x="185" y="8"/>
                    <a:pt x="185" y="8"/>
                  </a:cubicBezTo>
                  <a:cubicBezTo>
                    <a:pt x="193" y="45"/>
                    <a:pt x="193" y="45"/>
                    <a:pt x="193" y="45"/>
                  </a:cubicBezTo>
                  <a:close/>
                  <a:moveTo>
                    <a:pt x="235" y="6"/>
                  </a:moveTo>
                  <a:cubicBezTo>
                    <a:pt x="242" y="6"/>
                    <a:pt x="242" y="6"/>
                    <a:pt x="242" y="6"/>
                  </a:cubicBezTo>
                  <a:cubicBezTo>
                    <a:pt x="246" y="6"/>
                    <a:pt x="248" y="7"/>
                    <a:pt x="248" y="11"/>
                  </a:cubicBezTo>
                  <a:cubicBezTo>
                    <a:pt x="248" y="14"/>
                    <a:pt x="246" y="16"/>
                    <a:pt x="242" y="16"/>
                  </a:cubicBezTo>
                  <a:cubicBezTo>
                    <a:pt x="236" y="16"/>
                    <a:pt x="236" y="16"/>
                    <a:pt x="236" y="16"/>
                  </a:cubicBezTo>
                  <a:cubicBezTo>
                    <a:pt x="235" y="6"/>
                    <a:pt x="235" y="6"/>
                    <a:pt x="235" y="6"/>
                  </a:cubicBezTo>
                  <a:close/>
                  <a:moveTo>
                    <a:pt x="236" y="23"/>
                  </a:moveTo>
                  <a:cubicBezTo>
                    <a:pt x="244" y="23"/>
                    <a:pt x="244" y="23"/>
                    <a:pt x="244" y="23"/>
                  </a:cubicBezTo>
                  <a:cubicBezTo>
                    <a:pt x="246" y="23"/>
                    <a:pt x="248" y="24"/>
                    <a:pt x="248" y="27"/>
                  </a:cubicBezTo>
                  <a:cubicBezTo>
                    <a:pt x="248" y="31"/>
                    <a:pt x="249" y="34"/>
                    <a:pt x="249" y="38"/>
                  </a:cubicBezTo>
                  <a:cubicBezTo>
                    <a:pt x="258" y="38"/>
                    <a:pt x="258" y="38"/>
                    <a:pt x="258" y="38"/>
                  </a:cubicBezTo>
                  <a:cubicBezTo>
                    <a:pt x="257" y="36"/>
                    <a:pt x="257" y="33"/>
                    <a:pt x="256" y="29"/>
                  </a:cubicBezTo>
                  <a:cubicBezTo>
                    <a:pt x="256" y="28"/>
                    <a:pt x="256" y="28"/>
                    <a:pt x="256" y="27"/>
                  </a:cubicBezTo>
                  <a:cubicBezTo>
                    <a:pt x="256" y="22"/>
                    <a:pt x="253" y="19"/>
                    <a:pt x="249" y="19"/>
                  </a:cubicBezTo>
                  <a:cubicBezTo>
                    <a:pt x="249" y="19"/>
                    <a:pt x="249" y="19"/>
                    <a:pt x="249" y="19"/>
                  </a:cubicBezTo>
                  <a:cubicBezTo>
                    <a:pt x="254" y="17"/>
                    <a:pt x="257" y="14"/>
                    <a:pt x="257" y="9"/>
                  </a:cubicBezTo>
                  <a:cubicBezTo>
                    <a:pt x="256" y="3"/>
                    <a:pt x="252" y="0"/>
                    <a:pt x="243" y="0"/>
                  </a:cubicBezTo>
                  <a:cubicBezTo>
                    <a:pt x="227" y="0"/>
                    <a:pt x="227" y="0"/>
                    <a:pt x="227" y="0"/>
                  </a:cubicBezTo>
                  <a:cubicBezTo>
                    <a:pt x="228" y="38"/>
                    <a:pt x="228" y="38"/>
                    <a:pt x="228" y="38"/>
                  </a:cubicBezTo>
                  <a:cubicBezTo>
                    <a:pt x="236" y="38"/>
                    <a:pt x="236" y="38"/>
                    <a:pt x="236" y="38"/>
                  </a:cubicBezTo>
                  <a:cubicBezTo>
                    <a:pt x="236" y="23"/>
                    <a:pt x="236" y="23"/>
                    <a:pt x="236" y="23"/>
                  </a:cubicBezTo>
                  <a:close/>
                  <a:moveTo>
                    <a:pt x="298" y="15"/>
                  </a:moveTo>
                  <a:cubicBezTo>
                    <a:pt x="298" y="8"/>
                    <a:pt x="295" y="4"/>
                    <a:pt x="287" y="2"/>
                  </a:cubicBezTo>
                  <a:cubicBezTo>
                    <a:pt x="277" y="1"/>
                    <a:pt x="271" y="4"/>
                    <a:pt x="269" y="12"/>
                  </a:cubicBezTo>
                  <a:cubicBezTo>
                    <a:pt x="268" y="17"/>
                    <a:pt x="272" y="21"/>
                    <a:pt x="280" y="24"/>
                  </a:cubicBezTo>
                  <a:cubicBezTo>
                    <a:pt x="280" y="25"/>
                    <a:pt x="281" y="25"/>
                    <a:pt x="281" y="25"/>
                  </a:cubicBezTo>
                  <a:cubicBezTo>
                    <a:pt x="286" y="27"/>
                    <a:pt x="288" y="29"/>
                    <a:pt x="288" y="31"/>
                  </a:cubicBezTo>
                  <a:cubicBezTo>
                    <a:pt x="287" y="34"/>
                    <a:pt x="284" y="36"/>
                    <a:pt x="280" y="35"/>
                  </a:cubicBezTo>
                  <a:cubicBezTo>
                    <a:pt x="275" y="34"/>
                    <a:pt x="274" y="32"/>
                    <a:pt x="274" y="27"/>
                  </a:cubicBezTo>
                  <a:cubicBezTo>
                    <a:pt x="266" y="26"/>
                    <a:pt x="266" y="26"/>
                    <a:pt x="266" y="26"/>
                  </a:cubicBezTo>
                  <a:cubicBezTo>
                    <a:pt x="265" y="34"/>
                    <a:pt x="269" y="39"/>
                    <a:pt x="279" y="41"/>
                  </a:cubicBezTo>
                  <a:cubicBezTo>
                    <a:pt x="289" y="42"/>
                    <a:pt x="295" y="39"/>
                    <a:pt x="297" y="31"/>
                  </a:cubicBezTo>
                  <a:cubicBezTo>
                    <a:pt x="298" y="26"/>
                    <a:pt x="294" y="21"/>
                    <a:pt x="285" y="18"/>
                  </a:cubicBezTo>
                  <a:cubicBezTo>
                    <a:pt x="285" y="18"/>
                    <a:pt x="284" y="18"/>
                    <a:pt x="284" y="18"/>
                  </a:cubicBezTo>
                  <a:cubicBezTo>
                    <a:pt x="279" y="17"/>
                    <a:pt x="277" y="15"/>
                    <a:pt x="278" y="12"/>
                  </a:cubicBezTo>
                  <a:cubicBezTo>
                    <a:pt x="279" y="9"/>
                    <a:pt x="281" y="7"/>
                    <a:pt x="285" y="8"/>
                  </a:cubicBezTo>
                  <a:cubicBezTo>
                    <a:pt x="289" y="8"/>
                    <a:pt x="290" y="11"/>
                    <a:pt x="290" y="14"/>
                  </a:cubicBezTo>
                  <a:cubicBezTo>
                    <a:pt x="298" y="15"/>
                    <a:pt x="298" y="15"/>
                    <a:pt x="298" y="15"/>
                  </a:cubicBezTo>
                  <a:close/>
                  <a:moveTo>
                    <a:pt x="322" y="11"/>
                  </a:moveTo>
                  <a:cubicBezTo>
                    <a:pt x="314" y="8"/>
                    <a:pt x="314" y="8"/>
                    <a:pt x="314" y="8"/>
                  </a:cubicBezTo>
                  <a:cubicBezTo>
                    <a:pt x="303" y="45"/>
                    <a:pt x="303" y="45"/>
                    <a:pt x="303" y="45"/>
                  </a:cubicBezTo>
                  <a:cubicBezTo>
                    <a:pt x="311" y="47"/>
                    <a:pt x="311" y="47"/>
                    <a:pt x="311" y="47"/>
                  </a:cubicBezTo>
                  <a:cubicBezTo>
                    <a:pt x="322" y="11"/>
                    <a:pt x="322" y="11"/>
                    <a:pt x="322" y="11"/>
                  </a:cubicBezTo>
                  <a:close/>
                  <a:moveTo>
                    <a:pt x="330" y="20"/>
                  </a:moveTo>
                  <a:cubicBezTo>
                    <a:pt x="340" y="24"/>
                    <a:pt x="340" y="24"/>
                    <a:pt x="340" y="24"/>
                  </a:cubicBezTo>
                  <a:cubicBezTo>
                    <a:pt x="328" y="53"/>
                    <a:pt x="328" y="53"/>
                    <a:pt x="328" y="53"/>
                  </a:cubicBezTo>
                  <a:cubicBezTo>
                    <a:pt x="336" y="56"/>
                    <a:pt x="336" y="56"/>
                    <a:pt x="336" y="56"/>
                  </a:cubicBezTo>
                  <a:cubicBezTo>
                    <a:pt x="348" y="27"/>
                    <a:pt x="348" y="27"/>
                    <a:pt x="348" y="27"/>
                  </a:cubicBezTo>
                  <a:cubicBezTo>
                    <a:pt x="358" y="31"/>
                    <a:pt x="358" y="31"/>
                    <a:pt x="358" y="31"/>
                  </a:cubicBezTo>
                  <a:cubicBezTo>
                    <a:pt x="361" y="25"/>
                    <a:pt x="361" y="25"/>
                    <a:pt x="361" y="25"/>
                  </a:cubicBezTo>
                  <a:cubicBezTo>
                    <a:pt x="332" y="14"/>
                    <a:pt x="332" y="14"/>
                    <a:pt x="332" y="14"/>
                  </a:cubicBezTo>
                  <a:cubicBezTo>
                    <a:pt x="330" y="20"/>
                    <a:pt x="330" y="20"/>
                    <a:pt x="330" y="20"/>
                  </a:cubicBezTo>
                  <a:close/>
                  <a:moveTo>
                    <a:pt x="361" y="70"/>
                  </a:moveTo>
                  <a:cubicBezTo>
                    <a:pt x="367" y="60"/>
                    <a:pt x="367" y="60"/>
                    <a:pt x="367" y="60"/>
                  </a:cubicBezTo>
                  <a:cubicBezTo>
                    <a:pt x="371" y="31"/>
                    <a:pt x="371" y="31"/>
                    <a:pt x="371" y="31"/>
                  </a:cubicBezTo>
                  <a:cubicBezTo>
                    <a:pt x="379" y="36"/>
                    <a:pt x="379" y="36"/>
                    <a:pt x="379" y="36"/>
                  </a:cubicBezTo>
                  <a:cubicBezTo>
                    <a:pt x="376" y="55"/>
                    <a:pt x="376" y="55"/>
                    <a:pt x="376" y="55"/>
                  </a:cubicBezTo>
                  <a:cubicBezTo>
                    <a:pt x="392" y="45"/>
                    <a:pt x="392" y="45"/>
                    <a:pt x="392" y="45"/>
                  </a:cubicBezTo>
                  <a:cubicBezTo>
                    <a:pt x="399" y="50"/>
                    <a:pt x="399" y="50"/>
                    <a:pt x="399" y="50"/>
                  </a:cubicBezTo>
                  <a:cubicBezTo>
                    <a:pt x="374" y="64"/>
                    <a:pt x="374" y="64"/>
                    <a:pt x="374" y="64"/>
                  </a:cubicBezTo>
                  <a:cubicBezTo>
                    <a:pt x="367" y="75"/>
                    <a:pt x="367" y="75"/>
                    <a:pt x="367" y="75"/>
                  </a:cubicBezTo>
                  <a:cubicBezTo>
                    <a:pt x="361" y="70"/>
                    <a:pt x="361" y="70"/>
                    <a:pt x="361" y="70"/>
                  </a:cubicBezTo>
                  <a:close/>
                  <a:moveTo>
                    <a:pt x="403" y="107"/>
                  </a:moveTo>
                  <a:cubicBezTo>
                    <a:pt x="412" y="115"/>
                    <a:pt x="420" y="115"/>
                    <a:pt x="430" y="107"/>
                  </a:cubicBezTo>
                  <a:cubicBezTo>
                    <a:pt x="439" y="97"/>
                    <a:pt x="440" y="88"/>
                    <a:pt x="432" y="80"/>
                  </a:cubicBezTo>
                  <a:cubicBezTo>
                    <a:pt x="423" y="71"/>
                    <a:pt x="414" y="71"/>
                    <a:pt x="405" y="80"/>
                  </a:cubicBezTo>
                  <a:cubicBezTo>
                    <a:pt x="396" y="89"/>
                    <a:pt x="395" y="98"/>
                    <a:pt x="403" y="107"/>
                  </a:cubicBezTo>
                  <a:close/>
                  <a:moveTo>
                    <a:pt x="427" y="84"/>
                  </a:moveTo>
                  <a:cubicBezTo>
                    <a:pt x="432" y="88"/>
                    <a:pt x="431" y="94"/>
                    <a:pt x="424" y="100"/>
                  </a:cubicBezTo>
                  <a:cubicBezTo>
                    <a:pt x="417" y="107"/>
                    <a:pt x="412" y="108"/>
                    <a:pt x="407" y="103"/>
                  </a:cubicBezTo>
                  <a:cubicBezTo>
                    <a:pt x="403" y="98"/>
                    <a:pt x="404" y="93"/>
                    <a:pt x="411" y="86"/>
                  </a:cubicBezTo>
                  <a:cubicBezTo>
                    <a:pt x="417" y="80"/>
                    <a:pt x="423" y="79"/>
                    <a:pt x="427" y="84"/>
                  </a:cubicBezTo>
                  <a:close/>
                  <a:moveTo>
                    <a:pt x="425" y="134"/>
                  </a:moveTo>
                  <a:cubicBezTo>
                    <a:pt x="421" y="127"/>
                    <a:pt x="421" y="127"/>
                    <a:pt x="421" y="127"/>
                  </a:cubicBezTo>
                  <a:cubicBezTo>
                    <a:pt x="453" y="107"/>
                    <a:pt x="453" y="107"/>
                    <a:pt x="453" y="107"/>
                  </a:cubicBezTo>
                  <a:cubicBezTo>
                    <a:pt x="466" y="128"/>
                    <a:pt x="466" y="128"/>
                    <a:pt x="466" y="128"/>
                  </a:cubicBezTo>
                  <a:cubicBezTo>
                    <a:pt x="461" y="132"/>
                    <a:pt x="461" y="132"/>
                    <a:pt x="461" y="132"/>
                  </a:cubicBezTo>
                  <a:cubicBezTo>
                    <a:pt x="452" y="118"/>
                    <a:pt x="452" y="118"/>
                    <a:pt x="452" y="118"/>
                  </a:cubicBezTo>
                  <a:cubicBezTo>
                    <a:pt x="444" y="122"/>
                    <a:pt x="444" y="122"/>
                    <a:pt x="444" y="122"/>
                  </a:cubicBezTo>
                  <a:cubicBezTo>
                    <a:pt x="453" y="135"/>
                    <a:pt x="453" y="135"/>
                    <a:pt x="453" y="135"/>
                  </a:cubicBezTo>
                  <a:cubicBezTo>
                    <a:pt x="447" y="139"/>
                    <a:pt x="447" y="139"/>
                    <a:pt x="447" y="139"/>
                  </a:cubicBezTo>
                  <a:cubicBezTo>
                    <a:pt x="439" y="126"/>
                    <a:pt x="439" y="126"/>
                    <a:pt x="439" y="126"/>
                  </a:cubicBezTo>
                  <a:cubicBezTo>
                    <a:pt x="425" y="134"/>
                    <a:pt x="425" y="134"/>
                    <a:pt x="425" y="134"/>
                  </a:cubicBezTo>
                  <a:close/>
                  <a:moveTo>
                    <a:pt x="477" y="187"/>
                  </a:moveTo>
                  <a:cubicBezTo>
                    <a:pt x="485" y="183"/>
                    <a:pt x="487" y="177"/>
                    <a:pt x="484" y="167"/>
                  </a:cubicBezTo>
                  <a:cubicBezTo>
                    <a:pt x="481" y="158"/>
                    <a:pt x="473" y="155"/>
                    <a:pt x="460" y="158"/>
                  </a:cubicBezTo>
                  <a:cubicBezTo>
                    <a:pt x="448" y="162"/>
                    <a:pt x="444" y="169"/>
                    <a:pt x="447" y="179"/>
                  </a:cubicBezTo>
                  <a:cubicBezTo>
                    <a:pt x="450" y="189"/>
                    <a:pt x="456" y="193"/>
                    <a:pt x="464" y="191"/>
                  </a:cubicBezTo>
                  <a:cubicBezTo>
                    <a:pt x="461" y="182"/>
                    <a:pt x="461" y="182"/>
                    <a:pt x="461" y="182"/>
                  </a:cubicBezTo>
                  <a:cubicBezTo>
                    <a:pt x="457" y="184"/>
                    <a:pt x="454" y="182"/>
                    <a:pt x="452" y="178"/>
                  </a:cubicBezTo>
                  <a:cubicBezTo>
                    <a:pt x="451" y="173"/>
                    <a:pt x="455" y="169"/>
                    <a:pt x="463" y="166"/>
                  </a:cubicBezTo>
                  <a:cubicBezTo>
                    <a:pt x="472" y="164"/>
                    <a:pt x="477" y="165"/>
                    <a:pt x="479" y="169"/>
                  </a:cubicBezTo>
                  <a:cubicBezTo>
                    <a:pt x="480" y="174"/>
                    <a:pt x="478" y="177"/>
                    <a:pt x="474" y="178"/>
                  </a:cubicBezTo>
                  <a:cubicBezTo>
                    <a:pt x="477" y="187"/>
                    <a:pt x="477" y="187"/>
                    <a:pt x="477" y="187"/>
                  </a:cubicBezTo>
                  <a:close/>
                  <a:moveTo>
                    <a:pt x="455" y="210"/>
                  </a:moveTo>
                  <a:cubicBezTo>
                    <a:pt x="472" y="207"/>
                    <a:pt x="472" y="207"/>
                    <a:pt x="472" y="207"/>
                  </a:cubicBezTo>
                  <a:cubicBezTo>
                    <a:pt x="474" y="221"/>
                    <a:pt x="474" y="221"/>
                    <a:pt x="474" y="221"/>
                  </a:cubicBezTo>
                  <a:cubicBezTo>
                    <a:pt x="458" y="224"/>
                    <a:pt x="458" y="224"/>
                    <a:pt x="458" y="224"/>
                  </a:cubicBezTo>
                  <a:cubicBezTo>
                    <a:pt x="459" y="232"/>
                    <a:pt x="459" y="232"/>
                    <a:pt x="459" y="232"/>
                  </a:cubicBezTo>
                  <a:cubicBezTo>
                    <a:pt x="497" y="225"/>
                    <a:pt x="497" y="225"/>
                    <a:pt x="497" y="225"/>
                  </a:cubicBezTo>
                  <a:cubicBezTo>
                    <a:pt x="495" y="217"/>
                    <a:pt x="495" y="217"/>
                    <a:pt x="495" y="217"/>
                  </a:cubicBezTo>
                  <a:cubicBezTo>
                    <a:pt x="481" y="220"/>
                    <a:pt x="481" y="220"/>
                    <a:pt x="481" y="220"/>
                  </a:cubicBezTo>
                  <a:cubicBezTo>
                    <a:pt x="478" y="205"/>
                    <a:pt x="478" y="205"/>
                    <a:pt x="478" y="205"/>
                  </a:cubicBezTo>
                  <a:cubicBezTo>
                    <a:pt x="493" y="203"/>
                    <a:pt x="493" y="203"/>
                    <a:pt x="493" y="203"/>
                  </a:cubicBezTo>
                  <a:cubicBezTo>
                    <a:pt x="491" y="195"/>
                    <a:pt x="491" y="195"/>
                    <a:pt x="491" y="195"/>
                  </a:cubicBezTo>
                  <a:cubicBezTo>
                    <a:pt x="454" y="202"/>
                    <a:pt x="454" y="202"/>
                    <a:pt x="454" y="202"/>
                  </a:cubicBezTo>
                  <a:cubicBezTo>
                    <a:pt x="455" y="210"/>
                    <a:pt x="455" y="210"/>
                    <a:pt x="455" y="210"/>
                  </a:cubicBezTo>
                  <a:close/>
                  <a:moveTo>
                    <a:pt x="497" y="249"/>
                  </a:moveTo>
                  <a:cubicBezTo>
                    <a:pt x="497" y="241"/>
                    <a:pt x="497" y="241"/>
                    <a:pt x="497" y="241"/>
                  </a:cubicBezTo>
                  <a:cubicBezTo>
                    <a:pt x="459" y="242"/>
                    <a:pt x="459" y="242"/>
                    <a:pt x="459" y="242"/>
                  </a:cubicBezTo>
                  <a:cubicBezTo>
                    <a:pt x="459" y="250"/>
                    <a:pt x="459" y="250"/>
                    <a:pt x="459" y="250"/>
                  </a:cubicBezTo>
                  <a:cubicBezTo>
                    <a:pt x="497" y="249"/>
                    <a:pt x="497" y="249"/>
                    <a:pt x="497" y="249"/>
                  </a:cubicBezTo>
                  <a:close/>
                  <a:moveTo>
                    <a:pt x="454" y="294"/>
                  </a:moveTo>
                  <a:cubicBezTo>
                    <a:pt x="492" y="299"/>
                    <a:pt x="492" y="299"/>
                    <a:pt x="492" y="299"/>
                  </a:cubicBezTo>
                  <a:cubicBezTo>
                    <a:pt x="493" y="291"/>
                    <a:pt x="493" y="291"/>
                    <a:pt x="493" y="291"/>
                  </a:cubicBezTo>
                  <a:cubicBezTo>
                    <a:pt x="463" y="287"/>
                    <a:pt x="463" y="287"/>
                    <a:pt x="463" y="287"/>
                  </a:cubicBezTo>
                  <a:cubicBezTo>
                    <a:pt x="463" y="287"/>
                    <a:pt x="463" y="287"/>
                    <a:pt x="463" y="287"/>
                  </a:cubicBezTo>
                  <a:cubicBezTo>
                    <a:pt x="495" y="277"/>
                    <a:pt x="495" y="277"/>
                    <a:pt x="495" y="277"/>
                  </a:cubicBezTo>
                  <a:cubicBezTo>
                    <a:pt x="496" y="265"/>
                    <a:pt x="496" y="265"/>
                    <a:pt x="496" y="265"/>
                  </a:cubicBezTo>
                  <a:cubicBezTo>
                    <a:pt x="458" y="260"/>
                    <a:pt x="458" y="260"/>
                    <a:pt x="458" y="260"/>
                  </a:cubicBezTo>
                  <a:cubicBezTo>
                    <a:pt x="457" y="267"/>
                    <a:pt x="457" y="267"/>
                    <a:pt x="457" y="267"/>
                  </a:cubicBezTo>
                  <a:cubicBezTo>
                    <a:pt x="489" y="271"/>
                    <a:pt x="489" y="271"/>
                    <a:pt x="489" y="271"/>
                  </a:cubicBezTo>
                  <a:cubicBezTo>
                    <a:pt x="489" y="272"/>
                    <a:pt x="489" y="272"/>
                    <a:pt x="489" y="272"/>
                  </a:cubicBezTo>
                  <a:cubicBezTo>
                    <a:pt x="456" y="282"/>
                    <a:pt x="456" y="282"/>
                    <a:pt x="456" y="282"/>
                  </a:cubicBezTo>
                  <a:cubicBezTo>
                    <a:pt x="454" y="294"/>
                    <a:pt x="454" y="294"/>
                    <a:pt x="454" y="294"/>
                  </a:cubicBezTo>
                  <a:close/>
                  <a:moveTo>
                    <a:pt x="450" y="308"/>
                  </a:moveTo>
                  <a:cubicBezTo>
                    <a:pt x="456" y="313"/>
                    <a:pt x="456" y="313"/>
                    <a:pt x="456" y="313"/>
                  </a:cubicBezTo>
                  <a:cubicBezTo>
                    <a:pt x="451" y="327"/>
                    <a:pt x="451" y="327"/>
                    <a:pt x="451" y="327"/>
                  </a:cubicBezTo>
                  <a:cubicBezTo>
                    <a:pt x="443" y="327"/>
                    <a:pt x="443" y="327"/>
                    <a:pt x="443" y="327"/>
                  </a:cubicBezTo>
                  <a:cubicBezTo>
                    <a:pt x="440" y="335"/>
                    <a:pt x="440" y="335"/>
                    <a:pt x="440" y="335"/>
                  </a:cubicBezTo>
                  <a:cubicBezTo>
                    <a:pt x="481" y="335"/>
                    <a:pt x="481" y="335"/>
                    <a:pt x="481" y="335"/>
                  </a:cubicBezTo>
                  <a:cubicBezTo>
                    <a:pt x="484" y="326"/>
                    <a:pt x="484" y="326"/>
                    <a:pt x="484" y="326"/>
                  </a:cubicBezTo>
                  <a:cubicBezTo>
                    <a:pt x="452" y="300"/>
                    <a:pt x="452" y="300"/>
                    <a:pt x="452" y="300"/>
                  </a:cubicBezTo>
                  <a:cubicBezTo>
                    <a:pt x="450" y="308"/>
                    <a:pt x="450" y="308"/>
                    <a:pt x="450" y="308"/>
                  </a:cubicBezTo>
                  <a:close/>
                  <a:moveTo>
                    <a:pt x="462" y="317"/>
                  </a:moveTo>
                  <a:cubicBezTo>
                    <a:pt x="475" y="328"/>
                    <a:pt x="475" y="328"/>
                    <a:pt x="475" y="328"/>
                  </a:cubicBezTo>
                  <a:cubicBezTo>
                    <a:pt x="475" y="328"/>
                    <a:pt x="475" y="328"/>
                    <a:pt x="475" y="328"/>
                  </a:cubicBezTo>
                  <a:cubicBezTo>
                    <a:pt x="458" y="327"/>
                    <a:pt x="458" y="327"/>
                    <a:pt x="458" y="327"/>
                  </a:cubicBezTo>
                  <a:lnTo>
                    <a:pt x="462" y="31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2" name="íSļïḓê"/>
            <p:cNvSpPr/>
            <p:nvPr/>
          </p:nvSpPr>
          <p:spPr bwMode="auto">
            <a:xfrm>
              <a:off x="8400175" y="2903012"/>
              <a:ext cx="400822" cy="396732"/>
            </a:xfrm>
            <a:custGeom>
              <a:avLst/>
              <a:gdLst>
                <a:gd name="T0" fmla="*/ 64 w 124"/>
                <a:gd name="T1" fmla="*/ 67 h 123"/>
                <a:gd name="T2" fmla="*/ 66 w 124"/>
                <a:gd name="T3" fmla="*/ 73 h 123"/>
                <a:gd name="T4" fmla="*/ 48 w 124"/>
                <a:gd name="T5" fmla="*/ 76 h 123"/>
                <a:gd name="T6" fmla="*/ 30 w 124"/>
                <a:gd name="T7" fmla="*/ 63 h 123"/>
                <a:gd name="T8" fmla="*/ 33 w 124"/>
                <a:gd name="T9" fmla="*/ 65 h 123"/>
                <a:gd name="T10" fmla="*/ 26 w 124"/>
                <a:gd name="T11" fmla="*/ 74 h 123"/>
                <a:gd name="T12" fmla="*/ 30 w 124"/>
                <a:gd name="T13" fmla="*/ 63 h 123"/>
                <a:gd name="T14" fmla="*/ 61 w 124"/>
                <a:gd name="T15" fmla="*/ 32 h 123"/>
                <a:gd name="T16" fmla="*/ 65 w 124"/>
                <a:gd name="T17" fmla="*/ 49 h 123"/>
                <a:gd name="T18" fmla="*/ 55 w 124"/>
                <a:gd name="T19" fmla="*/ 31 h 123"/>
                <a:gd name="T20" fmla="*/ 48 w 124"/>
                <a:gd name="T21" fmla="*/ 23 h 123"/>
                <a:gd name="T22" fmla="*/ 42 w 124"/>
                <a:gd name="T23" fmla="*/ 28 h 123"/>
                <a:gd name="T24" fmla="*/ 36 w 124"/>
                <a:gd name="T25" fmla="*/ 43 h 123"/>
                <a:gd name="T26" fmla="*/ 30 w 124"/>
                <a:gd name="T27" fmla="*/ 39 h 123"/>
                <a:gd name="T28" fmla="*/ 21 w 124"/>
                <a:gd name="T29" fmla="*/ 34 h 123"/>
                <a:gd name="T30" fmla="*/ 5 w 124"/>
                <a:gd name="T31" fmla="*/ 52 h 123"/>
                <a:gd name="T32" fmla="*/ 0 w 124"/>
                <a:gd name="T33" fmla="*/ 73 h 123"/>
                <a:gd name="T34" fmla="*/ 2 w 124"/>
                <a:gd name="T35" fmla="*/ 85 h 123"/>
                <a:gd name="T36" fmla="*/ 14 w 124"/>
                <a:gd name="T37" fmla="*/ 89 h 123"/>
                <a:gd name="T38" fmla="*/ 30 w 124"/>
                <a:gd name="T39" fmla="*/ 83 h 123"/>
                <a:gd name="T40" fmla="*/ 36 w 124"/>
                <a:gd name="T41" fmla="*/ 91 h 123"/>
                <a:gd name="T42" fmla="*/ 8 w 124"/>
                <a:gd name="T43" fmla="*/ 115 h 123"/>
                <a:gd name="T44" fmla="*/ 105 w 124"/>
                <a:gd name="T45" fmla="*/ 97 h 123"/>
                <a:gd name="T46" fmla="*/ 91 w 124"/>
                <a:gd name="T47" fmla="*/ 116 h 123"/>
                <a:gd name="T48" fmla="*/ 92 w 124"/>
                <a:gd name="T49" fmla="*/ 120 h 123"/>
                <a:gd name="T50" fmla="*/ 122 w 124"/>
                <a:gd name="T51" fmla="*/ 97 h 123"/>
                <a:gd name="T52" fmla="*/ 107 w 124"/>
                <a:gd name="T53" fmla="*/ 78 h 123"/>
                <a:gd name="T54" fmla="*/ 85 w 124"/>
                <a:gd name="T55" fmla="*/ 79 h 123"/>
                <a:gd name="T56" fmla="*/ 83 w 124"/>
                <a:gd name="T57" fmla="*/ 59 h 123"/>
                <a:gd name="T58" fmla="*/ 77 w 124"/>
                <a:gd name="T59" fmla="*/ 38 h 123"/>
                <a:gd name="T60" fmla="*/ 94 w 124"/>
                <a:gd name="T61" fmla="*/ 16 h 123"/>
                <a:gd name="T62" fmla="*/ 85 w 124"/>
                <a:gd name="T63" fmla="*/ 6 h 123"/>
                <a:gd name="T64" fmla="*/ 81 w 124"/>
                <a:gd name="T65" fmla="*/ 0 h 123"/>
                <a:gd name="T66" fmla="*/ 70 w 124"/>
                <a:gd name="T67" fmla="*/ 15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24" h="123">
                  <a:moveTo>
                    <a:pt x="48" y="74"/>
                  </a:moveTo>
                  <a:cubicBezTo>
                    <a:pt x="48" y="63"/>
                    <a:pt x="56" y="67"/>
                    <a:pt x="64" y="67"/>
                  </a:cubicBezTo>
                  <a:cubicBezTo>
                    <a:pt x="65" y="69"/>
                    <a:pt x="65" y="69"/>
                    <a:pt x="65" y="69"/>
                  </a:cubicBezTo>
                  <a:cubicBezTo>
                    <a:pt x="66" y="73"/>
                    <a:pt x="66" y="73"/>
                    <a:pt x="66" y="73"/>
                  </a:cubicBezTo>
                  <a:cubicBezTo>
                    <a:pt x="64" y="76"/>
                    <a:pt x="58" y="82"/>
                    <a:pt x="53" y="82"/>
                  </a:cubicBezTo>
                  <a:cubicBezTo>
                    <a:pt x="51" y="82"/>
                    <a:pt x="48" y="79"/>
                    <a:pt x="48" y="76"/>
                  </a:cubicBezTo>
                  <a:cubicBezTo>
                    <a:pt x="48" y="74"/>
                    <a:pt x="48" y="74"/>
                    <a:pt x="48" y="74"/>
                  </a:cubicBezTo>
                  <a:close/>
                  <a:moveTo>
                    <a:pt x="30" y="63"/>
                  </a:moveTo>
                  <a:cubicBezTo>
                    <a:pt x="30" y="64"/>
                    <a:pt x="30" y="64"/>
                    <a:pt x="30" y="64"/>
                  </a:cubicBezTo>
                  <a:cubicBezTo>
                    <a:pt x="33" y="65"/>
                    <a:pt x="33" y="65"/>
                    <a:pt x="33" y="65"/>
                  </a:cubicBezTo>
                  <a:cubicBezTo>
                    <a:pt x="33" y="68"/>
                    <a:pt x="34" y="76"/>
                    <a:pt x="30" y="76"/>
                  </a:cubicBezTo>
                  <a:cubicBezTo>
                    <a:pt x="29" y="76"/>
                    <a:pt x="29" y="75"/>
                    <a:pt x="26" y="74"/>
                  </a:cubicBezTo>
                  <a:cubicBezTo>
                    <a:pt x="25" y="70"/>
                    <a:pt x="25" y="70"/>
                    <a:pt x="25" y="70"/>
                  </a:cubicBezTo>
                  <a:cubicBezTo>
                    <a:pt x="30" y="63"/>
                    <a:pt x="30" y="63"/>
                    <a:pt x="30" y="63"/>
                  </a:cubicBezTo>
                  <a:close/>
                  <a:moveTo>
                    <a:pt x="61" y="29"/>
                  </a:moveTo>
                  <a:cubicBezTo>
                    <a:pt x="61" y="32"/>
                    <a:pt x="61" y="32"/>
                    <a:pt x="61" y="32"/>
                  </a:cubicBezTo>
                  <a:cubicBezTo>
                    <a:pt x="61" y="37"/>
                    <a:pt x="65" y="41"/>
                    <a:pt x="65" y="45"/>
                  </a:cubicBezTo>
                  <a:cubicBezTo>
                    <a:pt x="65" y="49"/>
                    <a:pt x="65" y="49"/>
                    <a:pt x="65" y="49"/>
                  </a:cubicBezTo>
                  <a:cubicBezTo>
                    <a:pt x="65" y="53"/>
                    <a:pt x="62" y="56"/>
                    <a:pt x="58" y="56"/>
                  </a:cubicBezTo>
                  <a:cubicBezTo>
                    <a:pt x="47" y="56"/>
                    <a:pt x="55" y="37"/>
                    <a:pt x="55" y="31"/>
                  </a:cubicBezTo>
                  <a:cubicBezTo>
                    <a:pt x="55" y="30"/>
                    <a:pt x="55" y="30"/>
                    <a:pt x="55" y="30"/>
                  </a:cubicBezTo>
                  <a:cubicBezTo>
                    <a:pt x="55" y="26"/>
                    <a:pt x="51" y="23"/>
                    <a:pt x="48" y="23"/>
                  </a:cubicBezTo>
                  <a:cubicBezTo>
                    <a:pt x="46" y="23"/>
                    <a:pt x="44" y="24"/>
                    <a:pt x="43" y="25"/>
                  </a:cubicBezTo>
                  <a:cubicBezTo>
                    <a:pt x="42" y="27"/>
                    <a:pt x="42" y="27"/>
                    <a:pt x="42" y="28"/>
                  </a:cubicBezTo>
                  <a:cubicBezTo>
                    <a:pt x="41" y="30"/>
                    <a:pt x="41" y="28"/>
                    <a:pt x="40" y="30"/>
                  </a:cubicBezTo>
                  <a:cubicBezTo>
                    <a:pt x="39" y="31"/>
                    <a:pt x="36" y="42"/>
                    <a:pt x="36" y="43"/>
                  </a:cubicBezTo>
                  <a:cubicBezTo>
                    <a:pt x="36" y="43"/>
                    <a:pt x="35" y="44"/>
                    <a:pt x="34" y="44"/>
                  </a:cubicBezTo>
                  <a:cubicBezTo>
                    <a:pt x="32" y="44"/>
                    <a:pt x="31" y="40"/>
                    <a:pt x="30" y="39"/>
                  </a:cubicBezTo>
                  <a:cubicBezTo>
                    <a:pt x="29" y="37"/>
                    <a:pt x="24" y="34"/>
                    <a:pt x="23" y="34"/>
                  </a:cubicBezTo>
                  <a:cubicBezTo>
                    <a:pt x="21" y="34"/>
                    <a:pt x="21" y="34"/>
                    <a:pt x="21" y="34"/>
                  </a:cubicBezTo>
                  <a:cubicBezTo>
                    <a:pt x="17" y="34"/>
                    <a:pt x="11" y="37"/>
                    <a:pt x="9" y="39"/>
                  </a:cubicBezTo>
                  <a:cubicBezTo>
                    <a:pt x="7" y="43"/>
                    <a:pt x="5" y="48"/>
                    <a:pt x="5" y="52"/>
                  </a:cubicBezTo>
                  <a:cubicBezTo>
                    <a:pt x="2" y="54"/>
                    <a:pt x="2" y="57"/>
                    <a:pt x="2" y="62"/>
                  </a:cubicBezTo>
                  <a:cubicBezTo>
                    <a:pt x="2" y="66"/>
                    <a:pt x="0" y="71"/>
                    <a:pt x="0" y="73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2" y="84"/>
                    <a:pt x="2" y="85"/>
                  </a:cubicBezTo>
                  <a:cubicBezTo>
                    <a:pt x="3" y="86"/>
                    <a:pt x="8" y="89"/>
                    <a:pt x="10" y="89"/>
                  </a:cubicBezTo>
                  <a:cubicBezTo>
                    <a:pt x="14" y="89"/>
                    <a:pt x="14" y="89"/>
                    <a:pt x="14" y="89"/>
                  </a:cubicBezTo>
                  <a:cubicBezTo>
                    <a:pt x="21" y="89"/>
                    <a:pt x="24" y="83"/>
                    <a:pt x="28" y="83"/>
                  </a:cubicBezTo>
                  <a:cubicBezTo>
                    <a:pt x="30" y="83"/>
                    <a:pt x="30" y="83"/>
                    <a:pt x="30" y="83"/>
                  </a:cubicBezTo>
                  <a:cubicBezTo>
                    <a:pt x="34" y="83"/>
                    <a:pt x="35" y="86"/>
                    <a:pt x="37" y="87"/>
                  </a:cubicBezTo>
                  <a:cubicBezTo>
                    <a:pt x="36" y="91"/>
                    <a:pt x="36" y="91"/>
                    <a:pt x="36" y="91"/>
                  </a:cubicBezTo>
                  <a:cubicBezTo>
                    <a:pt x="29" y="97"/>
                    <a:pt x="30" y="97"/>
                    <a:pt x="19" y="101"/>
                  </a:cubicBezTo>
                  <a:cubicBezTo>
                    <a:pt x="9" y="104"/>
                    <a:pt x="8" y="105"/>
                    <a:pt x="8" y="115"/>
                  </a:cubicBezTo>
                  <a:cubicBezTo>
                    <a:pt x="22" y="123"/>
                    <a:pt x="44" y="103"/>
                    <a:pt x="53" y="98"/>
                  </a:cubicBezTo>
                  <a:cubicBezTo>
                    <a:pt x="58" y="96"/>
                    <a:pt x="105" y="85"/>
                    <a:pt x="105" y="97"/>
                  </a:cubicBezTo>
                  <a:cubicBezTo>
                    <a:pt x="105" y="98"/>
                    <a:pt x="105" y="98"/>
                    <a:pt x="105" y="98"/>
                  </a:cubicBezTo>
                  <a:cubicBezTo>
                    <a:pt x="105" y="102"/>
                    <a:pt x="91" y="109"/>
                    <a:pt x="91" y="116"/>
                  </a:cubicBezTo>
                  <a:cubicBezTo>
                    <a:pt x="91" y="117"/>
                    <a:pt x="91" y="117"/>
                    <a:pt x="91" y="117"/>
                  </a:cubicBezTo>
                  <a:cubicBezTo>
                    <a:pt x="91" y="119"/>
                    <a:pt x="91" y="119"/>
                    <a:pt x="92" y="120"/>
                  </a:cubicBezTo>
                  <a:cubicBezTo>
                    <a:pt x="97" y="121"/>
                    <a:pt x="97" y="121"/>
                    <a:pt x="97" y="121"/>
                  </a:cubicBezTo>
                  <a:cubicBezTo>
                    <a:pt x="109" y="114"/>
                    <a:pt x="118" y="113"/>
                    <a:pt x="122" y="97"/>
                  </a:cubicBezTo>
                  <a:cubicBezTo>
                    <a:pt x="124" y="89"/>
                    <a:pt x="123" y="84"/>
                    <a:pt x="116" y="81"/>
                  </a:cubicBezTo>
                  <a:cubicBezTo>
                    <a:pt x="111" y="80"/>
                    <a:pt x="114" y="78"/>
                    <a:pt x="107" y="78"/>
                  </a:cubicBezTo>
                  <a:cubicBezTo>
                    <a:pt x="103" y="78"/>
                    <a:pt x="99" y="77"/>
                    <a:pt x="95" y="77"/>
                  </a:cubicBezTo>
                  <a:cubicBezTo>
                    <a:pt x="85" y="79"/>
                    <a:pt x="85" y="79"/>
                    <a:pt x="85" y="79"/>
                  </a:cubicBezTo>
                  <a:cubicBezTo>
                    <a:pt x="83" y="79"/>
                    <a:pt x="81" y="77"/>
                    <a:pt x="81" y="77"/>
                  </a:cubicBezTo>
                  <a:cubicBezTo>
                    <a:pt x="81" y="72"/>
                    <a:pt x="79" y="62"/>
                    <a:pt x="83" y="59"/>
                  </a:cubicBezTo>
                  <a:cubicBezTo>
                    <a:pt x="85" y="57"/>
                    <a:pt x="96" y="51"/>
                    <a:pt x="96" y="50"/>
                  </a:cubicBezTo>
                  <a:cubicBezTo>
                    <a:pt x="96" y="37"/>
                    <a:pt x="77" y="51"/>
                    <a:pt x="77" y="38"/>
                  </a:cubicBezTo>
                  <a:cubicBezTo>
                    <a:pt x="77" y="34"/>
                    <a:pt x="82" y="29"/>
                    <a:pt x="84" y="27"/>
                  </a:cubicBezTo>
                  <a:cubicBezTo>
                    <a:pt x="90" y="21"/>
                    <a:pt x="90" y="25"/>
                    <a:pt x="94" y="16"/>
                  </a:cubicBezTo>
                  <a:cubicBezTo>
                    <a:pt x="85" y="14"/>
                    <a:pt x="85" y="14"/>
                    <a:pt x="85" y="14"/>
                  </a:cubicBezTo>
                  <a:cubicBezTo>
                    <a:pt x="85" y="6"/>
                    <a:pt x="85" y="6"/>
                    <a:pt x="85" y="6"/>
                  </a:cubicBezTo>
                  <a:cubicBezTo>
                    <a:pt x="85" y="6"/>
                    <a:pt x="85" y="6"/>
                    <a:pt x="85" y="6"/>
                  </a:cubicBezTo>
                  <a:cubicBezTo>
                    <a:pt x="85" y="2"/>
                    <a:pt x="84" y="0"/>
                    <a:pt x="81" y="0"/>
                  </a:cubicBezTo>
                  <a:cubicBezTo>
                    <a:pt x="78" y="0"/>
                    <a:pt x="78" y="0"/>
                    <a:pt x="78" y="0"/>
                  </a:cubicBezTo>
                  <a:cubicBezTo>
                    <a:pt x="73" y="0"/>
                    <a:pt x="73" y="11"/>
                    <a:pt x="70" y="15"/>
                  </a:cubicBezTo>
                  <a:cubicBezTo>
                    <a:pt x="67" y="20"/>
                    <a:pt x="61" y="22"/>
                    <a:pt x="61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3" name="ïšlîḍe"/>
            <p:cNvSpPr/>
            <p:nvPr/>
          </p:nvSpPr>
          <p:spPr bwMode="auto">
            <a:xfrm>
              <a:off x="5320386" y="3167500"/>
              <a:ext cx="109067" cy="174508"/>
            </a:xfrm>
            <a:custGeom>
              <a:avLst/>
              <a:gdLst>
                <a:gd name="T0" fmla="*/ 3 w 34"/>
                <a:gd name="T1" fmla="*/ 17 h 54"/>
                <a:gd name="T2" fmla="*/ 1 w 34"/>
                <a:gd name="T3" fmla="*/ 20 h 54"/>
                <a:gd name="T4" fmla="*/ 0 w 34"/>
                <a:gd name="T5" fmla="*/ 29 h 54"/>
                <a:gd name="T6" fmla="*/ 20 w 34"/>
                <a:gd name="T7" fmla="*/ 54 h 54"/>
                <a:gd name="T8" fmla="*/ 34 w 34"/>
                <a:gd name="T9" fmla="*/ 40 h 54"/>
                <a:gd name="T10" fmla="*/ 29 w 34"/>
                <a:gd name="T11" fmla="*/ 15 h 54"/>
                <a:gd name="T12" fmla="*/ 27 w 34"/>
                <a:gd name="T13" fmla="*/ 10 h 54"/>
                <a:gd name="T14" fmla="*/ 24 w 34"/>
                <a:gd name="T15" fmla="*/ 5 h 54"/>
                <a:gd name="T16" fmla="*/ 14 w 34"/>
                <a:gd name="T17" fmla="*/ 0 h 54"/>
                <a:gd name="T18" fmla="*/ 3 w 34"/>
                <a:gd name="T19" fmla="*/ 17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4" h="54">
                  <a:moveTo>
                    <a:pt x="3" y="17"/>
                  </a:moveTo>
                  <a:cubicBezTo>
                    <a:pt x="1" y="20"/>
                    <a:pt x="1" y="20"/>
                    <a:pt x="1" y="20"/>
                  </a:cubicBezTo>
                  <a:cubicBezTo>
                    <a:pt x="1" y="25"/>
                    <a:pt x="0" y="26"/>
                    <a:pt x="0" y="29"/>
                  </a:cubicBezTo>
                  <a:cubicBezTo>
                    <a:pt x="0" y="44"/>
                    <a:pt x="6" y="54"/>
                    <a:pt x="20" y="54"/>
                  </a:cubicBezTo>
                  <a:cubicBezTo>
                    <a:pt x="27" y="54"/>
                    <a:pt x="34" y="47"/>
                    <a:pt x="34" y="40"/>
                  </a:cubicBezTo>
                  <a:cubicBezTo>
                    <a:pt x="34" y="34"/>
                    <a:pt x="32" y="20"/>
                    <a:pt x="29" y="15"/>
                  </a:cubicBezTo>
                  <a:cubicBezTo>
                    <a:pt x="28" y="13"/>
                    <a:pt x="28" y="12"/>
                    <a:pt x="27" y="10"/>
                  </a:cubicBezTo>
                  <a:cubicBezTo>
                    <a:pt x="27" y="8"/>
                    <a:pt x="25" y="8"/>
                    <a:pt x="24" y="5"/>
                  </a:cubicBezTo>
                  <a:cubicBezTo>
                    <a:pt x="23" y="3"/>
                    <a:pt x="18" y="0"/>
                    <a:pt x="14" y="0"/>
                  </a:cubicBezTo>
                  <a:cubicBezTo>
                    <a:pt x="6" y="0"/>
                    <a:pt x="3" y="9"/>
                    <a:pt x="3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4" name="íśľîḑê"/>
            <p:cNvSpPr/>
            <p:nvPr/>
          </p:nvSpPr>
          <p:spPr bwMode="auto">
            <a:xfrm>
              <a:off x="8310194" y="3254754"/>
              <a:ext cx="77710" cy="145878"/>
            </a:xfrm>
            <a:custGeom>
              <a:avLst/>
              <a:gdLst>
                <a:gd name="T0" fmla="*/ 7 w 24"/>
                <a:gd name="T1" fmla="*/ 17 h 45"/>
                <a:gd name="T2" fmla="*/ 3 w 24"/>
                <a:gd name="T3" fmla="*/ 24 h 45"/>
                <a:gd name="T4" fmla="*/ 0 w 24"/>
                <a:gd name="T5" fmla="*/ 33 h 45"/>
                <a:gd name="T6" fmla="*/ 0 w 24"/>
                <a:gd name="T7" fmla="*/ 38 h 45"/>
                <a:gd name="T8" fmla="*/ 4 w 24"/>
                <a:gd name="T9" fmla="*/ 44 h 45"/>
                <a:gd name="T10" fmla="*/ 5 w 24"/>
                <a:gd name="T11" fmla="*/ 45 h 45"/>
                <a:gd name="T12" fmla="*/ 23 w 24"/>
                <a:gd name="T13" fmla="*/ 31 h 45"/>
                <a:gd name="T14" fmla="*/ 24 w 24"/>
                <a:gd name="T15" fmla="*/ 5 h 45"/>
                <a:gd name="T16" fmla="*/ 21 w 24"/>
                <a:gd name="T17" fmla="*/ 0 h 45"/>
                <a:gd name="T18" fmla="*/ 12 w 24"/>
                <a:gd name="T19" fmla="*/ 6 h 45"/>
                <a:gd name="T20" fmla="*/ 7 w 24"/>
                <a:gd name="T21" fmla="*/ 17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4" h="45">
                  <a:moveTo>
                    <a:pt x="7" y="17"/>
                  </a:moveTo>
                  <a:cubicBezTo>
                    <a:pt x="2" y="19"/>
                    <a:pt x="5" y="20"/>
                    <a:pt x="3" y="24"/>
                  </a:cubicBezTo>
                  <a:cubicBezTo>
                    <a:pt x="2" y="27"/>
                    <a:pt x="0" y="26"/>
                    <a:pt x="0" y="33"/>
                  </a:cubicBezTo>
                  <a:cubicBezTo>
                    <a:pt x="0" y="38"/>
                    <a:pt x="0" y="38"/>
                    <a:pt x="0" y="38"/>
                  </a:cubicBezTo>
                  <a:cubicBezTo>
                    <a:pt x="0" y="41"/>
                    <a:pt x="3" y="40"/>
                    <a:pt x="4" y="44"/>
                  </a:cubicBezTo>
                  <a:cubicBezTo>
                    <a:pt x="5" y="45"/>
                    <a:pt x="5" y="45"/>
                    <a:pt x="5" y="45"/>
                  </a:cubicBezTo>
                  <a:cubicBezTo>
                    <a:pt x="18" y="44"/>
                    <a:pt x="19" y="40"/>
                    <a:pt x="23" y="31"/>
                  </a:cubicBezTo>
                  <a:cubicBezTo>
                    <a:pt x="12" y="11"/>
                    <a:pt x="24" y="12"/>
                    <a:pt x="24" y="5"/>
                  </a:cubicBezTo>
                  <a:cubicBezTo>
                    <a:pt x="24" y="2"/>
                    <a:pt x="23" y="2"/>
                    <a:pt x="21" y="0"/>
                  </a:cubicBezTo>
                  <a:cubicBezTo>
                    <a:pt x="16" y="3"/>
                    <a:pt x="14" y="0"/>
                    <a:pt x="12" y="6"/>
                  </a:cubicBezTo>
                  <a:cubicBezTo>
                    <a:pt x="9" y="11"/>
                    <a:pt x="7" y="10"/>
                    <a:pt x="7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5" name="iṧ1iḋé"/>
            <p:cNvSpPr/>
            <p:nvPr/>
          </p:nvSpPr>
          <p:spPr bwMode="auto">
            <a:xfrm>
              <a:off x="7778491" y="3096606"/>
              <a:ext cx="444449" cy="414456"/>
            </a:xfrm>
            <a:custGeom>
              <a:avLst/>
              <a:gdLst>
                <a:gd name="T0" fmla="*/ 53 w 138"/>
                <a:gd name="T1" fmla="*/ 65 h 128"/>
                <a:gd name="T2" fmla="*/ 61 w 138"/>
                <a:gd name="T3" fmla="*/ 54 h 128"/>
                <a:gd name="T4" fmla="*/ 73 w 138"/>
                <a:gd name="T5" fmla="*/ 48 h 128"/>
                <a:gd name="T6" fmla="*/ 86 w 138"/>
                <a:gd name="T7" fmla="*/ 42 h 128"/>
                <a:gd name="T8" fmla="*/ 93 w 138"/>
                <a:gd name="T9" fmla="*/ 30 h 128"/>
                <a:gd name="T10" fmla="*/ 93 w 138"/>
                <a:gd name="T11" fmla="*/ 29 h 128"/>
                <a:gd name="T12" fmla="*/ 73 w 138"/>
                <a:gd name="T13" fmla="*/ 21 h 128"/>
                <a:gd name="T14" fmla="*/ 68 w 138"/>
                <a:gd name="T15" fmla="*/ 14 h 128"/>
                <a:gd name="T16" fmla="*/ 64 w 138"/>
                <a:gd name="T17" fmla="*/ 8 h 128"/>
                <a:gd name="T18" fmla="*/ 59 w 138"/>
                <a:gd name="T19" fmla="*/ 3 h 128"/>
                <a:gd name="T20" fmla="*/ 52 w 138"/>
                <a:gd name="T21" fmla="*/ 0 h 128"/>
                <a:gd name="T22" fmla="*/ 50 w 138"/>
                <a:gd name="T23" fmla="*/ 0 h 128"/>
                <a:gd name="T24" fmla="*/ 46 w 138"/>
                <a:gd name="T25" fmla="*/ 2 h 128"/>
                <a:gd name="T26" fmla="*/ 41 w 138"/>
                <a:gd name="T27" fmla="*/ 4 h 128"/>
                <a:gd name="T28" fmla="*/ 36 w 138"/>
                <a:gd name="T29" fmla="*/ 13 h 128"/>
                <a:gd name="T30" fmla="*/ 35 w 138"/>
                <a:gd name="T31" fmla="*/ 25 h 128"/>
                <a:gd name="T32" fmla="*/ 32 w 138"/>
                <a:gd name="T33" fmla="*/ 35 h 128"/>
                <a:gd name="T34" fmla="*/ 15 w 138"/>
                <a:gd name="T35" fmla="*/ 40 h 128"/>
                <a:gd name="T36" fmla="*/ 8 w 138"/>
                <a:gd name="T37" fmla="*/ 44 h 128"/>
                <a:gd name="T38" fmla="*/ 5 w 138"/>
                <a:gd name="T39" fmla="*/ 51 h 128"/>
                <a:gd name="T40" fmla="*/ 29 w 138"/>
                <a:gd name="T41" fmla="*/ 69 h 128"/>
                <a:gd name="T42" fmla="*/ 29 w 138"/>
                <a:gd name="T43" fmla="*/ 70 h 128"/>
                <a:gd name="T44" fmla="*/ 16 w 138"/>
                <a:gd name="T45" fmla="*/ 94 h 128"/>
                <a:gd name="T46" fmla="*/ 2 w 138"/>
                <a:gd name="T47" fmla="*/ 110 h 128"/>
                <a:gd name="T48" fmla="*/ 0 w 138"/>
                <a:gd name="T49" fmla="*/ 121 h 128"/>
                <a:gd name="T50" fmla="*/ 3 w 138"/>
                <a:gd name="T51" fmla="*/ 123 h 128"/>
                <a:gd name="T52" fmla="*/ 18 w 138"/>
                <a:gd name="T53" fmla="*/ 116 h 128"/>
                <a:gd name="T54" fmla="*/ 28 w 138"/>
                <a:gd name="T55" fmla="*/ 106 h 128"/>
                <a:gd name="T56" fmla="*/ 46 w 138"/>
                <a:gd name="T57" fmla="*/ 83 h 128"/>
                <a:gd name="T58" fmla="*/ 49 w 138"/>
                <a:gd name="T59" fmla="*/ 83 h 128"/>
                <a:gd name="T60" fmla="*/ 64 w 138"/>
                <a:gd name="T61" fmla="*/ 96 h 128"/>
                <a:gd name="T62" fmla="*/ 74 w 138"/>
                <a:gd name="T63" fmla="*/ 111 h 128"/>
                <a:gd name="T64" fmla="*/ 89 w 138"/>
                <a:gd name="T65" fmla="*/ 123 h 128"/>
                <a:gd name="T66" fmla="*/ 110 w 138"/>
                <a:gd name="T67" fmla="*/ 128 h 128"/>
                <a:gd name="T68" fmla="*/ 138 w 138"/>
                <a:gd name="T69" fmla="*/ 121 h 128"/>
                <a:gd name="T70" fmla="*/ 138 w 138"/>
                <a:gd name="T71" fmla="*/ 120 h 128"/>
                <a:gd name="T72" fmla="*/ 127 w 138"/>
                <a:gd name="T73" fmla="*/ 112 h 128"/>
                <a:gd name="T74" fmla="*/ 126 w 138"/>
                <a:gd name="T75" fmla="*/ 113 h 128"/>
                <a:gd name="T76" fmla="*/ 120 w 138"/>
                <a:gd name="T77" fmla="*/ 110 h 128"/>
                <a:gd name="T78" fmla="*/ 108 w 138"/>
                <a:gd name="T79" fmla="*/ 104 h 128"/>
                <a:gd name="T80" fmla="*/ 97 w 138"/>
                <a:gd name="T81" fmla="*/ 98 h 128"/>
                <a:gd name="T82" fmla="*/ 79 w 138"/>
                <a:gd name="T83" fmla="*/ 83 h 128"/>
                <a:gd name="T84" fmla="*/ 75 w 138"/>
                <a:gd name="T85" fmla="*/ 80 h 128"/>
                <a:gd name="T86" fmla="*/ 75 w 138"/>
                <a:gd name="T87" fmla="*/ 80 h 128"/>
                <a:gd name="T88" fmla="*/ 64 w 138"/>
                <a:gd name="T89" fmla="*/ 72 h 128"/>
                <a:gd name="T90" fmla="*/ 53 w 138"/>
                <a:gd name="T91" fmla="*/ 65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138" h="128">
                  <a:moveTo>
                    <a:pt x="53" y="65"/>
                  </a:moveTo>
                  <a:cubicBezTo>
                    <a:pt x="57" y="57"/>
                    <a:pt x="53" y="60"/>
                    <a:pt x="61" y="54"/>
                  </a:cubicBezTo>
                  <a:cubicBezTo>
                    <a:pt x="64" y="52"/>
                    <a:pt x="69" y="49"/>
                    <a:pt x="73" y="48"/>
                  </a:cubicBezTo>
                  <a:cubicBezTo>
                    <a:pt x="75" y="47"/>
                    <a:pt x="84" y="43"/>
                    <a:pt x="86" y="42"/>
                  </a:cubicBezTo>
                  <a:cubicBezTo>
                    <a:pt x="88" y="40"/>
                    <a:pt x="93" y="33"/>
                    <a:pt x="93" y="30"/>
                  </a:cubicBezTo>
                  <a:cubicBezTo>
                    <a:pt x="93" y="29"/>
                    <a:pt x="93" y="29"/>
                    <a:pt x="93" y="29"/>
                  </a:cubicBezTo>
                  <a:cubicBezTo>
                    <a:pt x="93" y="22"/>
                    <a:pt x="80" y="21"/>
                    <a:pt x="73" y="21"/>
                  </a:cubicBezTo>
                  <a:cubicBezTo>
                    <a:pt x="71" y="18"/>
                    <a:pt x="70" y="18"/>
                    <a:pt x="68" y="14"/>
                  </a:cubicBezTo>
                  <a:cubicBezTo>
                    <a:pt x="66" y="11"/>
                    <a:pt x="67" y="11"/>
                    <a:pt x="64" y="8"/>
                  </a:cubicBezTo>
                  <a:cubicBezTo>
                    <a:pt x="62" y="6"/>
                    <a:pt x="62" y="4"/>
                    <a:pt x="59" y="3"/>
                  </a:cubicBezTo>
                  <a:cubicBezTo>
                    <a:pt x="57" y="2"/>
                    <a:pt x="52" y="0"/>
                    <a:pt x="52" y="0"/>
                  </a:cubicBezTo>
                  <a:cubicBezTo>
                    <a:pt x="50" y="0"/>
                    <a:pt x="50" y="0"/>
                    <a:pt x="50" y="0"/>
                  </a:cubicBezTo>
                  <a:cubicBezTo>
                    <a:pt x="48" y="0"/>
                    <a:pt x="48" y="1"/>
                    <a:pt x="46" y="2"/>
                  </a:cubicBezTo>
                  <a:cubicBezTo>
                    <a:pt x="44" y="3"/>
                    <a:pt x="42" y="3"/>
                    <a:pt x="41" y="4"/>
                  </a:cubicBezTo>
                  <a:cubicBezTo>
                    <a:pt x="40" y="4"/>
                    <a:pt x="36" y="12"/>
                    <a:pt x="36" y="13"/>
                  </a:cubicBezTo>
                  <a:cubicBezTo>
                    <a:pt x="35" y="16"/>
                    <a:pt x="35" y="21"/>
                    <a:pt x="35" y="25"/>
                  </a:cubicBezTo>
                  <a:cubicBezTo>
                    <a:pt x="35" y="36"/>
                    <a:pt x="33" y="30"/>
                    <a:pt x="32" y="35"/>
                  </a:cubicBezTo>
                  <a:cubicBezTo>
                    <a:pt x="23" y="36"/>
                    <a:pt x="21" y="38"/>
                    <a:pt x="15" y="40"/>
                  </a:cubicBezTo>
                  <a:cubicBezTo>
                    <a:pt x="9" y="41"/>
                    <a:pt x="12" y="41"/>
                    <a:pt x="8" y="44"/>
                  </a:cubicBezTo>
                  <a:cubicBezTo>
                    <a:pt x="5" y="45"/>
                    <a:pt x="5" y="47"/>
                    <a:pt x="5" y="51"/>
                  </a:cubicBezTo>
                  <a:cubicBezTo>
                    <a:pt x="3" y="69"/>
                    <a:pt x="29" y="60"/>
                    <a:pt x="29" y="69"/>
                  </a:cubicBezTo>
                  <a:cubicBezTo>
                    <a:pt x="29" y="70"/>
                    <a:pt x="29" y="70"/>
                    <a:pt x="29" y="70"/>
                  </a:cubicBezTo>
                  <a:cubicBezTo>
                    <a:pt x="29" y="77"/>
                    <a:pt x="17" y="88"/>
                    <a:pt x="16" y="94"/>
                  </a:cubicBezTo>
                  <a:cubicBezTo>
                    <a:pt x="11" y="97"/>
                    <a:pt x="6" y="110"/>
                    <a:pt x="2" y="110"/>
                  </a:cubicBezTo>
                  <a:cubicBezTo>
                    <a:pt x="0" y="121"/>
                    <a:pt x="0" y="121"/>
                    <a:pt x="0" y="121"/>
                  </a:cubicBezTo>
                  <a:cubicBezTo>
                    <a:pt x="1" y="122"/>
                    <a:pt x="1" y="123"/>
                    <a:pt x="3" y="123"/>
                  </a:cubicBezTo>
                  <a:cubicBezTo>
                    <a:pt x="4" y="123"/>
                    <a:pt x="17" y="117"/>
                    <a:pt x="18" y="116"/>
                  </a:cubicBezTo>
                  <a:cubicBezTo>
                    <a:pt x="21" y="114"/>
                    <a:pt x="26" y="109"/>
                    <a:pt x="28" y="106"/>
                  </a:cubicBezTo>
                  <a:cubicBezTo>
                    <a:pt x="31" y="103"/>
                    <a:pt x="43" y="83"/>
                    <a:pt x="46" y="83"/>
                  </a:cubicBezTo>
                  <a:cubicBezTo>
                    <a:pt x="49" y="83"/>
                    <a:pt x="49" y="83"/>
                    <a:pt x="49" y="83"/>
                  </a:cubicBezTo>
                  <a:cubicBezTo>
                    <a:pt x="55" y="83"/>
                    <a:pt x="61" y="92"/>
                    <a:pt x="64" y="96"/>
                  </a:cubicBezTo>
                  <a:cubicBezTo>
                    <a:pt x="66" y="99"/>
                    <a:pt x="71" y="110"/>
                    <a:pt x="74" y="111"/>
                  </a:cubicBezTo>
                  <a:cubicBezTo>
                    <a:pt x="78" y="115"/>
                    <a:pt x="83" y="121"/>
                    <a:pt x="89" y="123"/>
                  </a:cubicBezTo>
                  <a:cubicBezTo>
                    <a:pt x="96" y="126"/>
                    <a:pt x="99" y="128"/>
                    <a:pt x="110" y="128"/>
                  </a:cubicBezTo>
                  <a:cubicBezTo>
                    <a:pt x="118" y="128"/>
                    <a:pt x="133" y="124"/>
                    <a:pt x="138" y="121"/>
                  </a:cubicBezTo>
                  <a:cubicBezTo>
                    <a:pt x="138" y="120"/>
                    <a:pt x="138" y="120"/>
                    <a:pt x="138" y="120"/>
                  </a:cubicBezTo>
                  <a:cubicBezTo>
                    <a:pt x="127" y="112"/>
                    <a:pt x="127" y="112"/>
                    <a:pt x="127" y="112"/>
                  </a:cubicBezTo>
                  <a:cubicBezTo>
                    <a:pt x="126" y="113"/>
                    <a:pt x="126" y="113"/>
                    <a:pt x="126" y="113"/>
                  </a:cubicBezTo>
                  <a:cubicBezTo>
                    <a:pt x="125" y="110"/>
                    <a:pt x="123" y="110"/>
                    <a:pt x="120" y="110"/>
                  </a:cubicBezTo>
                  <a:cubicBezTo>
                    <a:pt x="115" y="103"/>
                    <a:pt x="112" y="108"/>
                    <a:pt x="108" y="104"/>
                  </a:cubicBezTo>
                  <a:cubicBezTo>
                    <a:pt x="107" y="103"/>
                    <a:pt x="100" y="98"/>
                    <a:pt x="97" y="98"/>
                  </a:cubicBezTo>
                  <a:cubicBezTo>
                    <a:pt x="79" y="83"/>
                    <a:pt x="79" y="83"/>
                    <a:pt x="79" y="83"/>
                  </a:cubicBezTo>
                  <a:cubicBezTo>
                    <a:pt x="75" y="80"/>
                    <a:pt x="75" y="80"/>
                    <a:pt x="75" y="80"/>
                  </a:cubicBezTo>
                  <a:cubicBezTo>
                    <a:pt x="75" y="80"/>
                    <a:pt x="75" y="80"/>
                    <a:pt x="75" y="80"/>
                  </a:cubicBezTo>
                  <a:cubicBezTo>
                    <a:pt x="74" y="76"/>
                    <a:pt x="68" y="73"/>
                    <a:pt x="64" y="72"/>
                  </a:cubicBezTo>
                  <a:cubicBezTo>
                    <a:pt x="56" y="68"/>
                    <a:pt x="58" y="69"/>
                    <a:pt x="53" y="6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" name="í$ḻïďé"/>
            <p:cNvSpPr/>
            <p:nvPr/>
          </p:nvSpPr>
          <p:spPr bwMode="auto">
            <a:xfrm>
              <a:off x="7306775" y="2999809"/>
              <a:ext cx="316295" cy="546700"/>
            </a:xfrm>
            <a:custGeom>
              <a:avLst/>
              <a:gdLst>
                <a:gd name="T0" fmla="*/ 6 w 98"/>
                <a:gd name="T1" fmla="*/ 157 h 169"/>
                <a:gd name="T2" fmla="*/ 5 w 98"/>
                <a:gd name="T3" fmla="*/ 158 h 169"/>
                <a:gd name="T4" fmla="*/ 21 w 98"/>
                <a:gd name="T5" fmla="*/ 145 h 169"/>
                <a:gd name="T6" fmla="*/ 19 w 98"/>
                <a:gd name="T7" fmla="*/ 147 h 169"/>
                <a:gd name="T8" fmla="*/ 21 w 98"/>
                <a:gd name="T9" fmla="*/ 145 h 169"/>
                <a:gd name="T10" fmla="*/ 41 w 98"/>
                <a:gd name="T11" fmla="*/ 99 h 169"/>
                <a:gd name="T12" fmla="*/ 37 w 98"/>
                <a:gd name="T13" fmla="*/ 104 h 169"/>
                <a:gd name="T14" fmla="*/ 35 w 98"/>
                <a:gd name="T15" fmla="*/ 98 h 169"/>
                <a:gd name="T16" fmla="*/ 2 w 98"/>
                <a:gd name="T17" fmla="*/ 157 h 169"/>
                <a:gd name="T18" fmla="*/ 0 w 98"/>
                <a:gd name="T19" fmla="*/ 167 h 169"/>
                <a:gd name="T20" fmla="*/ 4 w 98"/>
                <a:gd name="T21" fmla="*/ 169 h 169"/>
                <a:gd name="T22" fmla="*/ 51 w 98"/>
                <a:gd name="T23" fmla="*/ 136 h 169"/>
                <a:gd name="T24" fmla="*/ 87 w 98"/>
                <a:gd name="T25" fmla="*/ 163 h 169"/>
                <a:gd name="T26" fmla="*/ 95 w 98"/>
                <a:gd name="T27" fmla="*/ 147 h 169"/>
                <a:gd name="T28" fmla="*/ 72 w 98"/>
                <a:gd name="T29" fmla="*/ 130 h 169"/>
                <a:gd name="T30" fmla="*/ 64 w 98"/>
                <a:gd name="T31" fmla="*/ 113 h 169"/>
                <a:gd name="T32" fmla="*/ 86 w 98"/>
                <a:gd name="T33" fmla="*/ 101 h 169"/>
                <a:gd name="T34" fmla="*/ 92 w 98"/>
                <a:gd name="T35" fmla="*/ 88 h 169"/>
                <a:gd name="T36" fmla="*/ 69 w 98"/>
                <a:gd name="T37" fmla="*/ 96 h 169"/>
                <a:gd name="T38" fmla="*/ 67 w 98"/>
                <a:gd name="T39" fmla="*/ 92 h 169"/>
                <a:gd name="T40" fmla="*/ 68 w 98"/>
                <a:gd name="T41" fmla="*/ 73 h 169"/>
                <a:gd name="T42" fmla="*/ 73 w 98"/>
                <a:gd name="T43" fmla="*/ 56 h 169"/>
                <a:gd name="T44" fmla="*/ 61 w 98"/>
                <a:gd name="T45" fmla="*/ 45 h 169"/>
                <a:gd name="T46" fmla="*/ 94 w 98"/>
                <a:gd name="T47" fmla="*/ 17 h 169"/>
                <a:gd name="T48" fmla="*/ 71 w 98"/>
                <a:gd name="T49" fmla="*/ 18 h 169"/>
                <a:gd name="T50" fmla="*/ 51 w 98"/>
                <a:gd name="T51" fmla="*/ 29 h 169"/>
                <a:gd name="T52" fmla="*/ 49 w 98"/>
                <a:gd name="T53" fmla="*/ 0 h 169"/>
                <a:gd name="T54" fmla="*/ 32 w 98"/>
                <a:gd name="T55" fmla="*/ 18 h 169"/>
                <a:gd name="T56" fmla="*/ 25 w 98"/>
                <a:gd name="T57" fmla="*/ 41 h 169"/>
                <a:gd name="T58" fmla="*/ 31 w 98"/>
                <a:gd name="T59" fmla="*/ 49 h 169"/>
                <a:gd name="T60" fmla="*/ 50 w 98"/>
                <a:gd name="T61" fmla="*/ 44 h 169"/>
                <a:gd name="T62" fmla="*/ 33 w 98"/>
                <a:gd name="T63" fmla="*/ 62 h 169"/>
                <a:gd name="T64" fmla="*/ 32 w 98"/>
                <a:gd name="T65" fmla="*/ 90 h 169"/>
                <a:gd name="T66" fmla="*/ 28 w 98"/>
                <a:gd name="T67" fmla="*/ 95 h 169"/>
                <a:gd name="T68" fmla="*/ 25 w 98"/>
                <a:gd name="T69" fmla="*/ 90 h 169"/>
                <a:gd name="T70" fmla="*/ 14 w 98"/>
                <a:gd name="T71" fmla="*/ 118 h 169"/>
                <a:gd name="T72" fmla="*/ 39 w 98"/>
                <a:gd name="T73" fmla="*/ 119 h 169"/>
                <a:gd name="T74" fmla="*/ 43 w 98"/>
                <a:gd name="T75" fmla="*/ 125 h 169"/>
                <a:gd name="T76" fmla="*/ 26 w 98"/>
                <a:gd name="T77" fmla="*/ 138 h 169"/>
                <a:gd name="T78" fmla="*/ 20 w 98"/>
                <a:gd name="T79" fmla="*/ 136 h 169"/>
                <a:gd name="T80" fmla="*/ 17 w 98"/>
                <a:gd name="T81" fmla="*/ 131 h 169"/>
                <a:gd name="T82" fmla="*/ 13 w 98"/>
                <a:gd name="T83" fmla="*/ 143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98" h="169">
                  <a:moveTo>
                    <a:pt x="5" y="157"/>
                  </a:moveTo>
                  <a:cubicBezTo>
                    <a:pt x="6" y="157"/>
                    <a:pt x="6" y="157"/>
                    <a:pt x="6" y="157"/>
                  </a:cubicBezTo>
                  <a:cubicBezTo>
                    <a:pt x="6" y="158"/>
                    <a:pt x="6" y="158"/>
                    <a:pt x="6" y="158"/>
                  </a:cubicBezTo>
                  <a:cubicBezTo>
                    <a:pt x="5" y="158"/>
                    <a:pt x="5" y="158"/>
                    <a:pt x="5" y="158"/>
                  </a:cubicBezTo>
                  <a:cubicBezTo>
                    <a:pt x="5" y="157"/>
                    <a:pt x="5" y="157"/>
                    <a:pt x="5" y="157"/>
                  </a:cubicBezTo>
                  <a:close/>
                  <a:moveTo>
                    <a:pt x="21" y="145"/>
                  </a:moveTo>
                  <a:cubicBezTo>
                    <a:pt x="22" y="147"/>
                    <a:pt x="22" y="147"/>
                    <a:pt x="22" y="147"/>
                  </a:cubicBezTo>
                  <a:cubicBezTo>
                    <a:pt x="19" y="147"/>
                    <a:pt x="19" y="147"/>
                    <a:pt x="19" y="147"/>
                  </a:cubicBezTo>
                  <a:cubicBezTo>
                    <a:pt x="19" y="146"/>
                    <a:pt x="19" y="146"/>
                    <a:pt x="19" y="146"/>
                  </a:cubicBezTo>
                  <a:cubicBezTo>
                    <a:pt x="21" y="145"/>
                    <a:pt x="21" y="145"/>
                    <a:pt x="21" y="145"/>
                  </a:cubicBezTo>
                  <a:close/>
                  <a:moveTo>
                    <a:pt x="35" y="98"/>
                  </a:moveTo>
                  <a:cubicBezTo>
                    <a:pt x="38" y="98"/>
                    <a:pt x="41" y="96"/>
                    <a:pt x="41" y="99"/>
                  </a:cubicBezTo>
                  <a:cubicBezTo>
                    <a:pt x="41" y="101"/>
                    <a:pt x="41" y="101"/>
                    <a:pt x="41" y="101"/>
                  </a:cubicBezTo>
                  <a:cubicBezTo>
                    <a:pt x="41" y="104"/>
                    <a:pt x="39" y="103"/>
                    <a:pt x="37" y="104"/>
                  </a:cubicBezTo>
                  <a:cubicBezTo>
                    <a:pt x="34" y="102"/>
                    <a:pt x="34" y="102"/>
                    <a:pt x="34" y="102"/>
                  </a:cubicBezTo>
                  <a:cubicBezTo>
                    <a:pt x="35" y="98"/>
                    <a:pt x="35" y="98"/>
                    <a:pt x="35" y="98"/>
                  </a:cubicBezTo>
                  <a:close/>
                  <a:moveTo>
                    <a:pt x="5" y="157"/>
                  </a:moveTo>
                  <a:cubicBezTo>
                    <a:pt x="2" y="157"/>
                    <a:pt x="2" y="157"/>
                    <a:pt x="2" y="157"/>
                  </a:cubicBezTo>
                  <a:cubicBezTo>
                    <a:pt x="2" y="157"/>
                    <a:pt x="0" y="162"/>
                    <a:pt x="0" y="163"/>
                  </a:cubicBezTo>
                  <a:cubicBezTo>
                    <a:pt x="0" y="167"/>
                    <a:pt x="0" y="167"/>
                    <a:pt x="0" y="167"/>
                  </a:cubicBezTo>
                  <a:cubicBezTo>
                    <a:pt x="0" y="168"/>
                    <a:pt x="0" y="169"/>
                    <a:pt x="2" y="169"/>
                  </a:cubicBezTo>
                  <a:cubicBezTo>
                    <a:pt x="4" y="169"/>
                    <a:pt x="4" y="169"/>
                    <a:pt x="4" y="169"/>
                  </a:cubicBezTo>
                  <a:cubicBezTo>
                    <a:pt x="9" y="169"/>
                    <a:pt x="28" y="158"/>
                    <a:pt x="32" y="156"/>
                  </a:cubicBezTo>
                  <a:cubicBezTo>
                    <a:pt x="41" y="150"/>
                    <a:pt x="46" y="139"/>
                    <a:pt x="51" y="136"/>
                  </a:cubicBezTo>
                  <a:cubicBezTo>
                    <a:pt x="59" y="138"/>
                    <a:pt x="71" y="163"/>
                    <a:pt x="85" y="163"/>
                  </a:cubicBezTo>
                  <a:cubicBezTo>
                    <a:pt x="87" y="163"/>
                    <a:pt x="87" y="163"/>
                    <a:pt x="87" y="163"/>
                  </a:cubicBezTo>
                  <a:cubicBezTo>
                    <a:pt x="92" y="163"/>
                    <a:pt x="93" y="153"/>
                    <a:pt x="98" y="151"/>
                  </a:cubicBezTo>
                  <a:cubicBezTo>
                    <a:pt x="95" y="147"/>
                    <a:pt x="95" y="147"/>
                    <a:pt x="95" y="147"/>
                  </a:cubicBezTo>
                  <a:cubicBezTo>
                    <a:pt x="94" y="144"/>
                    <a:pt x="84" y="136"/>
                    <a:pt x="79" y="136"/>
                  </a:cubicBezTo>
                  <a:cubicBezTo>
                    <a:pt x="78" y="132"/>
                    <a:pt x="76" y="133"/>
                    <a:pt x="72" y="130"/>
                  </a:cubicBezTo>
                  <a:cubicBezTo>
                    <a:pt x="66" y="130"/>
                    <a:pt x="61" y="129"/>
                    <a:pt x="59" y="124"/>
                  </a:cubicBezTo>
                  <a:cubicBezTo>
                    <a:pt x="61" y="119"/>
                    <a:pt x="60" y="119"/>
                    <a:pt x="64" y="113"/>
                  </a:cubicBezTo>
                  <a:cubicBezTo>
                    <a:pt x="68" y="107"/>
                    <a:pt x="69" y="109"/>
                    <a:pt x="74" y="106"/>
                  </a:cubicBezTo>
                  <a:cubicBezTo>
                    <a:pt x="78" y="104"/>
                    <a:pt x="81" y="104"/>
                    <a:pt x="86" y="101"/>
                  </a:cubicBezTo>
                  <a:cubicBezTo>
                    <a:pt x="89" y="99"/>
                    <a:pt x="92" y="96"/>
                    <a:pt x="96" y="95"/>
                  </a:cubicBezTo>
                  <a:cubicBezTo>
                    <a:pt x="94" y="92"/>
                    <a:pt x="95" y="89"/>
                    <a:pt x="92" y="88"/>
                  </a:cubicBezTo>
                  <a:cubicBezTo>
                    <a:pt x="89" y="88"/>
                    <a:pt x="85" y="88"/>
                    <a:pt x="82" y="88"/>
                  </a:cubicBezTo>
                  <a:cubicBezTo>
                    <a:pt x="75" y="87"/>
                    <a:pt x="73" y="94"/>
                    <a:pt x="69" y="96"/>
                  </a:cubicBezTo>
                  <a:cubicBezTo>
                    <a:pt x="67" y="95"/>
                    <a:pt x="67" y="95"/>
                    <a:pt x="67" y="95"/>
                  </a:cubicBezTo>
                  <a:cubicBezTo>
                    <a:pt x="67" y="92"/>
                    <a:pt x="67" y="92"/>
                    <a:pt x="67" y="92"/>
                  </a:cubicBezTo>
                  <a:cubicBezTo>
                    <a:pt x="59" y="84"/>
                    <a:pt x="59" y="84"/>
                    <a:pt x="59" y="84"/>
                  </a:cubicBezTo>
                  <a:cubicBezTo>
                    <a:pt x="62" y="77"/>
                    <a:pt x="64" y="77"/>
                    <a:pt x="68" y="73"/>
                  </a:cubicBezTo>
                  <a:cubicBezTo>
                    <a:pt x="71" y="70"/>
                    <a:pt x="77" y="66"/>
                    <a:pt x="77" y="61"/>
                  </a:cubicBezTo>
                  <a:cubicBezTo>
                    <a:pt x="77" y="60"/>
                    <a:pt x="74" y="56"/>
                    <a:pt x="73" y="56"/>
                  </a:cubicBezTo>
                  <a:cubicBezTo>
                    <a:pt x="73" y="56"/>
                    <a:pt x="53" y="64"/>
                    <a:pt x="53" y="58"/>
                  </a:cubicBezTo>
                  <a:cubicBezTo>
                    <a:pt x="53" y="55"/>
                    <a:pt x="59" y="48"/>
                    <a:pt x="61" y="45"/>
                  </a:cubicBezTo>
                  <a:cubicBezTo>
                    <a:pt x="63" y="41"/>
                    <a:pt x="68" y="38"/>
                    <a:pt x="72" y="36"/>
                  </a:cubicBezTo>
                  <a:cubicBezTo>
                    <a:pt x="75" y="33"/>
                    <a:pt x="94" y="20"/>
                    <a:pt x="94" y="17"/>
                  </a:cubicBezTo>
                  <a:cubicBezTo>
                    <a:pt x="94" y="12"/>
                    <a:pt x="87" y="13"/>
                    <a:pt x="83" y="14"/>
                  </a:cubicBezTo>
                  <a:cubicBezTo>
                    <a:pt x="75" y="14"/>
                    <a:pt x="76" y="16"/>
                    <a:pt x="71" y="18"/>
                  </a:cubicBezTo>
                  <a:cubicBezTo>
                    <a:pt x="67" y="19"/>
                    <a:pt x="57" y="28"/>
                    <a:pt x="55" y="32"/>
                  </a:cubicBezTo>
                  <a:cubicBezTo>
                    <a:pt x="51" y="29"/>
                    <a:pt x="51" y="29"/>
                    <a:pt x="51" y="29"/>
                  </a:cubicBezTo>
                  <a:cubicBezTo>
                    <a:pt x="53" y="24"/>
                    <a:pt x="63" y="17"/>
                    <a:pt x="63" y="9"/>
                  </a:cubicBezTo>
                  <a:cubicBezTo>
                    <a:pt x="63" y="6"/>
                    <a:pt x="54" y="0"/>
                    <a:pt x="49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0" y="0"/>
                    <a:pt x="33" y="10"/>
                    <a:pt x="32" y="18"/>
                  </a:cubicBezTo>
                  <a:cubicBezTo>
                    <a:pt x="29" y="20"/>
                    <a:pt x="25" y="31"/>
                    <a:pt x="25" y="38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5" y="44"/>
                    <a:pt x="26" y="49"/>
                    <a:pt x="28" y="49"/>
                  </a:cubicBezTo>
                  <a:cubicBezTo>
                    <a:pt x="31" y="49"/>
                    <a:pt x="31" y="49"/>
                    <a:pt x="31" y="49"/>
                  </a:cubicBezTo>
                  <a:cubicBezTo>
                    <a:pt x="31" y="49"/>
                    <a:pt x="42" y="43"/>
                    <a:pt x="43" y="42"/>
                  </a:cubicBezTo>
                  <a:cubicBezTo>
                    <a:pt x="45" y="42"/>
                    <a:pt x="50" y="40"/>
                    <a:pt x="50" y="44"/>
                  </a:cubicBezTo>
                  <a:cubicBezTo>
                    <a:pt x="50" y="47"/>
                    <a:pt x="50" y="47"/>
                    <a:pt x="50" y="47"/>
                  </a:cubicBezTo>
                  <a:cubicBezTo>
                    <a:pt x="46" y="48"/>
                    <a:pt x="35" y="58"/>
                    <a:pt x="33" y="62"/>
                  </a:cubicBezTo>
                  <a:cubicBezTo>
                    <a:pt x="26" y="81"/>
                    <a:pt x="34" y="73"/>
                    <a:pt x="37" y="83"/>
                  </a:cubicBezTo>
                  <a:cubicBezTo>
                    <a:pt x="35" y="86"/>
                    <a:pt x="32" y="88"/>
                    <a:pt x="32" y="90"/>
                  </a:cubicBezTo>
                  <a:cubicBezTo>
                    <a:pt x="32" y="92"/>
                    <a:pt x="32" y="92"/>
                    <a:pt x="32" y="92"/>
                  </a:cubicBezTo>
                  <a:cubicBezTo>
                    <a:pt x="29" y="92"/>
                    <a:pt x="29" y="92"/>
                    <a:pt x="28" y="95"/>
                  </a:cubicBezTo>
                  <a:cubicBezTo>
                    <a:pt x="25" y="94"/>
                    <a:pt x="25" y="94"/>
                    <a:pt x="25" y="94"/>
                  </a:cubicBezTo>
                  <a:cubicBezTo>
                    <a:pt x="25" y="90"/>
                    <a:pt x="25" y="90"/>
                    <a:pt x="25" y="90"/>
                  </a:cubicBezTo>
                  <a:cubicBezTo>
                    <a:pt x="24" y="90"/>
                    <a:pt x="24" y="90"/>
                    <a:pt x="24" y="90"/>
                  </a:cubicBezTo>
                  <a:cubicBezTo>
                    <a:pt x="24" y="102"/>
                    <a:pt x="14" y="108"/>
                    <a:pt x="14" y="118"/>
                  </a:cubicBezTo>
                  <a:cubicBezTo>
                    <a:pt x="14" y="121"/>
                    <a:pt x="16" y="122"/>
                    <a:pt x="17" y="124"/>
                  </a:cubicBezTo>
                  <a:cubicBezTo>
                    <a:pt x="22" y="122"/>
                    <a:pt x="34" y="119"/>
                    <a:pt x="39" y="119"/>
                  </a:cubicBezTo>
                  <a:cubicBezTo>
                    <a:pt x="40" y="119"/>
                    <a:pt x="43" y="120"/>
                    <a:pt x="44" y="120"/>
                  </a:cubicBezTo>
                  <a:cubicBezTo>
                    <a:pt x="43" y="125"/>
                    <a:pt x="43" y="125"/>
                    <a:pt x="43" y="125"/>
                  </a:cubicBezTo>
                  <a:cubicBezTo>
                    <a:pt x="32" y="138"/>
                    <a:pt x="32" y="138"/>
                    <a:pt x="32" y="138"/>
                  </a:cubicBezTo>
                  <a:cubicBezTo>
                    <a:pt x="30" y="138"/>
                    <a:pt x="28" y="139"/>
                    <a:pt x="26" y="138"/>
                  </a:cubicBezTo>
                  <a:cubicBezTo>
                    <a:pt x="25" y="136"/>
                    <a:pt x="23" y="133"/>
                    <a:pt x="22" y="136"/>
                  </a:cubicBezTo>
                  <a:cubicBezTo>
                    <a:pt x="20" y="136"/>
                    <a:pt x="20" y="136"/>
                    <a:pt x="20" y="136"/>
                  </a:cubicBezTo>
                  <a:cubicBezTo>
                    <a:pt x="17" y="131"/>
                    <a:pt x="17" y="131"/>
                    <a:pt x="17" y="131"/>
                  </a:cubicBezTo>
                  <a:cubicBezTo>
                    <a:pt x="17" y="131"/>
                    <a:pt x="17" y="131"/>
                    <a:pt x="17" y="131"/>
                  </a:cubicBezTo>
                  <a:cubicBezTo>
                    <a:pt x="12" y="140"/>
                    <a:pt x="12" y="140"/>
                    <a:pt x="12" y="140"/>
                  </a:cubicBezTo>
                  <a:cubicBezTo>
                    <a:pt x="13" y="143"/>
                    <a:pt x="13" y="143"/>
                    <a:pt x="13" y="143"/>
                  </a:cubicBezTo>
                  <a:cubicBezTo>
                    <a:pt x="9" y="145"/>
                    <a:pt x="5" y="151"/>
                    <a:pt x="5" y="1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" name="iṡḻîḓe"/>
            <p:cNvSpPr/>
            <p:nvPr/>
          </p:nvSpPr>
          <p:spPr bwMode="auto">
            <a:xfrm>
              <a:off x="6182018" y="3355641"/>
              <a:ext cx="173144" cy="177234"/>
            </a:xfrm>
            <a:custGeom>
              <a:avLst/>
              <a:gdLst>
                <a:gd name="T0" fmla="*/ 14 w 54"/>
                <a:gd name="T1" fmla="*/ 0 h 55"/>
                <a:gd name="T2" fmla="*/ 2 w 54"/>
                <a:gd name="T3" fmla="*/ 9 h 55"/>
                <a:gd name="T4" fmla="*/ 11 w 54"/>
                <a:gd name="T5" fmla="*/ 20 h 55"/>
                <a:gd name="T6" fmla="*/ 19 w 54"/>
                <a:gd name="T7" fmla="*/ 32 h 55"/>
                <a:gd name="T8" fmla="*/ 22 w 54"/>
                <a:gd name="T9" fmla="*/ 40 h 55"/>
                <a:gd name="T10" fmla="*/ 26 w 54"/>
                <a:gd name="T11" fmla="*/ 47 h 55"/>
                <a:gd name="T12" fmla="*/ 26 w 54"/>
                <a:gd name="T13" fmla="*/ 50 h 55"/>
                <a:gd name="T14" fmla="*/ 30 w 54"/>
                <a:gd name="T15" fmla="*/ 53 h 55"/>
                <a:gd name="T16" fmla="*/ 39 w 54"/>
                <a:gd name="T17" fmla="*/ 55 h 55"/>
                <a:gd name="T18" fmla="*/ 40 w 54"/>
                <a:gd name="T19" fmla="*/ 55 h 55"/>
                <a:gd name="T20" fmla="*/ 48 w 54"/>
                <a:gd name="T21" fmla="*/ 20 h 55"/>
                <a:gd name="T22" fmla="*/ 42 w 54"/>
                <a:gd name="T23" fmla="*/ 13 h 55"/>
                <a:gd name="T24" fmla="*/ 34 w 54"/>
                <a:gd name="T25" fmla="*/ 8 h 55"/>
                <a:gd name="T26" fmla="*/ 26 w 54"/>
                <a:gd name="T27" fmla="*/ 3 h 55"/>
                <a:gd name="T28" fmla="*/ 16 w 54"/>
                <a:gd name="T29" fmla="*/ 0 h 55"/>
                <a:gd name="T30" fmla="*/ 14 w 54"/>
                <a:gd name="T31" fmla="*/ 0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4" h="55">
                  <a:moveTo>
                    <a:pt x="14" y="0"/>
                  </a:moveTo>
                  <a:cubicBezTo>
                    <a:pt x="7" y="0"/>
                    <a:pt x="4" y="3"/>
                    <a:pt x="2" y="9"/>
                  </a:cubicBezTo>
                  <a:cubicBezTo>
                    <a:pt x="0" y="21"/>
                    <a:pt x="6" y="15"/>
                    <a:pt x="11" y="20"/>
                  </a:cubicBezTo>
                  <a:cubicBezTo>
                    <a:pt x="15" y="23"/>
                    <a:pt x="18" y="27"/>
                    <a:pt x="19" y="32"/>
                  </a:cubicBezTo>
                  <a:cubicBezTo>
                    <a:pt x="20" y="35"/>
                    <a:pt x="22" y="35"/>
                    <a:pt x="22" y="40"/>
                  </a:cubicBezTo>
                  <a:cubicBezTo>
                    <a:pt x="23" y="44"/>
                    <a:pt x="23" y="45"/>
                    <a:pt x="26" y="47"/>
                  </a:cubicBezTo>
                  <a:cubicBezTo>
                    <a:pt x="26" y="50"/>
                    <a:pt x="26" y="50"/>
                    <a:pt x="26" y="5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9" y="55"/>
                    <a:pt x="39" y="55"/>
                    <a:pt x="39" y="55"/>
                  </a:cubicBezTo>
                  <a:cubicBezTo>
                    <a:pt x="40" y="55"/>
                    <a:pt x="40" y="55"/>
                    <a:pt x="40" y="55"/>
                  </a:cubicBezTo>
                  <a:cubicBezTo>
                    <a:pt x="53" y="55"/>
                    <a:pt x="54" y="25"/>
                    <a:pt x="48" y="20"/>
                  </a:cubicBezTo>
                  <a:cubicBezTo>
                    <a:pt x="46" y="18"/>
                    <a:pt x="45" y="16"/>
                    <a:pt x="42" y="13"/>
                  </a:cubicBezTo>
                  <a:cubicBezTo>
                    <a:pt x="42" y="13"/>
                    <a:pt x="35" y="8"/>
                    <a:pt x="34" y="8"/>
                  </a:cubicBezTo>
                  <a:cubicBezTo>
                    <a:pt x="29" y="4"/>
                    <a:pt x="35" y="6"/>
                    <a:pt x="26" y="3"/>
                  </a:cubicBezTo>
                  <a:cubicBezTo>
                    <a:pt x="23" y="3"/>
                    <a:pt x="21" y="0"/>
                    <a:pt x="16" y="0"/>
                  </a:cubicBezTo>
                  <a:lnTo>
                    <a:pt x="14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" name="ïṩḻïḍe"/>
            <p:cNvSpPr/>
            <p:nvPr/>
          </p:nvSpPr>
          <p:spPr bwMode="auto">
            <a:xfrm>
              <a:off x="6565117" y="2986176"/>
              <a:ext cx="422636" cy="546700"/>
            </a:xfrm>
            <a:custGeom>
              <a:avLst/>
              <a:gdLst>
                <a:gd name="T0" fmla="*/ 47 w 131"/>
                <a:gd name="T1" fmla="*/ 118 h 169"/>
                <a:gd name="T2" fmla="*/ 59 w 131"/>
                <a:gd name="T3" fmla="*/ 46 h 169"/>
                <a:gd name="T4" fmla="*/ 91 w 131"/>
                <a:gd name="T5" fmla="*/ 15 h 169"/>
                <a:gd name="T6" fmla="*/ 77 w 131"/>
                <a:gd name="T7" fmla="*/ 0 h 169"/>
                <a:gd name="T8" fmla="*/ 60 w 131"/>
                <a:gd name="T9" fmla="*/ 4 h 169"/>
                <a:gd name="T10" fmla="*/ 47 w 131"/>
                <a:gd name="T11" fmla="*/ 8 h 169"/>
                <a:gd name="T12" fmla="*/ 29 w 131"/>
                <a:gd name="T13" fmla="*/ 24 h 169"/>
                <a:gd name="T14" fmla="*/ 48 w 131"/>
                <a:gd name="T15" fmla="*/ 29 h 169"/>
                <a:gd name="T16" fmla="*/ 58 w 131"/>
                <a:gd name="T17" fmla="*/ 28 h 169"/>
                <a:gd name="T18" fmla="*/ 29 w 131"/>
                <a:gd name="T19" fmla="*/ 36 h 169"/>
                <a:gd name="T20" fmla="*/ 7 w 131"/>
                <a:gd name="T21" fmla="*/ 77 h 169"/>
                <a:gd name="T22" fmla="*/ 1 w 131"/>
                <a:gd name="T23" fmla="*/ 150 h 169"/>
                <a:gd name="T24" fmla="*/ 20 w 131"/>
                <a:gd name="T25" fmla="*/ 163 h 169"/>
                <a:gd name="T26" fmla="*/ 47 w 131"/>
                <a:gd name="T27" fmla="*/ 140 h 169"/>
                <a:gd name="T28" fmla="*/ 66 w 131"/>
                <a:gd name="T29" fmla="*/ 109 h 169"/>
                <a:gd name="T30" fmla="*/ 97 w 131"/>
                <a:gd name="T31" fmla="*/ 160 h 169"/>
                <a:gd name="T32" fmla="*/ 117 w 131"/>
                <a:gd name="T33" fmla="*/ 169 h 169"/>
                <a:gd name="T34" fmla="*/ 125 w 131"/>
                <a:gd name="T35" fmla="*/ 150 h 169"/>
                <a:gd name="T36" fmla="*/ 131 w 131"/>
                <a:gd name="T37" fmla="*/ 138 h 169"/>
                <a:gd name="T38" fmla="*/ 118 w 131"/>
                <a:gd name="T39" fmla="*/ 145 h 169"/>
                <a:gd name="T40" fmla="*/ 99 w 131"/>
                <a:gd name="T41" fmla="*/ 130 h 169"/>
                <a:gd name="T42" fmla="*/ 81 w 131"/>
                <a:gd name="T43" fmla="*/ 98 h 169"/>
                <a:gd name="T44" fmla="*/ 88 w 131"/>
                <a:gd name="T45" fmla="*/ 67 h 169"/>
                <a:gd name="T46" fmla="*/ 66 w 131"/>
                <a:gd name="T47" fmla="*/ 57 h 169"/>
                <a:gd name="T48" fmla="*/ 52 w 131"/>
                <a:gd name="T49" fmla="*/ 65 h 169"/>
                <a:gd name="T50" fmla="*/ 55 w 131"/>
                <a:gd name="T51" fmla="*/ 73 h 169"/>
                <a:gd name="T52" fmla="*/ 51 w 131"/>
                <a:gd name="T53" fmla="*/ 84 h 169"/>
                <a:gd name="T54" fmla="*/ 43 w 131"/>
                <a:gd name="T55" fmla="*/ 96 h 169"/>
                <a:gd name="T56" fmla="*/ 53 w 131"/>
                <a:gd name="T57" fmla="*/ 97 h 169"/>
                <a:gd name="T58" fmla="*/ 56 w 131"/>
                <a:gd name="T59" fmla="*/ 101 h 169"/>
                <a:gd name="T60" fmla="*/ 51 w 131"/>
                <a:gd name="T61" fmla="*/ 110 h 169"/>
                <a:gd name="T62" fmla="*/ 31 w 131"/>
                <a:gd name="T63" fmla="*/ 142 h 169"/>
                <a:gd name="T64" fmla="*/ 23 w 131"/>
                <a:gd name="T65" fmla="*/ 119 h 169"/>
                <a:gd name="T66" fmla="*/ 33 w 131"/>
                <a:gd name="T67" fmla="*/ 71 h 169"/>
                <a:gd name="T68" fmla="*/ 43 w 131"/>
                <a:gd name="T69" fmla="*/ 51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31" h="169">
                  <a:moveTo>
                    <a:pt x="47" y="118"/>
                  </a:moveTo>
                  <a:cubicBezTo>
                    <a:pt x="47" y="134"/>
                    <a:pt x="47" y="108"/>
                    <a:pt x="47" y="118"/>
                  </a:cubicBezTo>
                  <a:close/>
                  <a:moveTo>
                    <a:pt x="43" y="51"/>
                  </a:moveTo>
                  <a:cubicBezTo>
                    <a:pt x="46" y="49"/>
                    <a:pt x="54" y="47"/>
                    <a:pt x="59" y="46"/>
                  </a:cubicBezTo>
                  <a:cubicBezTo>
                    <a:pt x="64" y="43"/>
                    <a:pt x="66" y="40"/>
                    <a:pt x="70" y="36"/>
                  </a:cubicBezTo>
                  <a:cubicBezTo>
                    <a:pt x="76" y="31"/>
                    <a:pt x="91" y="26"/>
                    <a:pt x="91" y="15"/>
                  </a:cubicBezTo>
                  <a:cubicBezTo>
                    <a:pt x="91" y="12"/>
                    <a:pt x="91" y="12"/>
                    <a:pt x="91" y="12"/>
                  </a:cubicBezTo>
                  <a:cubicBezTo>
                    <a:pt x="91" y="5"/>
                    <a:pt x="83" y="0"/>
                    <a:pt x="77" y="0"/>
                  </a:cubicBezTo>
                  <a:cubicBezTo>
                    <a:pt x="74" y="0"/>
                    <a:pt x="74" y="0"/>
                    <a:pt x="74" y="0"/>
                  </a:cubicBezTo>
                  <a:cubicBezTo>
                    <a:pt x="67" y="0"/>
                    <a:pt x="67" y="3"/>
                    <a:pt x="60" y="4"/>
                  </a:cubicBezTo>
                  <a:cubicBezTo>
                    <a:pt x="56" y="4"/>
                    <a:pt x="57" y="5"/>
                    <a:pt x="54" y="6"/>
                  </a:cubicBezTo>
                  <a:cubicBezTo>
                    <a:pt x="52" y="7"/>
                    <a:pt x="49" y="7"/>
                    <a:pt x="47" y="8"/>
                  </a:cubicBezTo>
                  <a:cubicBezTo>
                    <a:pt x="43" y="9"/>
                    <a:pt x="39" y="12"/>
                    <a:pt x="36" y="14"/>
                  </a:cubicBezTo>
                  <a:cubicBezTo>
                    <a:pt x="33" y="16"/>
                    <a:pt x="29" y="20"/>
                    <a:pt x="29" y="24"/>
                  </a:cubicBezTo>
                  <a:cubicBezTo>
                    <a:pt x="29" y="30"/>
                    <a:pt x="37" y="33"/>
                    <a:pt x="41" y="32"/>
                  </a:cubicBezTo>
                  <a:cubicBezTo>
                    <a:pt x="44" y="32"/>
                    <a:pt x="47" y="31"/>
                    <a:pt x="48" y="29"/>
                  </a:cubicBezTo>
                  <a:cubicBezTo>
                    <a:pt x="52" y="26"/>
                    <a:pt x="51" y="28"/>
                    <a:pt x="55" y="26"/>
                  </a:cubicBezTo>
                  <a:cubicBezTo>
                    <a:pt x="58" y="28"/>
                    <a:pt x="58" y="28"/>
                    <a:pt x="58" y="28"/>
                  </a:cubicBezTo>
                  <a:cubicBezTo>
                    <a:pt x="53" y="37"/>
                    <a:pt x="41" y="39"/>
                    <a:pt x="40" y="46"/>
                  </a:cubicBezTo>
                  <a:cubicBezTo>
                    <a:pt x="37" y="44"/>
                    <a:pt x="34" y="36"/>
                    <a:pt x="29" y="36"/>
                  </a:cubicBezTo>
                  <a:cubicBezTo>
                    <a:pt x="24" y="36"/>
                    <a:pt x="18" y="40"/>
                    <a:pt x="15" y="43"/>
                  </a:cubicBezTo>
                  <a:cubicBezTo>
                    <a:pt x="10" y="50"/>
                    <a:pt x="7" y="65"/>
                    <a:pt x="7" y="77"/>
                  </a:cubicBezTo>
                  <a:cubicBezTo>
                    <a:pt x="1" y="85"/>
                    <a:pt x="0" y="126"/>
                    <a:pt x="0" y="140"/>
                  </a:cubicBezTo>
                  <a:cubicBezTo>
                    <a:pt x="1" y="150"/>
                    <a:pt x="1" y="150"/>
                    <a:pt x="1" y="150"/>
                  </a:cubicBezTo>
                  <a:cubicBezTo>
                    <a:pt x="6" y="160"/>
                    <a:pt x="6" y="160"/>
                    <a:pt x="6" y="160"/>
                  </a:cubicBezTo>
                  <a:cubicBezTo>
                    <a:pt x="13" y="160"/>
                    <a:pt x="15" y="163"/>
                    <a:pt x="20" y="163"/>
                  </a:cubicBezTo>
                  <a:cubicBezTo>
                    <a:pt x="21" y="163"/>
                    <a:pt x="21" y="163"/>
                    <a:pt x="21" y="163"/>
                  </a:cubicBezTo>
                  <a:cubicBezTo>
                    <a:pt x="32" y="163"/>
                    <a:pt x="42" y="148"/>
                    <a:pt x="47" y="140"/>
                  </a:cubicBezTo>
                  <a:cubicBezTo>
                    <a:pt x="54" y="127"/>
                    <a:pt x="58" y="124"/>
                    <a:pt x="62" y="107"/>
                  </a:cubicBezTo>
                  <a:cubicBezTo>
                    <a:pt x="66" y="109"/>
                    <a:pt x="66" y="109"/>
                    <a:pt x="66" y="109"/>
                  </a:cubicBezTo>
                  <a:cubicBezTo>
                    <a:pt x="66" y="116"/>
                    <a:pt x="68" y="123"/>
                    <a:pt x="70" y="129"/>
                  </a:cubicBezTo>
                  <a:cubicBezTo>
                    <a:pt x="73" y="138"/>
                    <a:pt x="89" y="154"/>
                    <a:pt x="97" y="160"/>
                  </a:cubicBezTo>
                  <a:cubicBezTo>
                    <a:pt x="100" y="163"/>
                    <a:pt x="109" y="169"/>
                    <a:pt x="114" y="169"/>
                  </a:cubicBezTo>
                  <a:cubicBezTo>
                    <a:pt x="117" y="169"/>
                    <a:pt x="117" y="169"/>
                    <a:pt x="117" y="169"/>
                  </a:cubicBezTo>
                  <a:cubicBezTo>
                    <a:pt x="120" y="169"/>
                    <a:pt x="122" y="167"/>
                    <a:pt x="123" y="166"/>
                  </a:cubicBezTo>
                  <a:cubicBezTo>
                    <a:pt x="123" y="159"/>
                    <a:pt x="123" y="155"/>
                    <a:pt x="125" y="150"/>
                  </a:cubicBezTo>
                  <a:cubicBezTo>
                    <a:pt x="126" y="148"/>
                    <a:pt x="126" y="147"/>
                    <a:pt x="127" y="144"/>
                  </a:cubicBezTo>
                  <a:cubicBezTo>
                    <a:pt x="129" y="140"/>
                    <a:pt x="131" y="140"/>
                    <a:pt x="131" y="138"/>
                  </a:cubicBezTo>
                  <a:cubicBezTo>
                    <a:pt x="131" y="137"/>
                    <a:pt x="127" y="133"/>
                    <a:pt x="125" y="132"/>
                  </a:cubicBezTo>
                  <a:cubicBezTo>
                    <a:pt x="122" y="134"/>
                    <a:pt x="118" y="140"/>
                    <a:pt x="118" y="145"/>
                  </a:cubicBezTo>
                  <a:cubicBezTo>
                    <a:pt x="115" y="145"/>
                    <a:pt x="115" y="145"/>
                    <a:pt x="115" y="145"/>
                  </a:cubicBezTo>
                  <a:cubicBezTo>
                    <a:pt x="111" y="145"/>
                    <a:pt x="102" y="133"/>
                    <a:pt x="99" y="130"/>
                  </a:cubicBezTo>
                  <a:cubicBezTo>
                    <a:pt x="96" y="127"/>
                    <a:pt x="94" y="123"/>
                    <a:pt x="92" y="120"/>
                  </a:cubicBezTo>
                  <a:cubicBezTo>
                    <a:pt x="89" y="117"/>
                    <a:pt x="81" y="102"/>
                    <a:pt x="81" y="98"/>
                  </a:cubicBezTo>
                  <a:cubicBezTo>
                    <a:pt x="81" y="88"/>
                    <a:pt x="95" y="78"/>
                    <a:pt x="95" y="73"/>
                  </a:cubicBezTo>
                  <a:cubicBezTo>
                    <a:pt x="95" y="70"/>
                    <a:pt x="90" y="67"/>
                    <a:pt x="88" y="67"/>
                  </a:cubicBezTo>
                  <a:cubicBezTo>
                    <a:pt x="87" y="67"/>
                    <a:pt x="78" y="71"/>
                    <a:pt x="76" y="72"/>
                  </a:cubicBezTo>
                  <a:cubicBezTo>
                    <a:pt x="72" y="66"/>
                    <a:pt x="76" y="57"/>
                    <a:pt x="66" y="57"/>
                  </a:cubicBezTo>
                  <a:cubicBezTo>
                    <a:pt x="63" y="57"/>
                    <a:pt x="63" y="57"/>
                    <a:pt x="63" y="57"/>
                  </a:cubicBezTo>
                  <a:cubicBezTo>
                    <a:pt x="58" y="57"/>
                    <a:pt x="52" y="60"/>
                    <a:pt x="52" y="65"/>
                  </a:cubicBezTo>
                  <a:cubicBezTo>
                    <a:pt x="52" y="69"/>
                    <a:pt x="52" y="69"/>
                    <a:pt x="52" y="69"/>
                  </a:cubicBezTo>
                  <a:cubicBezTo>
                    <a:pt x="52" y="72"/>
                    <a:pt x="55" y="70"/>
                    <a:pt x="55" y="73"/>
                  </a:cubicBezTo>
                  <a:cubicBezTo>
                    <a:pt x="55" y="80"/>
                    <a:pt x="55" y="80"/>
                    <a:pt x="55" y="80"/>
                  </a:cubicBezTo>
                  <a:cubicBezTo>
                    <a:pt x="52" y="80"/>
                    <a:pt x="51" y="81"/>
                    <a:pt x="51" y="84"/>
                  </a:cubicBezTo>
                  <a:cubicBezTo>
                    <a:pt x="47" y="85"/>
                    <a:pt x="43" y="90"/>
                    <a:pt x="43" y="95"/>
                  </a:cubicBezTo>
                  <a:cubicBezTo>
                    <a:pt x="43" y="96"/>
                    <a:pt x="43" y="96"/>
                    <a:pt x="43" y="96"/>
                  </a:cubicBezTo>
                  <a:cubicBezTo>
                    <a:pt x="43" y="98"/>
                    <a:pt x="45" y="98"/>
                    <a:pt x="47" y="99"/>
                  </a:cubicBezTo>
                  <a:cubicBezTo>
                    <a:pt x="49" y="98"/>
                    <a:pt x="50" y="97"/>
                    <a:pt x="53" y="97"/>
                  </a:cubicBezTo>
                  <a:cubicBezTo>
                    <a:pt x="53" y="97"/>
                    <a:pt x="53" y="97"/>
                    <a:pt x="53" y="97"/>
                  </a:cubicBezTo>
                  <a:cubicBezTo>
                    <a:pt x="56" y="97"/>
                    <a:pt x="56" y="99"/>
                    <a:pt x="56" y="101"/>
                  </a:cubicBezTo>
                  <a:cubicBezTo>
                    <a:pt x="56" y="102"/>
                    <a:pt x="56" y="102"/>
                    <a:pt x="56" y="102"/>
                  </a:cubicBezTo>
                  <a:cubicBezTo>
                    <a:pt x="56" y="106"/>
                    <a:pt x="54" y="108"/>
                    <a:pt x="51" y="110"/>
                  </a:cubicBezTo>
                  <a:cubicBezTo>
                    <a:pt x="51" y="113"/>
                    <a:pt x="38" y="130"/>
                    <a:pt x="36" y="135"/>
                  </a:cubicBezTo>
                  <a:cubicBezTo>
                    <a:pt x="34" y="137"/>
                    <a:pt x="34" y="142"/>
                    <a:pt x="31" y="142"/>
                  </a:cubicBezTo>
                  <a:cubicBezTo>
                    <a:pt x="29" y="142"/>
                    <a:pt x="29" y="142"/>
                    <a:pt x="29" y="142"/>
                  </a:cubicBezTo>
                  <a:cubicBezTo>
                    <a:pt x="25" y="142"/>
                    <a:pt x="23" y="125"/>
                    <a:pt x="23" y="119"/>
                  </a:cubicBezTo>
                  <a:cubicBezTo>
                    <a:pt x="23" y="110"/>
                    <a:pt x="25" y="100"/>
                    <a:pt x="27" y="93"/>
                  </a:cubicBezTo>
                  <a:cubicBezTo>
                    <a:pt x="28" y="86"/>
                    <a:pt x="30" y="77"/>
                    <a:pt x="33" y="71"/>
                  </a:cubicBezTo>
                  <a:cubicBezTo>
                    <a:pt x="36" y="65"/>
                    <a:pt x="38" y="56"/>
                    <a:pt x="39" y="49"/>
                  </a:cubicBezTo>
                  <a:lnTo>
                    <a:pt x="43" y="5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" name="iŝlïḑé"/>
            <p:cNvSpPr/>
            <p:nvPr/>
          </p:nvSpPr>
          <p:spPr bwMode="auto">
            <a:xfrm>
              <a:off x="5868450" y="2928915"/>
              <a:ext cx="500346" cy="617594"/>
            </a:xfrm>
            <a:custGeom>
              <a:avLst/>
              <a:gdLst>
                <a:gd name="T0" fmla="*/ 111 w 155"/>
                <a:gd name="T1" fmla="*/ 63 h 191"/>
                <a:gd name="T2" fmla="*/ 107 w 155"/>
                <a:gd name="T3" fmla="*/ 77 h 191"/>
                <a:gd name="T4" fmla="*/ 105 w 155"/>
                <a:gd name="T5" fmla="*/ 71 h 191"/>
                <a:gd name="T6" fmla="*/ 130 w 155"/>
                <a:gd name="T7" fmla="*/ 41 h 191"/>
                <a:gd name="T8" fmla="*/ 106 w 155"/>
                <a:gd name="T9" fmla="*/ 28 h 191"/>
                <a:gd name="T10" fmla="*/ 98 w 155"/>
                <a:gd name="T11" fmla="*/ 3 h 191"/>
                <a:gd name="T12" fmla="*/ 83 w 155"/>
                <a:gd name="T13" fmla="*/ 6 h 191"/>
                <a:gd name="T14" fmla="*/ 86 w 155"/>
                <a:gd name="T15" fmla="*/ 44 h 191"/>
                <a:gd name="T16" fmla="*/ 69 w 155"/>
                <a:gd name="T17" fmla="*/ 58 h 191"/>
                <a:gd name="T18" fmla="*/ 77 w 155"/>
                <a:gd name="T19" fmla="*/ 70 h 191"/>
                <a:gd name="T20" fmla="*/ 87 w 155"/>
                <a:gd name="T21" fmla="*/ 73 h 191"/>
                <a:gd name="T22" fmla="*/ 82 w 155"/>
                <a:gd name="T23" fmla="*/ 105 h 191"/>
                <a:gd name="T24" fmla="*/ 71 w 155"/>
                <a:gd name="T25" fmla="*/ 110 h 191"/>
                <a:gd name="T26" fmla="*/ 66 w 155"/>
                <a:gd name="T27" fmla="*/ 96 h 191"/>
                <a:gd name="T28" fmla="*/ 65 w 155"/>
                <a:gd name="T29" fmla="*/ 63 h 191"/>
                <a:gd name="T30" fmla="*/ 49 w 155"/>
                <a:gd name="T31" fmla="*/ 55 h 191"/>
                <a:gd name="T32" fmla="*/ 44 w 155"/>
                <a:gd name="T33" fmla="*/ 89 h 191"/>
                <a:gd name="T34" fmla="*/ 33 w 155"/>
                <a:gd name="T35" fmla="*/ 118 h 191"/>
                <a:gd name="T36" fmla="*/ 15 w 155"/>
                <a:gd name="T37" fmla="*/ 128 h 191"/>
                <a:gd name="T38" fmla="*/ 0 w 155"/>
                <a:gd name="T39" fmla="*/ 141 h 191"/>
                <a:gd name="T40" fmla="*/ 4 w 155"/>
                <a:gd name="T41" fmla="*/ 149 h 191"/>
                <a:gd name="T42" fmla="*/ 66 w 155"/>
                <a:gd name="T43" fmla="*/ 129 h 191"/>
                <a:gd name="T44" fmla="*/ 72 w 155"/>
                <a:gd name="T45" fmla="*/ 132 h 191"/>
                <a:gd name="T46" fmla="*/ 56 w 155"/>
                <a:gd name="T47" fmla="*/ 151 h 191"/>
                <a:gd name="T48" fmla="*/ 15 w 155"/>
                <a:gd name="T49" fmla="*/ 184 h 191"/>
                <a:gd name="T50" fmla="*/ 13 w 155"/>
                <a:gd name="T51" fmla="*/ 191 h 191"/>
                <a:gd name="T52" fmla="*/ 26 w 155"/>
                <a:gd name="T53" fmla="*/ 187 h 191"/>
                <a:gd name="T54" fmla="*/ 52 w 155"/>
                <a:gd name="T55" fmla="*/ 177 h 191"/>
                <a:gd name="T56" fmla="*/ 140 w 155"/>
                <a:gd name="T57" fmla="*/ 119 h 191"/>
                <a:gd name="T58" fmla="*/ 151 w 155"/>
                <a:gd name="T59" fmla="*/ 103 h 191"/>
                <a:gd name="T60" fmla="*/ 140 w 155"/>
                <a:gd name="T61" fmla="*/ 99 h 191"/>
                <a:gd name="T62" fmla="*/ 107 w 155"/>
                <a:gd name="T63" fmla="*/ 104 h 191"/>
                <a:gd name="T64" fmla="*/ 114 w 155"/>
                <a:gd name="T65" fmla="*/ 90 h 191"/>
                <a:gd name="T66" fmla="*/ 140 w 155"/>
                <a:gd name="T67" fmla="*/ 55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55" h="191">
                  <a:moveTo>
                    <a:pt x="105" y="71"/>
                  </a:moveTo>
                  <a:cubicBezTo>
                    <a:pt x="105" y="67"/>
                    <a:pt x="108" y="63"/>
                    <a:pt x="111" y="63"/>
                  </a:cubicBezTo>
                  <a:cubicBezTo>
                    <a:pt x="114" y="63"/>
                    <a:pt x="116" y="65"/>
                    <a:pt x="116" y="68"/>
                  </a:cubicBezTo>
                  <a:cubicBezTo>
                    <a:pt x="116" y="73"/>
                    <a:pt x="112" y="77"/>
                    <a:pt x="107" y="77"/>
                  </a:cubicBezTo>
                  <a:cubicBezTo>
                    <a:pt x="106" y="77"/>
                    <a:pt x="105" y="75"/>
                    <a:pt x="105" y="73"/>
                  </a:cubicBezTo>
                  <a:cubicBezTo>
                    <a:pt x="105" y="71"/>
                    <a:pt x="105" y="71"/>
                    <a:pt x="105" y="71"/>
                  </a:cubicBezTo>
                  <a:close/>
                  <a:moveTo>
                    <a:pt x="140" y="55"/>
                  </a:moveTo>
                  <a:cubicBezTo>
                    <a:pt x="140" y="47"/>
                    <a:pt x="133" y="45"/>
                    <a:pt x="130" y="41"/>
                  </a:cubicBezTo>
                  <a:cubicBezTo>
                    <a:pt x="126" y="41"/>
                    <a:pt x="117" y="41"/>
                    <a:pt x="111" y="40"/>
                  </a:cubicBezTo>
                  <a:cubicBezTo>
                    <a:pt x="104" y="40"/>
                    <a:pt x="106" y="34"/>
                    <a:pt x="106" y="28"/>
                  </a:cubicBezTo>
                  <a:cubicBezTo>
                    <a:pt x="106" y="24"/>
                    <a:pt x="107" y="9"/>
                    <a:pt x="106" y="7"/>
                  </a:cubicBezTo>
                  <a:cubicBezTo>
                    <a:pt x="104" y="4"/>
                    <a:pt x="102" y="3"/>
                    <a:pt x="98" y="3"/>
                  </a:cubicBezTo>
                  <a:cubicBezTo>
                    <a:pt x="94" y="2"/>
                    <a:pt x="90" y="0"/>
                    <a:pt x="89" y="0"/>
                  </a:cubicBezTo>
                  <a:cubicBezTo>
                    <a:pt x="88" y="0"/>
                    <a:pt x="84" y="5"/>
                    <a:pt x="83" y="6"/>
                  </a:cubicBezTo>
                  <a:cubicBezTo>
                    <a:pt x="86" y="30"/>
                    <a:pt x="86" y="30"/>
                    <a:pt x="86" y="30"/>
                  </a:cubicBezTo>
                  <a:cubicBezTo>
                    <a:pt x="86" y="44"/>
                    <a:pt x="86" y="44"/>
                    <a:pt x="86" y="44"/>
                  </a:cubicBezTo>
                  <a:cubicBezTo>
                    <a:pt x="86" y="47"/>
                    <a:pt x="79" y="48"/>
                    <a:pt x="76" y="50"/>
                  </a:cubicBezTo>
                  <a:cubicBezTo>
                    <a:pt x="74" y="51"/>
                    <a:pt x="69" y="56"/>
                    <a:pt x="69" y="58"/>
                  </a:cubicBezTo>
                  <a:cubicBezTo>
                    <a:pt x="69" y="61"/>
                    <a:pt x="69" y="61"/>
                    <a:pt x="69" y="61"/>
                  </a:cubicBezTo>
                  <a:cubicBezTo>
                    <a:pt x="69" y="62"/>
                    <a:pt x="73" y="70"/>
                    <a:pt x="77" y="70"/>
                  </a:cubicBezTo>
                  <a:cubicBezTo>
                    <a:pt x="79" y="70"/>
                    <a:pt x="80" y="69"/>
                    <a:pt x="81" y="69"/>
                  </a:cubicBezTo>
                  <a:cubicBezTo>
                    <a:pt x="84" y="69"/>
                    <a:pt x="87" y="70"/>
                    <a:pt x="87" y="73"/>
                  </a:cubicBezTo>
                  <a:cubicBezTo>
                    <a:pt x="87" y="76"/>
                    <a:pt x="86" y="87"/>
                    <a:pt x="85" y="90"/>
                  </a:cubicBezTo>
                  <a:cubicBezTo>
                    <a:pt x="84" y="95"/>
                    <a:pt x="82" y="98"/>
                    <a:pt x="82" y="105"/>
                  </a:cubicBezTo>
                  <a:cubicBezTo>
                    <a:pt x="79" y="107"/>
                    <a:pt x="77" y="110"/>
                    <a:pt x="74" y="110"/>
                  </a:cubicBezTo>
                  <a:cubicBezTo>
                    <a:pt x="71" y="110"/>
                    <a:pt x="71" y="110"/>
                    <a:pt x="71" y="110"/>
                  </a:cubicBezTo>
                  <a:cubicBezTo>
                    <a:pt x="70" y="110"/>
                    <a:pt x="67" y="107"/>
                    <a:pt x="67" y="105"/>
                  </a:cubicBezTo>
                  <a:cubicBezTo>
                    <a:pt x="66" y="96"/>
                    <a:pt x="66" y="96"/>
                    <a:pt x="66" y="96"/>
                  </a:cubicBezTo>
                  <a:cubicBezTo>
                    <a:pt x="66" y="82"/>
                    <a:pt x="66" y="82"/>
                    <a:pt x="66" y="82"/>
                  </a:cubicBezTo>
                  <a:cubicBezTo>
                    <a:pt x="66" y="76"/>
                    <a:pt x="68" y="68"/>
                    <a:pt x="65" y="63"/>
                  </a:cubicBezTo>
                  <a:cubicBezTo>
                    <a:pt x="64" y="61"/>
                    <a:pt x="56" y="55"/>
                    <a:pt x="53" y="55"/>
                  </a:cubicBezTo>
                  <a:cubicBezTo>
                    <a:pt x="49" y="55"/>
                    <a:pt x="49" y="55"/>
                    <a:pt x="49" y="55"/>
                  </a:cubicBezTo>
                  <a:cubicBezTo>
                    <a:pt x="46" y="55"/>
                    <a:pt x="42" y="58"/>
                    <a:pt x="42" y="61"/>
                  </a:cubicBezTo>
                  <a:cubicBezTo>
                    <a:pt x="42" y="73"/>
                    <a:pt x="42" y="80"/>
                    <a:pt x="44" y="89"/>
                  </a:cubicBezTo>
                  <a:cubicBezTo>
                    <a:pt x="45" y="93"/>
                    <a:pt x="46" y="112"/>
                    <a:pt x="46" y="117"/>
                  </a:cubicBezTo>
                  <a:cubicBezTo>
                    <a:pt x="33" y="118"/>
                    <a:pt x="33" y="118"/>
                    <a:pt x="33" y="118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4" y="121"/>
                    <a:pt x="17" y="124"/>
                    <a:pt x="15" y="128"/>
                  </a:cubicBezTo>
                  <a:cubicBezTo>
                    <a:pt x="10" y="128"/>
                    <a:pt x="9" y="129"/>
                    <a:pt x="8" y="132"/>
                  </a:cubicBezTo>
                  <a:cubicBezTo>
                    <a:pt x="3" y="132"/>
                    <a:pt x="0" y="136"/>
                    <a:pt x="0" y="141"/>
                  </a:cubicBezTo>
                  <a:cubicBezTo>
                    <a:pt x="0" y="142"/>
                    <a:pt x="0" y="142"/>
                    <a:pt x="0" y="142"/>
                  </a:cubicBezTo>
                  <a:cubicBezTo>
                    <a:pt x="0" y="147"/>
                    <a:pt x="3" y="145"/>
                    <a:pt x="4" y="149"/>
                  </a:cubicBezTo>
                  <a:cubicBezTo>
                    <a:pt x="8" y="149"/>
                    <a:pt x="9" y="150"/>
                    <a:pt x="12" y="150"/>
                  </a:cubicBezTo>
                  <a:cubicBezTo>
                    <a:pt x="29" y="150"/>
                    <a:pt x="48" y="129"/>
                    <a:pt x="66" y="129"/>
                  </a:cubicBezTo>
                  <a:cubicBezTo>
                    <a:pt x="67" y="129"/>
                    <a:pt x="67" y="129"/>
                    <a:pt x="67" y="129"/>
                  </a:cubicBezTo>
                  <a:cubicBezTo>
                    <a:pt x="70" y="129"/>
                    <a:pt x="71" y="130"/>
                    <a:pt x="72" y="132"/>
                  </a:cubicBezTo>
                  <a:cubicBezTo>
                    <a:pt x="71" y="136"/>
                    <a:pt x="65" y="142"/>
                    <a:pt x="62" y="145"/>
                  </a:cubicBezTo>
                  <a:cubicBezTo>
                    <a:pt x="59" y="148"/>
                    <a:pt x="58" y="148"/>
                    <a:pt x="56" y="151"/>
                  </a:cubicBezTo>
                  <a:cubicBezTo>
                    <a:pt x="49" y="156"/>
                    <a:pt x="20" y="172"/>
                    <a:pt x="18" y="180"/>
                  </a:cubicBezTo>
                  <a:cubicBezTo>
                    <a:pt x="15" y="180"/>
                    <a:pt x="15" y="181"/>
                    <a:pt x="15" y="184"/>
                  </a:cubicBezTo>
                  <a:cubicBezTo>
                    <a:pt x="11" y="187"/>
                    <a:pt x="11" y="187"/>
                    <a:pt x="11" y="187"/>
                  </a:cubicBezTo>
                  <a:cubicBezTo>
                    <a:pt x="13" y="191"/>
                    <a:pt x="13" y="191"/>
                    <a:pt x="13" y="191"/>
                  </a:cubicBezTo>
                  <a:cubicBezTo>
                    <a:pt x="16" y="191"/>
                    <a:pt x="16" y="191"/>
                    <a:pt x="16" y="191"/>
                  </a:cubicBezTo>
                  <a:cubicBezTo>
                    <a:pt x="20" y="191"/>
                    <a:pt x="23" y="189"/>
                    <a:pt x="26" y="187"/>
                  </a:cubicBezTo>
                  <a:cubicBezTo>
                    <a:pt x="28" y="186"/>
                    <a:pt x="33" y="186"/>
                    <a:pt x="36" y="185"/>
                  </a:cubicBezTo>
                  <a:cubicBezTo>
                    <a:pt x="40" y="184"/>
                    <a:pt x="49" y="180"/>
                    <a:pt x="52" y="177"/>
                  </a:cubicBezTo>
                  <a:cubicBezTo>
                    <a:pt x="62" y="169"/>
                    <a:pt x="70" y="163"/>
                    <a:pt x="76" y="152"/>
                  </a:cubicBezTo>
                  <a:cubicBezTo>
                    <a:pt x="102" y="114"/>
                    <a:pt x="81" y="119"/>
                    <a:pt x="140" y="119"/>
                  </a:cubicBezTo>
                  <a:cubicBezTo>
                    <a:pt x="147" y="119"/>
                    <a:pt x="153" y="115"/>
                    <a:pt x="155" y="110"/>
                  </a:cubicBezTo>
                  <a:cubicBezTo>
                    <a:pt x="155" y="106"/>
                    <a:pt x="153" y="104"/>
                    <a:pt x="151" y="103"/>
                  </a:cubicBezTo>
                  <a:cubicBezTo>
                    <a:pt x="148" y="102"/>
                    <a:pt x="145" y="99"/>
                    <a:pt x="143" y="99"/>
                  </a:cubicBezTo>
                  <a:cubicBezTo>
                    <a:pt x="140" y="99"/>
                    <a:pt x="140" y="99"/>
                    <a:pt x="140" y="99"/>
                  </a:cubicBezTo>
                  <a:cubicBezTo>
                    <a:pt x="133" y="99"/>
                    <a:pt x="124" y="104"/>
                    <a:pt x="114" y="104"/>
                  </a:cubicBezTo>
                  <a:cubicBezTo>
                    <a:pt x="107" y="104"/>
                    <a:pt x="107" y="104"/>
                    <a:pt x="107" y="104"/>
                  </a:cubicBezTo>
                  <a:cubicBezTo>
                    <a:pt x="103" y="104"/>
                    <a:pt x="103" y="102"/>
                    <a:pt x="102" y="99"/>
                  </a:cubicBezTo>
                  <a:cubicBezTo>
                    <a:pt x="105" y="95"/>
                    <a:pt x="110" y="93"/>
                    <a:pt x="114" y="90"/>
                  </a:cubicBezTo>
                  <a:cubicBezTo>
                    <a:pt x="119" y="86"/>
                    <a:pt x="121" y="84"/>
                    <a:pt x="125" y="81"/>
                  </a:cubicBezTo>
                  <a:cubicBezTo>
                    <a:pt x="131" y="77"/>
                    <a:pt x="140" y="64"/>
                    <a:pt x="140" y="5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" name="ïṧḻíḋe"/>
            <p:cNvSpPr/>
            <p:nvPr/>
          </p:nvSpPr>
          <p:spPr bwMode="auto">
            <a:xfrm>
              <a:off x="7084550" y="3032529"/>
              <a:ext cx="299935" cy="513980"/>
            </a:xfrm>
            <a:custGeom>
              <a:avLst/>
              <a:gdLst>
                <a:gd name="T0" fmla="*/ 30 w 93"/>
                <a:gd name="T1" fmla="*/ 55 h 159"/>
                <a:gd name="T2" fmla="*/ 52 w 93"/>
                <a:gd name="T3" fmla="*/ 35 h 159"/>
                <a:gd name="T4" fmla="*/ 81 w 93"/>
                <a:gd name="T5" fmla="*/ 21 h 159"/>
                <a:gd name="T6" fmla="*/ 81 w 93"/>
                <a:gd name="T7" fmla="*/ 10 h 159"/>
                <a:gd name="T8" fmla="*/ 59 w 93"/>
                <a:gd name="T9" fmla="*/ 0 h 159"/>
                <a:gd name="T10" fmla="*/ 58 w 93"/>
                <a:gd name="T11" fmla="*/ 0 h 159"/>
                <a:gd name="T12" fmla="*/ 44 w 93"/>
                <a:gd name="T13" fmla="*/ 29 h 159"/>
                <a:gd name="T14" fmla="*/ 39 w 93"/>
                <a:gd name="T15" fmla="*/ 35 h 159"/>
                <a:gd name="T16" fmla="*/ 34 w 93"/>
                <a:gd name="T17" fmla="*/ 41 h 159"/>
                <a:gd name="T18" fmla="*/ 24 w 93"/>
                <a:gd name="T19" fmla="*/ 52 h 159"/>
                <a:gd name="T20" fmla="*/ 20 w 93"/>
                <a:gd name="T21" fmla="*/ 55 h 159"/>
                <a:gd name="T22" fmla="*/ 17 w 93"/>
                <a:gd name="T23" fmla="*/ 58 h 159"/>
                <a:gd name="T24" fmla="*/ 10 w 93"/>
                <a:gd name="T25" fmla="*/ 64 h 159"/>
                <a:gd name="T26" fmla="*/ 4 w 93"/>
                <a:gd name="T27" fmla="*/ 71 h 159"/>
                <a:gd name="T28" fmla="*/ 0 w 93"/>
                <a:gd name="T29" fmla="*/ 79 h 159"/>
                <a:gd name="T30" fmla="*/ 4 w 93"/>
                <a:gd name="T31" fmla="*/ 84 h 159"/>
                <a:gd name="T32" fmla="*/ 13 w 93"/>
                <a:gd name="T33" fmla="*/ 81 h 159"/>
                <a:gd name="T34" fmla="*/ 22 w 93"/>
                <a:gd name="T35" fmla="*/ 79 h 159"/>
                <a:gd name="T36" fmla="*/ 35 w 93"/>
                <a:gd name="T37" fmla="*/ 71 h 159"/>
                <a:gd name="T38" fmla="*/ 37 w 93"/>
                <a:gd name="T39" fmla="*/ 71 h 159"/>
                <a:gd name="T40" fmla="*/ 40 w 93"/>
                <a:gd name="T41" fmla="*/ 73 h 159"/>
                <a:gd name="T42" fmla="*/ 23 w 93"/>
                <a:gd name="T43" fmla="*/ 104 h 159"/>
                <a:gd name="T44" fmla="*/ 20 w 93"/>
                <a:gd name="T45" fmla="*/ 104 h 159"/>
                <a:gd name="T46" fmla="*/ 12 w 93"/>
                <a:gd name="T47" fmla="*/ 119 h 159"/>
                <a:gd name="T48" fmla="*/ 9 w 93"/>
                <a:gd name="T49" fmla="*/ 134 h 159"/>
                <a:gd name="T50" fmla="*/ 29 w 93"/>
                <a:gd name="T51" fmla="*/ 131 h 159"/>
                <a:gd name="T52" fmla="*/ 37 w 93"/>
                <a:gd name="T53" fmla="*/ 112 h 159"/>
                <a:gd name="T54" fmla="*/ 61 w 93"/>
                <a:gd name="T55" fmla="*/ 80 h 159"/>
                <a:gd name="T56" fmla="*/ 64 w 93"/>
                <a:gd name="T57" fmla="*/ 85 h 159"/>
                <a:gd name="T58" fmla="*/ 64 w 93"/>
                <a:gd name="T59" fmla="*/ 86 h 159"/>
                <a:gd name="T60" fmla="*/ 50 w 93"/>
                <a:gd name="T61" fmla="*/ 124 h 159"/>
                <a:gd name="T62" fmla="*/ 36 w 93"/>
                <a:gd name="T63" fmla="*/ 137 h 159"/>
                <a:gd name="T64" fmla="*/ 27 w 93"/>
                <a:gd name="T65" fmla="*/ 154 h 159"/>
                <a:gd name="T66" fmla="*/ 27 w 93"/>
                <a:gd name="T67" fmla="*/ 157 h 159"/>
                <a:gd name="T68" fmla="*/ 29 w 93"/>
                <a:gd name="T69" fmla="*/ 159 h 159"/>
                <a:gd name="T70" fmla="*/ 30 w 93"/>
                <a:gd name="T71" fmla="*/ 159 h 159"/>
                <a:gd name="T72" fmla="*/ 45 w 93"/>
                <a:gd name="T73" fmla="*/ 155 h 159"/>
                <a:gd name="T74" fmla="*/ 53 w 93"/>
                <a:gd name="T75" fmla="*/ 145 h 159"/>
                <a:gd name="T76" fmla="*/ 66 w 93"/>
                <a:gd name="T77" fmla="*/ 122 h 159"/>
                <a:gd name="T78" fmla="*/ 76 w 93"/>
                <a:gd name="T79" fmla="*/ 95 h 159"/>
                <a:gd name="T80" fmla="*/ 78 w 93"/>
                <a:gd name="T81" fmla="*/ 79 h 159"/>
                <a:gd name="T82" fmla="*/ 73 w 93"/>
                <a:gd name="T83" fmla="*/ 66 h 159"/>
                <a:gd name="T84" fmla="*/ 93 w 93"/>
                <a:gd name="T85" fmla="*/ 43 h 159"/>
                <a:gd name="T86" fmla="*/ 78 w 93"/>
                <a:gd name="T87" fmla="*/ 37 h 159"/>
                <a:gd name="T88" fmla="*/ 61 w 93"/>
                <a:gd name="T89" fmla="*/ 43 h 159"/>
                <a:gd name="T90" fmla="*/ 46 w 93"/>
                <a:gd name="T91" fmla="*/ 51 h 159"/>
                <a:gd name="T92" fmla="*/ 34 w 93"/>
                <a:gd name="T93" fmla="*/ 60 h 159"/>
                <a:gd name="T94" fmla="*/ 30 w 93"/>
                <a:gd name="T95" fmla="*/ 59 h 159"/>
                <a:gd name="T96" fmla="*/ 30 w 93"/>
                <a:gd name="T97" fmla="*/ 55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93" h="159">
                  <a:moveTo>
                    <a:pt x="30" y="55"/>
                  </a:moveTo>
                  <a:cubicBezTo>
                    <a:pt x="30" y="54"/>
                    <a:pt x="49" y="36"/>
                    <a:pt x="52" y="35"/>
                  </a:cubicBezTo>
                  <a:cubicBezTo>
                    <a:pt x="62" y="30"/>
                    <a:pt x="81" y="32"/>
                    <a:pt x="81" y="21"/>
                  </a:cubicBezTo>
                  <a:cubicBezTo>
                    <a:pt x="81" y="10"/>
                    <a:pt x="81" y="10"/>
                    <a:pt x="81" y="10"/>
                  </a:cubicBezTo>
                  <a:cubicBezTo>
                    <a:pt x="81" y="4"/>
                    <a:pt x="67" y="0"/>
                    <a:pt x="59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38" y="0"/>
                    <a:pt x="52" y="22"/>
                    <a:pt x="44" y="29"/>
                  </a:cubicBezTo>
                  <a:cubicBezTo>
                    <a:pt x="40" y="32"/>
                    <a:pt x="40" y="29"/>
                    <a:pt x="39" y="35"/>
                  </a:cubicBezTo>
                  <a:cubicBezTo>
                    <a:pt x="38" y="38"/>
                    <a:pt x="37" y="40"/>
                    <a:pt x="34" y="41"/>
                  </a:cubicBezTo>
                  <a:cubicBezTo>
                    <a:pt x="32" y="43"/>
                    <a:pt x="24" y="49"/>
                    <a:pt x="24" y="52"/>
                  </a:cubicBezTo>
                  <a:cubicBezTo>
                    <a:pt x="20" y="52"/>
                    <a:pt x="21" y="53"/>
                    <a:pt x="20" y="55"/>
                  </a:cubicBezTo>
                  <a:cubicBezTo>
                    <a:pt x="19" y="57"/>
                    <a:pt x="19" y="55"/>
                    <a:pt x="17" y="58"/>
                  </a:cubicBezTo>
                  <a:cubicBezTo>
                    <a:pt x="14" y="60"/>
                    <a:pt x="13" y="62"/>
                    <a:pt x="10" y="64"/>
                  </a:cubicBezTo>
                  <a:cubicBezTo>
                    <a:pt x="9" y="65"/>
                    <a:pt x="5" y="70"/>
                    <a:pt x="4" y="71"/>
                  </a:cubicBezTo>
                  <a:cubicBezTo>
                    <a:pt x="3" y="72"/>
                    <a:pt x="0" y="76"/>
                    <a:pt x="0" y="79"/>
                  </a:cubicBezTo>
                  <a:cubicBezTo>
                    <a:pt x="0" y="81"/>
                    <a:pt x="2" y="84"/>
                    <a:pt x="4" y="84"/>
                  </a:cubicBezTo>
                  <a:cubicBezTo>
                    <a:pt x="6" y="84"/>
                    <a:pt x="11" y="81"/>
                    <a:pt x="13" y="81"/>
                  </a:cubicBezTo>
                  <a:cubicBezTo>
                    <a:pt x="16" y="80"/>
                    <a:pt x="19" y="80"/>
                    <a:pt x="22" y="79"/>
                  </a:cubicBezTo>
                  <a:cubicBezTo>
                    <a:pt x="31" y="78"/>
                    <a:pt x="32" y="71"/>
                    <a:pt x="35" y="71"/>
                  </a:cubicBezTo>
                  <a:cubicBezTo>
                    <a:pt x="37" y="71"/>
                    <a:pt x="37" y="71"/>
                    <a:pt x="37" y="71"/>
                  </a:cubicBezTo>
                  <a:cubicBezTo>
                    <a:pt x="39" y="71"/>
                    <a:pt x="39" y="72"/>
                    <a:pt x="40" y="73"/>
                  </a:cubicBezTo>
                  <a:cubicBezTo>
                    <a:pt x="39" y="87"/>
                    <a:pt x="24" y="99"/>
                    <a:pt x="23" y="104"/>
                  </a:cubicBezTo>
                  <a:cubicBezTo>
                    <a:pt x="20" y="104"/>
                    <a:pt x="20" y="104"/>
                    <a:pt x="20" y="104"/>
                  </a:cubicBezTo>
                  <a:cubicBezTo>
                    <a:pt x="20" y="110"/>
                    <a:pt x="13" y="112"/>
                    <a:pt x="12" y="119"/>
                  </a:cubicBezTo>
                  <a:cubicBezTo>
                    <a:pt x="7" y="120"/>
                    <a:pt x="9" y="130"/>
                    <a:pt x="9" y="134"/>
                  </a:cubicBezTo>
                  <a:cubicBezTo>
                    <a:pt x="14" y="138"/>
                    <a:pt x="27" y="137"/>
                    <a:pt x="29" y="131"/>
                  </a:cubicBezTo>
                  <a:cubicBezTo>
                    <a:pt x="30" y="125"/>
                    <a:pt x="35" y="117"/>
                    <a:pt x="37" y="112"/>
                  </a:cubicBezTo>
                  <a:cubicBezTo>
                    <a:pt x="41" y="107"/>
                    <a:pt x="56" y="80"/>
                    <a:pt x="61" y="80"/>
                  </a:cubicBezTo>
                  <a:cubicBezTo>
                    <a:pt x="62" y="80"/>
                    <a:pt x="64" y="84"/>
                    <a:pt x="64" y="85"/>
                  </a:cubicBezTo>
                  <a:cubicBezTo>
                    <a:pt x="64" y="86"/>
                    <a:pt x="64" y="86"/>
                    <a:pt x="64" y="86"/>
                  </a:cubicBezTo>
                  <a:cubicBezTo>
                    <a:pt x="64" y="104"/>
                    <a:pt x="57" y="113"/>
                    <a:pt x="50" y="124"/>
                  </a:cubicBezTo>
                  <a:cubicBezTo>
                    <a:pt x="47" y="129"/>
                    <a:pt x="41" y="135"/>
                    <a:pt x="36" y="137"/>
                  </a:cubicBezTo>
                  <a:cubicBezTo>
                    <a:pt x="28" y="140"/>
                    <a:pt x="27" y="143"/>
                    <a:pt x="27" y="154"/>
                  </a:cubicBezTo>
                  <a:cubicBezTo>
                    <a:pt x="27" y="157"/>
                    <a:pt x="27" y="157"/>
                    <a:pt x="27" y="157"/>
                  </a:cubicBezTo>
                  <a:cubicBezTo>
                    <a:pt x="27" y="158"/>
                    <a:pt x="28" y="159"/>
                    <a:pt x="29" y="159"/>
                  </a:cubicBezTo>
                  <a:cubicBezTo>
                    <a:pt x="30" y="159"/>
                    <a:pt x="30" y="159"/>
                    <a:pt x="30" y="159"/>
                  </a:cubicBezTo>
                  <a:cubicBezTo>
                    <a:pt x="30" y="159"/>
                    <a:pt x="44" y="155"/>
                    <a:pt x="45" y="155"/>
                  </a:cubicBezTo>
                  <a:cubicBezTo>
                    <a:pt x="48" y="153"/>
                    <a:pt x="51" y="148"/>
                    <a:pt x="53" y="145"/>
                  </a:cubicBezTo>
                  <a:cubicBezTo>
                    <a:pt x="57" y="141"/>
                    <a:pt x="65" y="128"/>
                    <a:pt x="66" y="122"/>
                  </a:cubicBezTo>
                  <a:cubicBezTo>
                    <a:pt x="70" y="113"/>
                    <a:pt x="73" y="106"/>
                    <a:pt x="76" y="95"/>
                  </a:cubicBezTo>
                  <a:cubicBezTo>
                    <a:pt x="77" y="90"/>
                    <a:pt x="77" y="84"/>
                    <a:pt x="78" y="79"/>
                  </a:cubicBezTo>
                  <a:cubicBezTo>
                    <a:pt x="79" y="71"/>
                    <a:pt x="73" y="72"/>
                    <a:pt x="73" y="66"/>
                  </a:cubicBezTo>
                  <a:cubicBezTo>
                    <a:pt x="73" y="63"/>
                    <a:pt x="93" y="47"/>
                    <a:pt x="93" y="43"/>
                  </a:cubicBezTo>
                  <a:cubicBezTo>
                    <a:pt x="93" y="39"/>
                    <a:pt x="83" y="37"/>
                    <a:pt x="78" y="37"/>
                  </a:cubicBezTo>
                  <a:cubicBezTo>
                    <a:pt x="74" y="38"/>
                    <a:pt x="64" y="41"/>
                    <a:pt x="61" y="43"/>
                  </a:cubicBezTo>
                  <a:cubicBezTo>
                    <a:pt x="58" y="44"/>
                    <a:pt x="49" y="48"/>
                    <a:pt x="46" y="51"/>
                  </a:cubicBezTo>
                  <a:cubicBezTo>
                    <a:pt x="44" y="52"/>
                    <a:pt x="35" y="60"/>
                    <a:pt x="34" y="60"/>
                  </a:cubicBezTo>
                  <a:cubicBezTo>
                    <a:pt x="32" y="60"/>
                    <a:pt x="33" y="60"/>
                    <a:pt x="30" y="59"/>
                  </a:cubicBezTo>
                  <a:cubicBezTo>
                    <a:pt x="30" y="57"/>
                    <a:pt x="30" y="58"/>
                    <a:pt x="30" y="5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" name="iśḷïḑè"/>
            <p:cNvSpPr/>
            <p:nvPr/>
          </p:nvSpPr>
          <p:spPr bwMode="auto">
            <a:xfrm>
              <a:off x="5440360" y="2960272"/>
              <a:ext cx="3259749" cy="669401"/>
            </a:xfrm>
            <a:custGeom>
              <a:avLst/>
              <a:gdLst>
                <a:gd name="T0" fmla="*/ 66 w 1011"/>
                <a:gd name="T1" fmla="*/ 51 h 207"/>
                <a:gd name="T2" fmla="*/ 70 w 1011"/>
                <a:gd name="T3" fmla="*/ 58 h 207"/>
                <a:gd name="T4" fmla="*/ 52 w 1011"/>
                <a:gd name="T5" fmla="*/ 71 h 207"/>
                <a:gd name="T6" fmla="*/ 25 w 1011"/>
                <a:gd name="T7" fmla="*/ 207 h 207"/>
                <a:gd name="T8" fmla="*/ 42 w 1011"/>
                <a:gd name="T9" fmla="*/ 163 h 207"/>
                <a:gd name="T10" fmla="*/ 63 w 1011"/>
                <a:gd name="T11" fmla="*/ 95 h 207"/>
                <a:gd name="T12" fmla="*/ 86 w 1011"/>
                <a:gd name="T13" fmla="*/ 75 h 207"/>
                <a:gd name="T14" fmla="*/ 100 w 1011"/>
                <a:gd name="T15" fmla="*/ 45 h 207"/>
                <a:gd name="T16" fmla="*/ 72 w 1011"/>
                <a:gd name="T17" fmla="*/ 32 h 207"/>
                <a:gd name="T18" fmla="*/ 56 w 1011"/>
                <a:gd name="T19" fmla="*/ 33 h 207"/>
                <a:gd name="T20" fmla="*/ 50 w 1011"/>
                <a:gd name="T21" fmla="*/ 21 h 207"/>
                <a:gd name="T22" fmla="*/ 33 w 1011"/>
                <a:gd name="T23" fmla="*/ 0 h 207"/>
                <a:gd name="T24" fmla="*/ 20 w 1011"/>
                <a:gd name="T25" fmla="*/ 34 h 207"/>
                <a:gd name="T26" fmla="*/ 0 w 1011"/>
                <a:gd name="T27" fmla="*/ 61 h 207"/>
                <a:gd name="T28" fmla="*/ 22 w 1011"/>
                <a:gd name="T29" fmla="*/ 83 h 207"/>
                <a:gd name="T30" fmla="*/ 5 w 1011"/>
                <a:gd name="T31" fmla="*/ 106 h 207"/>
                <a:gd name="T32" fmla="*/ 14 w 1011"/>
                <a:gd name="T33" fmla="*/ 113 h 207"/>
                <a:gd name="T34" fmla="*/ 19 w 1011"/>
                <a:gd name="T35" fmla="*/ 173 h 207"/>
                <a:gd name="T36" fmla="*/ 18 w 1011"/>
                <a:gd name="T37" fmla="*/ 190 h 207"/>
                <a:gd name="T38" fmla="*/ 968 w 1011"/>
                <a:gd name="T39" fmla="*/ 193 h 207"/>
                <a:gd name="T40" fmla="*/ 984 w 1011"/>
                <a:gd name="T41" fmla="*/ 167 h 207"/>
                <a:gd name="T42" fmla="*/ 1011 w 1011"/>
                <a:gd name="T43" fmla="*/ 134 h 207"/>
                <a:gd name="T44" fmla="*/ 997 w 1011"/>
                <a:gd name="T45" fmla="*/ 128 h 207"/>
                <a:gd name="T46" fmla="*/ 987 w 1011"/>
                <a:gd name="T47" fmla="*/ 129 h 207"/>
                <a:gd name="T48" fmla="*/ 985 w 1011"/>
                <a:gd name="T49" fmla="*/ 99 h 207"/>
                <a:gd name="T50" fmla="*/ 977 w 1011"/>
                <a:gd name="T51" fmla="*/ 91 h 207"/>
                <a:gd name="T52" fmla="*/ 965 w 1011"/>
                <a:gd name="T53" fmla="*/ 94 h 207"/>
                <a:gd name="T54" fmla="*/ 967 w 1011"/>
                <a:gd name="T55" fmla="*/ 114 h 207"/>
                <a:gd name="T56" fmla="*/ 964 w 1011"/>
                <a:gd name="T57" fmla="*/ 128 h 207"/>
                <a:gd name="T58" fmla="*/ 946 w 1011"/>
                <a:gd name="T59" fmla="*/ 133 h 207"/>
                <a:gd name="T60" fmla="*/ 941 w 1011"/>
                <a:gd name="T61" fmla="*/ 129 h 207"/>
                <a:gd name="T62" fmla="*/ 926 w 1011"/>
                <a:gd name="T63" fmla="*/ 132 h 207"/>
                <a:gd name="T64" fmla="*/ 912 w 1011"/>
                <a:gd name="T65" fmla="*/ 151 h 207"/>
                <a:gd name="T66" fmla="*/ 920 w 1011"/>
                <a:gd name="T67" fmla="*/ 165 h 207"/>
                <a:gd name="T68" fmla="*/ 933 w 1011"/>
                <a:gd name="T69" fmla="*/ 164 h 207"/>
                <a:gd name="T70" fmla="*/ 965 w 1011"/>
                <a:gd name="T71" fmla="*/ 154 h 207"/>
                <a:gd name="T72" fmla="*/ 972 w 1011"/>
                <a:gd name="T73" fmla="*/ 159 h 207"/>
                <a:gd name="T74" fmla="*/ 952 w 1011"/>
                <a:gd name="T75" fmla="*/ 171 h 207"/>
                <a:gd name="T76" fmla="*/ 945 w 1011"/>
                <a:gd name="T77" fmla="*/ 190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11" h="207">
                  <a:moveTo>
                    <a:pt x="49" y="64"/>
                  </a:moveTo>
                  <a:cubicBezTo>
                    <a:pt x="49" y="54"/>
                    <a:pt x="57" y="52"/>
                    <a:pt x="66" y="51"/>
                  </a:cubicBezTo>
                  <a:cubicBezTo>
                    <a:pt x="68" y="52"/>
                    <a:pt x="70" y="53"/>
                    <a:pt x="70" y="55"/>
                  </a:cubicBezTo>
                  <a:cubicBezTo>
                    <a:pt x="70" y="58"/>
                    <a:pt x="70" y="58"/>
                    <a:pt x="70" y="58"/>
                  </a:cubicBezTo>
                  <a:cubicBezTo>
                    <a:pt x="70" y="61"/>
                    <a:pt x="57" y="71"/>
                    <a:pt x="54" y="71"/>
                  </a:cubicBezTo>
                  <a:cubicBezTo>
                    <a:pt x="52" y="71"/>
                    <a:pt x="52" y="71"/>
                    <a:pt x="52" y="71"/>
                  </a:cubicBezTo>
                  <a:cubicBezTo>
                    <a:pt x="49" y="71"/>
                    <a:pt x="49" y="67"/>
                    <a:pt x="49" y="64"/>
                  </a:cubicBezTo>
                  <a:close/>
                  <a:moveTo>
                    <a:pt x="25" y="207"/>
                  </a:moveTo>
                  <a:cubicBezTo>
                    <a:pt x="32" y="203"/>
                    <a:pt x="38" y="200"/>
                    <a:pt x="38" y="189"/>
                  </a:cubicBezTo>
                  <a:cubicBezTo>
                    <a:pt x="38" y="180"/>
                    <a:pt x="40" y="172"/>
                    <a:pt x="42" y="163"/>
                  </a:cubicBezTo>
                  <a:cubicBezTo>
                    <a:pt x="44" y="148"/>
                    <a:pt x="42" y="122"/>
                    <a:pt x="45" y="108"/>
                  </a:cubicBezTo>
                  <a:cubicBezTo>
                    <a:pt x="47" y="98"/>
                    <a:pt x="55" y="99"/>
                    <a:pt x="63" y="95"/>
                  </a:cubicBezTo>
                  <a:cubicBezTo>
                    <a:pt x="69" y="92"/>
                    <a:pt x="73" y="86"/>
                    <a:pt x="78" y="82"/>
                  </a:cubicBezTo>
                  <a:cubicBezTo>
                    <a:pt x="81" y="79"/>
                    <a:pt x="84" y="77"/>
                    <a:pt x="86" y="75"/>
                  </a:cubicBezTo>
                  <a:cubicBezTo>
                    <a:pt x="89" y="72"/>
                    <a:pt x="91" y="70"/>
                    <a:pt x="94" y="67"/>
                  </a:cubicBezTo>
                  <a:cubicBezTo>
                    <a:pt x="102" y="59"/>
                    <a:pt x="97" y="51"/>
                    <a:pt x="100" y="45"/>
                  </a:cubicBezTo>
                  <a:cubicBezTo>
                    <a:pt x="97" y="38"/>
                    <a:pt x="95" y="33"/>
                    <a:pt x="85" y="33"/>
                  </a:cubicBezTo>
                  <a:cubicBezTo>
                    <a:pt x="82" y="33"/>
                    <a:pt x="75" y="33"/>
                    <a:pt x="72" y="32"/>
                  </a:cubicBezTo>
                  <a:cubicBezTo>
                    <a:pt x="66" y="31"/>
                    <a:pt x="67" y="33"/>
                    <a:pt x="62" y="33"/>
                  </a:cubicBezTo>
                  <a:cubicBezTo>
                    <a:pt x="56" y="33"/>
                    <a:pt x="56" y="33"/>
                    <a:pt x="56" y="33"/>
                  </a:cubicBezTo>
                  <a:cubicBezTo>
                    <a:pt x="54" y="33"/>
                    <a:pt x="50" y="30"/>
                    <a:pt x="50" y="28"/>
                  </a:cubicBezTo>
                  <a:cubicBezTo>
                    <a:pt x="50" y="21"/>
                    <a:pt x="50" y="21"/>
                    <a:pt x="50" y="21"/>
                  </a:cubicBezTo>
                  <a:cubicBezTo>
                    <a:pt x="50" y="18"/>
                    <a:pt x="51" y="13"/>
                    <a:pt x="52" y="10"/>
                  </a:cubicBezTo>
                  <a:cubicBezTo>
                    <a:pt x="47" y="3"/>
                    <a:pt x="46" y="0"/>
                    <a:pt x="33" y="0"/>
                  </a:cubicBezTo>
                  <a:cubicBezTo>
                    <a:pt x="27" y="0"/>
                    <a:pt x="24" y="8"/>
                    <a:pt x="23" y="14"/>
                  </a:cubicBezTo>
                  <a:cubicBezTo>
                    <a:pt x="22" y="23"/>
                    <a:pt x="24" y="27"/>
                    <a:pt x="20" y="34"/>
                  </a:cubicBezTo>
                  <a:cubicBezTo>
                    <a:pt x="15" y="41"/>
                    <a:pt x="15" y="41"/>
                    <a:pt x="8" y="45"/>
                  </a:cubicBezTo>
                  <a:cubicBezTo>
                    <a:pt x="4" y="48"/>
                    <a:pt x="0" y="55"/>
                    <a:pt x="0" y="61"/>
                  </a:cubicBezTo>
                  <a:cubicBezTo>
                    <a:pt x="0" y="72"/>
                    <a:pt x="3" y="70"/>
                    <a:pt x="12" y="72"/>
                  </a:cubicBezTo>
                  <a:cubicBezTo>
                    <a:pt x="17" y="73"/>
                    <a:pt x="22" y="77"/>
                    <a:pt x="22" y="83"/>
                  </a:cubicBezTo>
                  <a:cubicBezTo>
                    <a:pt x="22" y="83"/>
                    <a:pt x="22" y="83"/>
                    <a:pt x="22" y="83"/>
                  </a:cubicBezTo>
                  <a:cubicBezTo>
                    <a:pt x="22" y="92"/>
                    <a:pt x="5" y="93"/>
                    <a:pt x="5" y="106"/>
                  </a:cubicBezTo>
                  <a:cubicBezTo>
                    <a:pt x="5" y="106"/>
                    <a:pt x="5" y="106"/>
                    <a:pt x="5" y="106"/>
                  </a:cubicBezTo>
                  <a:cubicBezTo>
                    <a:pt x="5" y="114"/>
                    <a:pt x="8" y="113"/>
                    <a:pt x="14" y="113"/>
                  </a:cubicBezTo>
                  <a:cubicBezTo>
                    <a:pt x="22" y="113"/>
                    <a:pt x="19" y="133"/>
                    <a:pt x="19" y="141"/>
                  </a:cubicBezTo>
                  <a:cubicBezTo>
                    <a:pt x="19" y="152"/>
                    <a:pt x="19" y="164"/>
                    <a:pt x="19" y="173"/>
                  </a:cubicBezTo>
                  <a:cubicBezTo>
                    <a:pt x="19" y="178"/>
                    <a:pt x="17" y="182"/>
                    <a:pt x="17" y="185"/>
                  </a:cubicBezTo>
                  <a:cubicBezTo>
                    <a:pt x="17" y="185"/>
                    <a:pt x="18" y="186"/>
                    <a:pt x="18" y="190"/>
                  </a:cubicBezTo>
                  <a:cubicBezTo>
                    <a:pt x="15" y="192"/>
                    <a:pt x="19" y="204"/>
                    <a:pt x="25" y="207"/>
                  </a:cubicBezTo>
                  <a:close/>
                  <a:moveTo>
                    <a:pt x="968" y="193"/>
                  </a:moveTo>
                  <a:cubicBezTo>
                    <a:pt x="973" y="191"/>
                    <a:pt x="975" y="187"/>
                    <a:pt x="979" y="183"/>
                  </a:cubicBezTo>
                  <a:cubicBezTo>
                    <a:pt x="981" y="179"/>
                    <a:pt x="984" y="172"/>
                    <a:pt x="984" y="167"/>
                  </a:cubicBezTo>
                  <a:cubicBezTo>
                    <a:pt x="984" y="155"/>
                    <a:pt x="982" y="155"/>
                    <a:pt x="989" y="150"/>
                  </a:cubicBezTo>
                  <a:cubicBezTo>
                    <a:pt x="1003" y="150"/>
                    <a:pt x="1011" y="148"/>
                    <a:pt x="1011" y="134"/>
                  </a:cubicBezTo>
                  <a:cubicBezTo>
                    <a:pt x="1011" y="132"/>
                    <a:pt x="1011" y="131"/>
                    <a:pt x="1010" y="130"/>
                  </a:cubicBezTo>
                  <a:cubicBezTo>
                    <a:pt x="997" y="128"/>
                    <a:pt x="997" y="128"/>
                    <a:pt x="997" y="128"/>
                  </a:cubicBezTo>
                  <a:cubicBezTo>
                    <a:pt x="995" y="128"/>
                    <a:pt x="995" y="129"/>
                    <a:pt x="994" y="129"/>
                  </a:cubicBezTo>
                  <a:cubicBezTo>
                    <a:pt x="987" y="129"/>
                    <a:pt x="987" y="129"/>
                    <a:pt x="987" y="129"/>
                  </a:cubicBezTo>
                  <a:cubicBezTo>
                    <a:pt x="983" y="129"/>
                    <a:pt x="977" y="126"/>
                    <a:pt x="977" y="122"/>
                  </a:cubicBezTo>
                  <a:cubicBezTo>
                    <a:pt x="977" y="119"/>
                    <a:pt x="985" y="112"/>
                    <a:pt x="985" y="99"/>
                  </a:cubicBezTo>
                  <a:cubicBezTo>
                    <a:pt x="985" y="95"/>
                    <a:pt x="985" y="95"/>
                    <a:pt x="985" y="95"/>
                  </a:cubicBezTo>
                  <a:cubicBezTo>
                    <a:pt x="985" y="93"/>
                    <a:pt x="979" y="91"/>
                    <a:pt x="977" y="91"/>
                  </a:cubicBezTo>
                  <a:cubicBezTo>
                    <a:pt x="975" y="91"/>
                    <a:pt x="975" y="91"/>
                    <a:pt x="975" y="91"/>
                  </a:cubicBezTo>
                  <a:cubicBezTo>
                    <a:pt x="975" y="91"/>
                    <a:pt x="965" y="93"/>
                    <a:pt x="965" y="94"/>
                  </a:cubicBezTo>
                  <a:cubicBezTo>
                    <a:pt x="962" y="95"/>
                    <a:pt x="960" y="96"/>
                    <a:pt x="959" y="100"/>
                  </a:cubicBezTo>
                  <a:cubicBezTo>
                    <a:pt x="957" y="111"/>
                    <a:pt x="967" y="106"/>
                    <a:pt x="967" y="114"/>
                  </a:cubicBezTo>
                  <a:cubicBezTo>
                    <a:pt x="967" y="123"/>
                    <a:pt x="967" y="123"/>
                    <a:pt x="967" y="123"/>
                  </a:cubicBezTo>
                  <a:cubicBezTo>
                    <a:pt x="967" y="124"/>
                    <a:pt x="965" y="126"/>
                    <a:pt x="964" y="128"/>
                  </a:cubicBezTo>
                  <a:cubicBezTo>
                    <a:pt x="963" y="130"/>
                    <a:pt x="961" y="130"/>
                    <a:pt x="958" y="130"/>
                  </a:cubicBezTo>
                  <a:cubicBezTo>
                    <a:pt x="950" y="130"/>
                    <a:pt x="951" y="130"/>
                    <a:pt x="946" y="133"/>
                  </a:cubicBezTo>
                  <a:cubicBezTo>
                    <a:pt x="939" y="133"/>
                    <a:pt x="939" y="133"/>
                    <a:pt x="939" y="133"/>
                  </a:cubicBezTo>
                  <a:cubicBezTo>
                    <a:pt x="941" y="129"/>
                    <a:pt x="941" y="129"/>
                    <a:pt x="941" y="129"/>
                  </a:cubicBezTo>
                  <a:cubicBezTo>
                    <a:pt x="938" y="128"/>
                    <a:pt x="938" y="128"/>
                    <a:pt x="938" y="128"/>
                  </a:cubicBezTo>
                  <a:cubicBezTo>
                    <a:pt x="928" y="128"/>
                    <a:pt x="935" y="130"/>
                    <a:pt x="926" y="132"/>
                  </a:cubicBezTo>
                  <a:cubicBezTo>
                    <a:pt x="929" y="137"/>
                    <a:pt x="931" y="129"/>
                    <a:pt x="935" y="136"/>
                  </a:cubicBezTo>
                  <a:cubicBezTo>
                    <a:pt x="924" y="137"/>
                    <a:pt x="916" y="144"/>
                    <a:pt x="912" y="151"/>
                  </a:cubicBezTo>
                  <a:cubicBezTo>
                    <a:pt x="917" y="164"/>
                    <a:pt x="917" y="164"/>
                    <a:pt x="917" y="164"/>
                  </a:cubicBezTo>
                  <a:cubicBezTo>
                    <a:pt x="918" y="165"/>
                    <a:pt x="918" y="165"/>
                    <a:pt x="920" y="165"/>
                  </a:cubicBezTo>
                  <a:cubicBezTo>
                    <a:pt x="920" y="165"/>
                    <a:pt x="920" y="165"/>
                    <a:pt x="920" y="165"/>
                  </a:cubicBezTo>
                  <a:cubicBezTo>
                    <a:pt x="921" y="165"/>
                    <a:pt x="930" y="164"/>
                    <a:pt x="933" y="164"/>
                  </a:cubicBezTo>
                  <a:cubicBezTo>
                    <a:pt x="935" y="164"/>
                    <a:pt x="942" y="161"/>
                    <a:pt x="944" y="161"/>
                  </a:cubicBezTo>
                  <a:cubicBezTo>
                    <a:pt x="948" y="159"/>
                    <a:pt x="961" y="154"/>
                    <a:pt x="965" y="154"/>
                  </a:cubicBezTo>
                  <a:cubicBezTo>
                    <a:pt x="966" y="154"/>
                    <a:pt x="966" y="154"/>
                    <a:pt x="966" y="154"/>
                  </a:cubicBezTo>
                  <a:cubicBezTo>
                    <a:pt x="969" y="154"/>
                    <a:pt x="972" y="157"/>
                    <a:pt x="972" y="159"/>
                  </a:cubicBezTo>
                  <a:cubicBezTo>
                    <a:pt x="972" y="161"/>
                    <a:pt x="968" y="168"/>
                    <a:pt x="967" y="169"/>
                  </a:cubicBezTo>
                  <a:cubicBezTo>
                    <a:pt x="964" y="171"/>
                    <a:pt x="957" y="171"/>
                    <a:pt x="952" y="171"/>
                  </a:cubicBezTo>
                  <a:cubicBezTo>
                    <a:pt x="951" y="172"/>
                    <a:pt x="945" y="179"/>
                    <a:pt x="945" y="182"/>
                  </a:cubicBezTo>
                  <a:cubicBezTo>
                    <a:pt x="945" y="190"/>
                    <a:pt x="945" y="190"/>
                    <a:pt x="945" y="190"/>
                  </a:cubicBezTo>
                  <a:cubicBezTo>
                    <a:pt x="947" y="202"/>
                    <a:pt x="960" y="198"/>
                    <a:pt x="968" y="19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" name="ïšḻïḑe"/>
            <p:cNvSpPr/>
            <p:nvPr/>
          </p:nvSpPr>
          <p:spPr bwMode="auto">
            <a:xfrm>
              <a:off x="5301300" y="3756463"/>
              <a:ext cx="184051" cy="162238"/>
            </a:xfrm>
            <a:custGeom>
              <a:avLst/>
              <a:gdLst>
                <a:gd name="T0" fmla="*/ 68 w 135"/>
                <a:gd name="T1" fmla="*/ 85 h 119"/>
                <a:gd name="T2" fmla="*/ 66 w 135"/>
                <a:gd name="T3" fmla="*/ 85 h 119"/>
                <a:gd name="T4" fmla="*/ 42 w 135"/>
                <a:gd name="T5" fmla="*/ 0 h 119"/>
                <a:gd name="T6" fmla="*/ 0 w 135"/>
                <a:gd name="T7" fmla="*/ 0 h 119"/>
                <a:gd name="T8" fmla="*/ 0 w 135"/>
                <a:gd name="T9" fmla="*/ 119 h 119"/>
                <a:gd name="T10" fmla="*/ 23 w 135"/>
                <a:gd name="T11" fmla="*/ 119 h 119"/>
                <a:gd name="T12" fmla="*/ 23 w 135"/>
                <a:gd name="T13" fmla="*/ 17 h 119"/>
                <a:gd name="T14" fmla="*/ 23 w 135"/>
                <a:gd name="T15" fmla="*/ 17 h 119"/>
                <a:gd name="T16" fmla="*/ 57 w 135"/>
                <a:gd name="T17" fmla="*/ 119 h 119"/>
                <a:gd name="T18" fmla="*/ 78 w 135"/>
                <a:gd name="T19" fmla="*/ 119 h 119"/>
                <a:gd name="T20" fmla="*/ 111 w 135"/>
                <a:gd name="T21" fmla="*/ 17 h 119"/>
                <a:gd name="T22" fmla="*/ 111 w 135"/>
                <a:gd name="T23" fmla="*/ 17 h 119"/>
                <a:gd name="T24" fmla="*/ 111 w 135"/>
                <a:gd name="T25" fmla="*/ 119 h 119"/>
                <a:gd name="T26" fmla="*/ 135 w 135"/>
                <a:gd name="T27" fmla="*/ 119 h 119"/>
                <a:gd name="T28" fmla="*/ 135 w 135"/>
                <a:gd name="T29" fmla="*/ 0 h 119"/>
                <a:gd name="T30" fmla="*/ 94 w 135"/>
                <a:gd name="T31" fmla="*/ 0 h 119"/>
                <a:gd name="T32" fmla="*/ 68 w 135"/>
                <a:gd name="T33" fmla="*/ 85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35" h="119">
                  <a:moveTo>
                    <a:pt x="68" y="85"/>
                  </a:moveTo>
                  <a:lnTo>
                    <a:pt x="66" y="85"/>
                  </a:lnTo>
                  <a:lnTo>
                    <a:pt x="42" y="0"/>
                  </a:lnTo>
                  <a:lnTo>
                    <a:pt x="0" y="0"/>
                  </a:lnTo>
                  <a:lnTo>
                    <a:pt x="0" y="119"/>
                  </a:lnTo>
                  <a:lnTo>
                    <a:pt x="23" y="119"/>
                  </a:lnTo>
                  <a:lnTo>
                    <a:pt x="23" y="17"/>
                  </a:lnTo>
                  <a:lnTo>
                    <a:pt x="23" y="17"/>
                  </a:lnTo>
                  <a:lnTo>
                    <a:pt x="57" y="119"/>
                  </a:lnTo>
                  <a:lnTo>
                    <a:pt x="78" y="119"/>
                  </a:lnTo>
                  <a:lnTo>
                    <a:pt x="111" y="17"/>
                  </a:lnTo>
                  <a:lnTo>
                    <a:pt x="111" y="17"/>
                  </a:lnTo>
                  <a:lnTo>
                    <a:pt x="111" y="119"/>
                  </a:lnTo>
                  <a:lnTo>
                    <a:pt x="135" y="119"/>
                  </a:lnTo>
                  <a:lnTo>
                    <a:pt x="135" y="0"/>
                  </a:lnTo>
                  <a:lnTo>
                    <a:pt x="94" y="0"/>
                  </a:lnTo>
                  <a:lnTo>
                    <a:pt x="68" y="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iŝľíďe"/>
            <p:cNvSpPr/>
            <p:nvPr/>
          </p:nvSpPr>
          <p:spPr bwMode="auto">
            <a:xfrm>
              <a:off x="5526251" y="3756463"/>
              <a:ext cx="35447" cy="16223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iṡľidé"/>
            <p:cNvSpPr/>
            <p:nvPr/>
          </p:nvSpPr>
          <p:spPr bwMode="auto">
            <a:xfrm>
              <a:off x="5601235" y="3756463"/>
              <a:ext cx="144514" cy="162238"/>
            </a:xfrm>
            <a:custGeom>
              <a:avLst/>
              <a:gdLst>
                <a:gd name="T0" fmla="*/ 83 w 106"/>
                <a:gd name="T1" fmla="*/ 93 h 119"/>
                <a:gd name="T2" fmla="*/ 83 w 106"/>
                <a:gd name="T3" fmla="*/ 93 h 119"/>
                <a:gd name="T4" fmla="*/ 38 w 106"/>
                <a:gd name="T5" fmla="*/ 0 h 119"/>
                <a:gd name="T6" fmla="*/ 0 w 106"/>
                <a:gd name="T7" fmla="*/ 0 h 119"/>
                <a:gd name="T8" fmla="*/ 0 w 106"/>
                <a:gd name="T9" fmla="*/ 119 h 119"/>
                <a:gd name="T10" fmla="*/ 23 w 106"/>
                <a:gd name="T11" fmla="*/ 119 h 119"/>
                <a:gd name="T12" fmla="*/ 23 w 106"/>
                <a:gd name="T13" fmla="*/ 19 h 119"/>
                <a:gd name="T14" fmla="*/ 23 w 106"/>
                <a:gd name="T15" fmla="*/ 19 h 119"/>
                <a:gd name="T16" fmla="*/ 71 w 106"/>
                <a:gd name="T17" fmla="*/ 119 h 119"/>
                <a:gd name="T18" fmla="*/ 106 w 106"/>
                <a:gd name="T19" fmla="*/ 119 h 119"/>
                <a:gd name="T20" fmla="*/ 106 w 106"/>
                <a:gd name="T21" fmla="*/ 0 h 119"/>
                <a:gd name="T22" fmla="*/ 83 w 106"/>
                <a:gd name="T23" fmla="*/ 0 h 119"/>
                <a:gd name="T24" fmla="*/ 83 w 106"/>
                <a:gd name="T25" fmla="*/ 93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6" h="119">
                  <a:moveTo>
                    <a:pt x="83" y="93"/>
                  </a:moveTo>
                  <a:lnTo>
                    <a:pt x="83" y="93"/>
                  </a:lnTo>
                  <a:lnTo>
                    <a:pt x="38" y="0"/>
                  </a:lnTo>
                  <a:lnTo>
                    <a:pt x="0" y="0"/>
                  </a:lnTo>
                  <a:lnTo>
                    <a:pt x="0" y="119"/>
                  </a:lnTo>
                  <a:lnTo>
                    <a:pt x="23" y="119"/>
                  </a:lnTo>
                  <a:lnTo>
                    <a:pt x="23" y="19"/>
                  </a:lnTo>
                  <a:lnTo>
                    <a:pt x="23" y="19"/>
                  </a:lnTo>
                  <a:lnTo>
                    <a:pt x="71" y="119"/>
                  </a:lnTo>
                  <a:lnTo>
                    <a:pt x="106" y="119"/>
                  </a:lnTo>
                  <a:lnTo>
                    <a:pt x="106" y="0"/>
                  </a:lnTo>
                  <a:lnTo>
                    <a:pt x="83" y="0"/>
                  </a:lnTo>
                  <a:lnTo>
                    <a:pt x="83" y="9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" name="íśļíḋe"/>
            <p:cNvSpPr/>
            <p:nvPr/>
          </p:nvSpPr>
          <p:spPr bwMode="auto">
            <a:xfrm>
              <a:off x="5778469" y="3756463"/>
              <a:ext cx="125427" cy="162238"/>
            </a:xfrm>
            <a:custGeom>
              <a:avLst/>
              <a:gdLst>
                <a:gd name="T0" fmla="*/ 90 w 92"/>
                <a:gd name="T1" fmla="*/ 19 h 119"/>
                <a:gd name="T2" fmla="*/ 90 w 92"/>
                <a:gd name="T3" fmla="*/ 0 h 119"/>
                <a:gd name="T4" fmla="*/ 5 w 92"/>
                <a:gd name="T5" fmla="*/ 0 h 119"/>
                <a:gd name="T6" fmla="*/ 5 w 92"/>
                <a:gd name="T7" fmla="*/ 19 h 119"/>
                <a:gd name="T8" fmla="*/ 59 w 92"/>
                <a:gd name="T9" fmla="*/ 19 h 119"/>
                <a:gd name="T10" fmla="*/ 0 w 92"/>
                <a:gd name="T11" fmla="*/ 97 h 119"/>
                <a:gd name="T12" fmla="*/ 0 w 92"/>
                <a:gd name="T13" fmla="*/ 119 h 119"/>
                <a:gd name="T14" fmla="*/ 92 w 92"/>
                <a:gd name="T15" fmla="*/ 119 h 119"/>
                <a:gd name="T16" fmla="*/ 92 w 92"/>
                <a:gd name="T17" fmla="*/ 97 h 119"/>
                <a:gd name="T18" fmla="*/ 33 w 92"/>
                <a:gd name="T19" fmla="*/ 97 h 119"/>
                <a:gd name="T20" fmla="*/ 90 w 92"/>
                <a:gd name="T21" fmla="*/ 19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9">
                  <a:moveTo>
                    <a:pt x="90" y="19"/>
                  </a:moveTo>
                  <a:lnTo>
                    <a:pt x="90" y="0"/>
                  </a:lnTo>
                  <a:lnTo>
                    <a:pt x="5" y="0"/>
                  </a:lnTo>
                  <a:lnTo>
                    <a:pt x="5" y="19"/>
                  </a:lnTo>
                  <a:lnTo>
                    <a:pt x="59" y="19"/>
                  </a:lnTo>
                  <a:lnTo>
                    <a:pt x="0" y="97"/>
                  </a:lnTo>
                  <a:lnTo>
                    <a:pt x="0" y="119"/>
                  </a:lnTo>
                  <a:lnTo>
                    <a:pt x="92" y="119"/>
                  </a:lnTo>
                  <a:lnTo>
                    <a:pt x="92" y="97"/>
                  </a:lnTo>
                  <a:lnTo>
                    <a:pt x="33" y="97"/>
                  </a:lnTo>
                  <a:lnTo>
                    <a:pt x="90" y="1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" name="îṣ1ïḑé"/>
            <p:cNvSpPr/>
            <p:nvPr/>
          </p:nvSpPr>
          <p:spPr bwMode="auto">
            <a:xfrm>
              <a:off x="5939343" y="3756463"/>
              <a:ext cx="139061" cy="162238"/>
            </a:xfrm>
            <a:custGeom>
              <a:avLst/>
              <a:gdLst>
                <a:gd name="T0" fmla="*/ 33 w 43"/>
                <a:gd name="T1" fmla="*/ 27 h 50"/>
                <a:gd name="T2" fmla="*/ 30 w 43"/>
                <a:gd name="T3" fmla="*/ 39 h 50"/>
                <a:gd name="T4" fmla="*/ 22 w 43"/>
                <a:gd name="T5" fmla="*/ 43 h 50"/>
                <a:gd name="T6" fmla="*/ 13 w 43"/>
                <a:gd name="T7" fmla="*/ 39 h 50"/>
                <a:gd name="T8" fmla="*/ 11 w 43"/>
                <a:gd name="T9" fmla="*/ 27 h 50"/>
                <a:gd name="T10" fmla="*/ 11 w 43"/>
                <a:gd name="T11" fmla="*/ 0 h 50"/>
                <a:gd name="T12" fmla="*/ 0 w 43"/>
                <a:gd name="T13" fmla="*/ 0 h 50"/>
                <a:gd name="T14" fmla="*/ 0 w 43"/>
                <a:gd name="T15" fmla="*/ 31 h 50"/>
                <a:gd name="T16" fmla="*/ 22 w 43"/>
                <a:gd name="T17" fmla="*/ 50 h 50"/>
                <a:gd name="T18" fmla="*/ 43 w 43"/>
                <a:gd name="T19" fmla="*/ 31 h 50"/>
                <a:gd name="T20" fmla="*/ 43 w 43"/>
                <a:gd name="T21" fmla="*/ 0 h 50"/>
                <a:gd name="T22" fmla="*/ 33 w 43"/>
                <a:gd name="T23" fmla="*/ 0 h 50"/>
                <a:gd name="T24" fmla="*/ 33 w 43"/>
                <a:gd name="T25" fmla="*/ 27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3" h="50">
                  <a:moveTo>
                    <a:pt x="33" y="27"/>
                  </a:moveTo>
                  <a:cubicBezTo>
                    <a:pt x="33" y="33"/>
                    <a:pt x="32" y="37"/>
                    <a:pt x="30" y="39"/>
                  </a:cubicBezTo>
                  <a:cubicBezTo>
                    <a:pt x="29" y="42"/>
                    <a:pt x="26" y="43"/>
                    <a:pt x="22" y="43"/>
                  </a:cubicBezTo>
                  <a:cubicBezTo>
                    <a:pt x="18" y="43"/>
                    <a:pt x="15" y="42"/>
                    <a:pt x="13" y="39"/>
                  </a:cubicBezTo>
                  <a:cubicBezTo>
                    <a:pt x="11" y="37"/>
                    <a:pt x="10" y="33"/>
                    <a:pt x="11" y="27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0" y="31"/>
                    <a:pt x="0" y="31"/>
                  </a:cubicBezTo>
                  <a:cubicBezTo>
                    <a:pt x="0" y="44"/>
                    <a:pt x="7" y="50"/>
                    <a:pt x="22" y="50"/>
                  </a:cubicBezTo>
                  <a:cubicBezTo>
                    <a:pt x="36" y="50"/>
                    <a:pt x="43" y="44"/>
                    <a:pt x="43" y="31"/>
                  </a:cubicBezTo>
                  <a:cubicBezTo>
                    <a:pt x="43" y="0"/>
                    <a:pt x="43" y="0"/>
                    <a:pt x="43" y="0"/>
                  </a:cubicBezTo>
                  <a:cubicBezTo>
                    <a:pt x="33" y="0"/>
                    <a:pt x="33" y="0"/>
                    <a:pt x="33" y="0"/>
                  </a:cubicBezTo>
                  <a:lnTo>
                    <a:pt x="33" y="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" name="íṧḷíďè"/>
            <p:cNvSpPr/>
            <p:nvPr/>
          </p:nvSpPr>
          <p:spPr bwMode="auto">
            <a:xfrm>
              <a:off x="6175202" y="3756463"/>
              <a:ext cx="141788" cy="162238"/>
            </a:xfrm>
            <a:custGeom>
              <a:avLst/>
              <a:gdLst>
                <a:gd name="T0" fmla="*/ 33 w 44"/>
                <a:gd name="T1" fmla="*/ 27 h 50"/>
                <a:gd name="T2" fmla="*/ 31 w 44"/>
                <a:gd name="T3" fmla="*/ 39 h 50"/>
                <a:gd name="T4" fmla="*/ 22 w 44"/>
                <a:gd name="T5" fmla="*/ 43 h 50"/>
                <a:gd name="T6" fmla="*/ 13 w 44"/>
                <a:gd name="T7" fmla="*/ 39 h 50"/>
                <a:gd name="T8" fmla="*/ 11 w 44"/>
                <a:gd name="T9" fmla="*/ 27 h 50"/>
                <a:gd name="T10" fmla="*/ 11 w 44"/>
                <a:gd name="T11" fmla="*/ 0 h 50"/>
                <a:gd name="T12" fmla="*/ 0 w 44"/>
                <a:gd name="T13" fmla="*/ 0 h 50"/>
                <a:gd name="T14" fmla="*/ 0 w 44"/>
                <a:gd name="T15" fmla="*/ 31 h 50"/>
                <a:gd name="T16" fmla="*/ 22 w 44"/>
                <a:gd name="T17" fmla="*/ 50 h 50"/>
                <a:gd name="T18" fmla="*/ 44 w 44"/>
                <a:gd name="T19" fmla="*/ 31 h 50"/>
                <a:gd name="T20" fmla="*/ 44 w 44"/>
                <a:gd name="T21" fmla="*/ 0 h 50"/>
                <a:gd name="T22" fmla="*/ 33 w 44"/>
                <a:gd name="T23" fmla="*/ 0 h 50"/>
                <a:gd name="T24" fmla="*/ 33 w 44"/>
                <a:gd name="T25" fmla="*/ 27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" h="50">
                  <a:moveTo>
                    <a:pt x="33" y="27"/>
                  </a:moveTo>
                  <a:cubicBezTo>
                    <a:pt x="33" y="33"/>
                    <a:pt x="32" y="37"/>
                    <a:pt x="31" y="39"/>
                  </a:cubicBezTo>
                  <a:cubicBezTo>
                    <a:pt x="29" y="42"/>
                    <a:pt x="26" y="43"/>
                    <a:pt x="22" y="43"/>
                  </a:cubicBezTo>
                  <a:cubicBezTo>
                    <a:pt x="18" y="43"/>
                    <a:pt x="15" y="42"/>
                    <a:pt x="13" y="39"/>
                  </a:cubicBezTo>
                  <a:cubicBezTo>
                    <a:pt x="11" y="37"/>
                    <a:pt x="11" y="33"/>
                    <a:pt x="11" y="27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0" y="31"/>
                    <a:pt x="0" y="31"/>
                  </a:cubicBezTo>
                  <a:cubicBezTo>
                    <a:pt x="0" y="44"/>
                    <a:pt x="8" y="50"/>
                    <a:pt x="22" y="50"/>
                  </a:cubicBezTo>
                  <a:cubicBezTo>
                    <a:pt x="36" y="50"/>
                    <a:pt x="43" y="44"/>
                    <a:pt x="44" y="31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33" y="0"/>
                    <a:pt x="33" y="0"/>
                    <a:pt x="33" y="0"/>
                  </a:cubicBezTo>
                  <a:lnTo>
                    <a:pt x="33" y="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" name="i$1iḓê"/>
            <p:cNvSpPr/>
            <p:nvPr/>
          </p:nvSpPr>
          <p:spPr bwMode="auto">
            <a:xfrm>
              <a:off x="6359253" y="3756463"/>
              <a:ext cx="148604" cy="162238"/>
            </a:xfrm>
            <a:custGeom>
              <a:avLst/>
              <a:gdLst>
                <a:gd name="T0" fmla="*/ 85 w 109"/>
                <a:gd name="T1" fmla="*/ 93 h 119"/>
                <a:gd name="T2" fmla="*/ 83 w 109"/>
                <a:gd name="T3" fmla="*/ 93 h 119"/>
                <a:gd name="T4" fmla="*/ 38 w 109"/>
                <a:gd name="T5" fmla="*/ 0 h 119"/>
                <a:gd name="T6" fmla="*/ 0 w 109"/>
                <a:gd name="T7" fmla="*/ 0 h 119"/>
                <a:gd name="T8" fmla="*/ 0 w 109"/>
                <a:gd name="T9" fmla="*/ 119 h 119"/>
                <a:gd name="T10" fmla="*/ 23 w 109"/>
                <a:gd name="T11" fmla="*/ 119 h 119"/>
                <a:gd name="T12" fmla="*/ 23 w 109"/>
                <a:gd name="T13" fmla="*/ 19 h 119"/>
                <a:gd name="T14" fmla="*/ 26 w 109"/>
                <a:gd name="T15" fmla="*/ 19 h 119"/>
                <a:gd name="T16" fmla="*/ 71 w 109"/>
                <a:gd name="T17" fmla="*/ 119 h 119"/>
                <a:gd name="T18" fmla="*/ 109 w 109"/>
                <a:gd name="T19" fmla="*/ 119 h 119"/>
                <a:gd name="T20" fmla="*/ 109 w 109"/>
                <a:gd name="T21" fmla="*/ 0 h 119"/>
                <a:gd name="T22" fmla="*/ 85 w 109"/>
                <a:gd name="T23" fmla="*/ 0 h 119"/>
                <a:gd name="T24" fmla="*/ 85 w 109"/>
                <a:gd name="T25" fmla="*/ 93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" h="119">
                  <a:moveTo>
                    <a:pt x="85" y="93"/>
                  </a:moveTo>
                  <a:lnTo>
                    <a:pt x="83" y="93"/>
                  </a:lnTo>
                  <a:lnTo>
                    <a:pt x="38" y="0"/>
                  </a:lnTo>
                  <a:lnTo>
                    <a:pt x="0" y="0"/>
                  </a:lnTo>
                  <a:lnTo>
                    <a:pt x="0" y="119"/>
                  </a:lnTo>
                  <a:lnTo>
                    <a:pt x="23" y="119"/>
                  </a:lnTo>
                  <a:lnTo>
                    <a:pt x="23" y="19"/>
                  </a:lnTo>
                  <a:lnTo>
                    <a:pt x="26" y="19"/>
                  </a:lnTo>
                  <a:lnTo>
                    <a:pt x="71" y="119"/>
                  </a:lnTo>
                  <a:lnTo>
                    <a:pt x="109" y="119"/>
                  </a:lnTo>
                  <a:lnTo>
                    <a:pt x="109" y="0"/>
                  </a:lnTo>
                  <a:lnTo>
                    <a:pt x="85" y="0"/>
                  </a:lnTo>
                  <a:lnTo>
                    <a:pt x="85" y="9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iṩḻïḍê"/>
            <p:cNvSpPr/>
            <p:nvPr/>
          </p:nvSpPr>
          <p:spPr bwMode="auto">
            <a:xfrm>
              <a:off x="6546030" y="3756463"/>
              <a:ext cx="35447" cy="16223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Sliḑè"/>
            <p:cNvSpPr/>
            <p:nvPr/>
          </p:nvSpPr>
          <p:spPr bwMode="auto">
            <a:xfrm>
              <a:off x="6610107" y="3756463"/>
              <a:ext cx="155421" cy="162238"/>
            </a:xfrm>
            <a:custGeom>
              <a:avLst/>
              <a:gdLst>
                <a:gd name="T0" fmla="*/ 59 w 114"/>
                <a:gd name="T1" fmla="*/ 93 h 119"/>
                <a:gd name="T2" fmla="*/ 57 w 114"/>
                <a:gd name="T3" fmla="*/ 93 h 119"/>
                <a:gd name="T4" fmla="*/ 26 w 114"/>
                <a:gd name="T5" fmla="*/ 0 h 119"/>
                <a:gd name="T6" fmla="*/ 0 w 114"/>
                <a:gd name="T7" fmla="*/ 0 h 119"/>
                <a:gd name="T8" fmla="*/ 43 w 114"/>
                <a:gd name="T9" fmla="*/ 119 h 119"/>
                <a:gd name="T10" fmla="*/ 71 w 114"/>
                <a:gd name="T11" fmla="*/ 119 h 119"/>
                <a:gd name="T12" fmla="*/ 114 w 114"/>
                <a:gd name="T13" fmla="*/ 0 h 119"/>
                <a:gd name="T14" fmla="*/ 90 w 114"/>
                <a:gd name="T15" fmla="*/ 0 h 119"/>
                <a:gd name="T16" fmla="*/ 59 w 114"/>
                <a:gd name="T17" fmla="*/ 93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14" h="119">
                  <a:moveTo>
                    <a:pt x="59" y="93"/>
                  </a:moveTo>
                  <a:lnTo>
                    <a:pt x="57" y="93"/>
                  </a:lnTo>
                  <a:lnTo>
                    <a:pt x="26" y="0"/>
                  </a:lnTo>
                  <a:lnTo>
                    <a:pt x="0" y="0"/>
                  </a:lnTo>
                  <a:lnTo>
                    <a:pt x="43" y="119"/>
                  </a:lnTo>
                  <a:lnTo>
                    <a:pt x="71" y="119"/>
                  </a:lnTo>
                  <a:lnTo>
                    <a:pt x="114" y="0"/>
                  </a:lnTo>
                  <a:lnTo>
                    <a:pt x="90" y="0"/>
                  </a:lnTo>
                  <a:lnTo>
                    <a:pt x="59" y="9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1" name="ïṥļïde"/>
            <p:cNvSpPr/>
            <p:nvPr/>
          </p:nvSpPr>
          <p:spPr bwMode="auto">
            <a:xfrm>
              <a:off x="6794159" y="3756463"/>
              <a:ext cx="110431" cy="162238"/>
            </a:xfrm>
            <a:custGeom>
              <a:avLst/>
              <a:gdLst>
                <a:gd name="T0" fmla="*/ 26 w 81"/>
                <a:gd name="T1" fmla="*/ 66 h 119"/>
                <a:gd name="T2" fmla="*/ 76 w 81"/>
                <a:gd name="T3" fmla="*/ 66 h 119"/>
                <a:gd name="T4" fmla="*/ 76 w 81"/>
                <a:gd name="T5" fmla="*/ 47 h 119"/>
                <a:gd name="T6" fmla="*/ 26 w 81"/>
                <a:gd name="T7" fmla="*/ 47 h 119"/>
                <a:gd name="T8" fmla="*/ 26 w 81"/>
                <a:gd name="T9" fmla="*/ 19 h 119"/>
                <a:gd name="T10" fmla="*/ 78 w 81"/>
                <a:gd name="T11" fmla="*/ 19 h 119"/>
                <a:gd name="T12" fmla="*/ 78 w 81"/>
                <a:gd name="T13" fmla="*/ 0 h 119"/>
                <a:gd name="T14" fmla="*/ 0 w 81"/>
                <a:gd name="T15" fmla="*/ 0 h 119"/>
                <a:gd name="T16" fmla="*/ 0 w 81"/>
                <a:gd name="T17" fmla="*/ 119 h 119"/>
                <a:gd name="T18" fmla="*/ 81 w 81"/>
                <a:gd name="T19" fmla="*/ 119 h 119"/>
                <a:gd name="T20" fmla="*/ 81 w 81"/>
                <a:gd name="T21" fmla="*/ 97 h 119"/>
                <a:gd name="T22" fmla="*/ 26 w 81"/>
                <a:gd name="T23" fmla="*/ 97 h 119"/>
                <a:gd name="T24" fmla="*/ 26 w 81"/>
                <a:gd name="T25" fmla="*/ 66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1" h="119">
                  <a:moveTo>
                    <a:pt x="26" y="66"/>
                  </a:moveTo>
                  <a:lnTo>
                    <a:pt x="76" y="66"/>
                  </a:lnTo>
                  <a:lnTo>
                    <a:pt x="76" y="47"/>
                  </a:lnTo>
                  <a:lnTo>
                    <a:pt x="26" y="47"/>
                  </a:lnTo>
                  <a:lnTo>
                    <a:pt x="26" y="19"/>
                  </a:lnTo>
                  <a:lnTo>
                    <a:pt x="78" y="19"/>
                  </a:lnTo>
                  <a:lnTo>
                    <a:pt x="78" y="0"/>
                  </a:lnTo>
                  <a:lnTo>
                    <a:pt x="0" y="0"/>
                  </a:lnTo>
                  <a:lnTo>
                    <a:pt x="0" y="119"/>
                  </a:lnTo>
                  <a:lnTo>
                    <a:pt x="81" y="119"/>
                  </a:lnTo>
                  <a:lnTo>
                    <a:pt x="81" y="97"/>
                  </a:lnTo>
                  <a:lnTo>
                    <a:pt x="26" y="97"/>
                  </a:lnTo>
                  <a:lnTo>
                    <a:pt x="26" y="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" name="ïś1ïďe"/>
            <p:cNvSpPr/>
            <p:nvPr/>
          </p:nvSpPr>
          <p:spPr bwMode="auto">
            <a:xfrm>
              <a:off x="6942763" y="3756463"/>
              <a:ext cx="129517" cy="162238"/>
            </a:xfrm>
            <a:custGeom>
              <a:avLst/>
              <a:gdLst>
                <a:gd name="T0" fmla="*/ 37 w 40"/>
                <a:gd name="T1" fmla="*/ 36 h 50"/>
                <a:gd name="T2" fmla="*/ 28 w 40"/>
                <a:gd name="T3" fmla="*/ 25 h 50"/>
                <a:gd name="T4" fmla="*/ 28 w 40"/>
                <a:gd name="T5" fmla="*/ 25 h 50"/>
                <a:gd name="T6" fmla="*/ 39 w 40"/>
                <a:gd name="T7" fmla="*/ 13 h 50"/>
                <a:gd name="T8" fmla="*/ 21 w 40"/>
                <a:gd name="T9" fmla="*/ 0 h 50"/>
                <a:gd name="T10" fmla="*/ 0 w 40"/>
                <a:gd name="T11" fmla="*/ 0 h 50"/>
                <a:gd name="T12" fmla="*/ 0 w 40"/>
                <a:gd name="T13" fmla="*/ 50 h 50"/>
                <a:gd name="T14" fmla="*/ 11 w 40"/>
                <a:gd name="T15" fmla="*/ 50 h 50"/>
                <a:gd name="T16" fmla="*/ 11 w 40"/>
                <a:gd name="T17" fmla="*/ 30 h 50"/>
                <a:gd name="T18" fmla="*/ 22 w 40"/>
                <a:gd name="T19" fmla="*/ 30 h 50"/>
                <a:gd name="T20" fmla="*/ 27 w 40"/>
                <a:gd name="T21" fmla="*/ 36 h 50"/>
                <a:gd name="T22" fmla="*/ 29 w 40"/>
                <a:gd name="T23" fmla="*/ 50 h 50"/>
                <a:gd name="T24" fmla="*/ 40 w 40"/>
                <a:gd name="T25" fmla="*/ 50 h 50"/>
                <a:gd name="T26" fmla="*/ 38 w 40"/>
                <a:gd name="T27" fmla="*/ 38 h 50"/>
                <a:gd name="T28" fmla="*/ 37 w 40"/>
                <a:gd name="T29" fmla="*/ 36 h 50"/>
                <a:gd name="T30" fmla="*/ 20 w 40"/>
                <a:gd name="T31" fmla="*/ 21 h 50"/>
                <a:gd name="T32" fmla="*/ 11 w 40"/>
                <a:gd name="T33" fmla="*/ 21 h 50"/>
                <a:gd name="T34" fmla="*/ 11 w 40"/>
                <a:gd name="T35" fmla="*/ 8 h 50"/>
                <a:gd name="T36" fmla="*/ 20 w 40"/>
                <a:gd name="T37" fmla="*/ 8 h 50"/>
                <a:gd name="T38" fmla="*/ 27 w 40"/>
                <a:gd name="T39" fmla="*/ 14 h 50"/>
                <a:gd name="T40" fmla="*/ 20 w 40"/>
                <a:gd name="T41" fmla="*/ 21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0" h="50">
                  <a:moveTo>
                    <a:pt x="37" y="36"/>
                  </a:moveTo>
                  <a:cubicBezTo>
                    <a:pt x="37" y="29"/>
                    <a:pt x="34" y="25"/>
                    <a:pt x="28" y="25"/>
                  </a:cubicBezTo>
                  <a:cubicBezTo>
                    <a:pt x="28" y="25"/>
                    <a:pt x="28" y="25"/>
                    <a:pt x="28" y="25"/>
                  </a:cubicBezTo>
                  <a:cubicBezTo>
                    <a:pt x="35" y="23"/>
                    <a:pt x="39" y="19"/>
                    <a:pt x="39" y="13"/>
                  </a:cubicBezTo>
                  <a:cubicBezTo>
                    <a:pt x="39" y="4"/>
                    <a:pt x="33" y="0"/>
                    <a:pt x="2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0"/>
                    <a:pt x="0" y="50"/>
                    <a:pt x="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30"/>
                    <a:pt x="11" y="30"/>
                    <a:pt x="11" y="30"/>
                  </a:cubicBezTo>
                  <a:cubicBezTo>
                    <a:pt x="22" y="30"/>
                    <a:pt x="22" y="30"/>
                    <a:pt x="22" y="30"/>
                  </a:cubicBezTo>
                  <a:cubicBezTo>
                    <a:pt x="25" y="30"/>
                    <a:pt x="26" y="32"/>
                    <a:pt x="27" y="36"/>
                  </a:cubicBezTo>
                  <a:cubicBezTo>
                    <a:pt x="27" y="41"/>
                    <a:pt x="28" y="46"/>
                    <a:pt x="29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39" y="48"/>
                    <a:pt x="38" y="44"/>
                    <a:pt x="38" y="38"/>
                  </a:cubicBezTo>
                  <a:cubicBezTo>
                    <a:pt x="38" y="38"/>
                    <a:pt x="38" y="37"/>
                    <a:pt x="37" y="36"/>
                  </a:cubicBezTo>
                  <a:close/>
                  <a:moveTo>
                    <a:pt x="20" y="21"/>
                  </a:moveTo>
                  <a:cubicBezTo>
                    <a:pt x="11" y="21"/>
                    <a:pt x="11" y="21"/>
                    <a:pt x="11" y="21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5" y="8"/>
                    <a:pt x="27" y="10"/>
                    <a:pt x="27" y="14"/>
                  </a:cubicBezTo>
                  <a:cubicBezTo>
                    <a:pt x="27" y="19"/>
                    <a:pt x="25" y="21"/>
                    <a:pt x="20" y="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ṣľïďê"/>
            <p:cNvSpPr/>
            <p:nvPr/>
          </p:nvSpPr>
          <p:spPr bwMode="auto">
            <a:xfrm>
              <a:off x="7098184" y="3753737"/>
              <a:ext cx="132244" cy="164964"/>
            </a:xfrm>
            <a:custGeom>
              <a:avLst/>
              <a:gdLst>
                <a:gd name="T0" fmla="*/ 24 w 41"/>
                <a:gd name="T1" fmla="*/ 21 h 51"/>
                <a:gd name="T2" fmla="*/ 22 w 41"/>
                <a:gd name="T3" fmla="*/ 21 h 51"/>
                <a:gd name="T4" fmla="*/ 13 w 41"/>
                <a:gd name="T5" fmla="*/ 14 h 51"/>
                <a:gd name="T6" fmla="*/ 21 w 41"/>
                <a:gd name="T7" fmla="*/ 7 h 51"/>
                <a:gd name="T8" fmla="*/ 29 w 41"/>
                <a:gd name="T9" fmla="*/ 15 h 51"/>
                <a:gd name="T10" fmla="*/ 40 w 41"/>
                <a:gd name="T11" fmla="*/ 15 h 51"/>
                <a:gd name="T12" fmla="*/ 23 w 41"/>
                <a:gd name="T13" fmla="*/ 0 h 51"/>
                <a:gd name="T14" fmla="*/ 2 w 41"/>
                <a:gd name="T15" fmla="*/ 16 h 51"/>
                <a:gd name="T16" fmla="*/ 18 w 41"/>
                <a:gd name="T17" fmla="*/ 30 h 51"/>
                <a:gd name="T18" fmla="*/ 20 w 41"/>
                <a:gd name="T19" fmla="*/ 30 h 51"/>
                <a:gd name="T20" fmla="*/ 30 w 41"/>
                <a:gd name="T21" fmla="*/ 38 h 51"/>
                <a:gd name="T22" fmla="*/ 20 w 41"/>
                <a:gd name="T23" fmla="*/ 44 h 51"/>
                <a:gd name="T24" fmla="*/ 11 w 41"/>
                <a:gd name="T25" fmla="*/ 35 h 51"/>
                <a:gd name="T26" fmla="*/ 0 w 41"/>
                <a:gd name="T27" fmla="*/ 35 h 51"/>
                <a:gd name="T28" fmla="*/ 20 w 41"/>
                <a:gd name="T29" fmla="*/ 51 h 51"/>
                <a:gd name="T30" fmla="*/ 41 w 41"/>
                <a:gd name="T31" fmla="*/ 35 h 51"/>
                <a:gd name="T32" fmla="*/ 24 w 41"/>
                <a:gd name="T33" fmla="*/ 2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1" h="51">
                  <a:moveTo>
                    <a:pt x="24" y="21"/>
                  </a:moveTo>
                  <a:cubicBezTo>
                    <a:pt x="23" y="21"/>
                    <a:pt x="22" y="21"/>
                    <a:pt x="22" y="21"/>
                  </a:cubicBezTo>
                  <a:cubicBezTo>
                    <a:pt x="16" y="20"/>
                    <a:pt x="13" y="18"/>
                    <a:pt x="13" y="14"/>
                  </a:cubicBezTo>
                  <a:cubicBezTo>
                    <a:pt x="13" y="10"/>
                    <a:pt x="16" y="8"/>
                    <a:pt x="21" y="7"/>
                  </a:cubicBezTo>
                  <a:cubicBezTo>
                    <a:pt x="26" y="7"/>
                    <a:pt x="29" y="10"/>
                    <a:pt x="29" y="15"/>
                  </a:cubicBezTo>
                  <a:cubicBezTo>
                    <a:pt x="40" y="15"/>
                    <a:pt x="40" y="15"/>
                    <a:pt x="40" y="15"/>
                  </a:cubicBezTo>
                  <a:cubicBezTo>
                    <a:pt x="39" y="5"/>
                    <a:pt x="33" y="0"/>
                    <a:pt x="23" y="0"/>
                  </a:cubicBezTo>
                  <a:cubicBezTo>
                    <a:pt x="9" y="0"/>
                    <a:pt x="2" y="6"/>
                    <a:pt x="2" y="16"/>
                  </a:cubicBezTo>
                  <a:cubicBezTo>
                    <a:pt x="2" y="23"/>
                    <a:pt x="7" y="27"/>
                    <a:pt x="18" y="30"/>
                  </a:cubicBezTo>
                  <a:cubicBezTo>
                    <a:pt x="19" y="30"/>
                    <a:pt x="19" y="30"/>
                    <a:pt x="20" y="30"/>
                  </a:cubicBezTo>
                  <a:cubicBezTo>
                    <a:pt x="26" y="32"/>
                    <a:pt x="30" y="34"/>
                    <a:pt x="30" y="38"/>
                  </a:cubicBezTo>
                  <a:cubicBezTo>
                    <a:pt x="29" y="42"/>
                    <a:pt x="26" y="44"/>
                    <a:pt x="20" y="44"/>
                  </a:cubicBezTo>
                  <a:cubicBezTo>
                    <a:pt x="14" y="44"/>
                    <a:pt x="11" y="41"/>
                    <a:pt x="11" y="35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0" y="46"/>
                    <a:pt x="7" y="51"/>
                    <a:pt x="20" y="51"/>
                  </a:cubicBezTo>
                  <a:cubicBezTo>
                    <a:pt x="34" y="51"/>
                    <a:pt x="41" y="46"/>
                    <a:pt x="41" y="35"/>
                  </a:cubicBezTo>
                  <a:cubicBezTo>
                    <a:pt x="41" y="28"/>
                    <a:pt x="35" y="24"/>
                    <a:pt x="24" y="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îsļïḋé"/>
            <p:cNvSpPr/>
            <p:nvPr/>
          </p:nvSpPr>
          <p:spPr bwMode="auto">
            <a:xfrm>
              <a:off x="7265875" y="3756463"/>
              <a:ext cx="35447" cy="16223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5" name="işliḋé"/>
            <p:cNvSpPr/>
            <p:nvPr/>
          </p:nvSpPr>
          <p:spPr bwMode="auto">
            <a:xfrm>
              <a:off x="7329952" y="3756463"/>
              <a:ext cx="132244" cy="162238"/>
            </a:xfrm>
            <a:custGeom>
              <a:avLst/>
              <a:gdLst>
                <a:gd name="T0" fmla="*/ 0 w 97"/>
                <a:gd name="T1" fmla="*/ 19 h 119"/>
                <a:gd name="T2" fmla="*/ 35 w 97"/>
                <a:gd name="T3" fmla="*/ 19 h 119"/>
                <a:gd name="T4" fmla="*/ 35 w 97"/>
                <a:gd name="T5" fmla="*/ 119 h 119"/>
                <a:gd name="T6" fmla="*/ 61 w 97"/>
                <a:gd name="T7" fmla="*/ 119 h 119"/>
                <a:gd name="T8" fmla="*/ 61 w 97"/>
                <a:gd name="T9" fmla="*/ 19 h 119"/>
                <a:gd name="T10" fmla="*/ 97 w 97"/>
                <a:gd name="T11" fmla="*/ 19 h 119"/>
                <a:gd name="T12" fmla="*/ 97 w 97"/>
                <a:gd name="T13" fmla="*/ 0 h 119"/>
                <a:gd name="T14" fmla="*/ 0 w 97"/>
                <a:gd name="T15" fmla="*/ 0 h 119"/>
                <a:gd name="T16" fmla="*/ 0 w 97"/>
                <a:gd name="T17" fmla="*/ 19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7" h="119">
                  <a:moveTo>
                    <a:pt x="0" y="19"/>
                  </a:moveTo>
                  <a:lnTo>
                    <a:pt x="35" y="19"/>
                  </a:lnTo>
                  <a:lnTo>
                    <a:pt x="35" y="119"/>
                  </a:lnTo>
                  <a:lnTo>
                    <a:pt x="61" y="119"/>
                  </a:lnTo>
                  <a:lnTo>
                    <a:pt x="61" y="19"/>
                  </a:lnTo>
                  <a:lnTo>
                    <a:pt x="97" y="19"/>
                  </a:lnTo>
                  <a:lnTo>
                    <a:pt x="97" y="0"/>
                  </a:lnTo>
                  <a:lnTo>
                    <a:pt x="0" y="0"/>
                  </a:lnTo>
                  <a:lnTo>
                    <a:pt x="0" y="1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6" name="íślíḑè"/>
            <p:cNvSpPr/>
            <p:nvPr/>
          </p:nvSpPr>
          <p:spPr bwMode="auto">
            <a:xfrm>
              <a:off x="7478556" y="3756463"/>
              <a:ext cx="144514" cy="162238"/>
            </a:xfrm>
            <a:custGeom>
              <a:avLst/>
              <a:gdLst>
                <a:gd name="T0" fmla="*/ 54 w 106"/>
                <a:gd name="T1" fmla="*/ 55 h 119"/>
                <a:gd name="T2" fmla="*/ 30 w 106"/>
                <a:gd name="T3" fmla="*/ 0 h 119"/>
                <a:gd name="T4" fmla="*/ 0 w 106"/>
                <a:gd name="T5" fmla="*/ 0 h 119"/>
                <a:gd name="T6" fmla="*/ 40 w 106"/>
                <a:gd name="T7" fmla="*/ 81 h 119"/>
                <a:gd name="T8" fmla="*/ 40 w 106"/>
                <a:gd name="T9" fmla="*/ 119 h 119"/>
                <a:gd name="T10" fmla="*/ 66 w 106"/>
                <a:gd name="T11" fmla="*/ 119 h 119"/>
                <a:gd name="T12" fmla="*/ 66 w 106"/>
                <a:gd name="T13" fmla="*/ 81 h 119"/>
                <a:gd name="T14" fmla="*/ 106 w 106"/>
                <a:gd name="T15" fmla="*/ 0 h 119"/>
                <a:gd name="T16" fmla="*/ 80 w 106"/>
                <a:gd name="T17" fmla="*/ 0 h 119"/>
                <a:gd name="T18" fmla="*/ 54 w 106"/>
                <a:gd name="T19" fmla="*/ 55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6" h="119">
                  <a:moveTo>
                    <a:pt x="54" y="55"/>
                  </a:moveTo>
                  <a:lnTo>
                    <a:pt x="30" y="0"/>
                  </a:lnTo>
                  <a:lnTo>
                    <a:pt x="0" y="0"/>
                  </a:lnTo>
                  <a:lnTo>
                    <a:pt x="40" y="81"/>
                  </a:lnTo>
                  <a:lnTo>
                    <a:pt x="40" y="119"/>
                  </a:lnTo>
                  <a:lnTo>
                    <a:pt x="66" y="119"/>
                  </a:lnTo>
                  <a:lnTo>
                    <a:pt x="66" y="81"/>
                  </a:lnTo>
                  <a:lnTo>
                    <a:pt x="106" y="0"/>
                  </a:lnTo>
                  <a:lnTo>
                    <a:pt x="80" y="0"/>
                  </a:lnTo>
                  <a:lnTo>
                    <a:pt x="54" y="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ś1ïḋè"/>
            <p:cNvSpPr/>
            <p:nvPr/>
          </p:nvSpPr>
          <p:spPr bwMode="auto">
            <a:xfrm>
              <a:off x="7698054" y="3753737"/>
              <a:ext cx="154058" cy="164964"/>
            </a:xfrm>
            <a:custGeom>
              <a:avLst/>
              <a:gdLst>
                <a:gd name="T0" fmla="*/ 24 w 48"/>
                <a:gd name="T1" fmla="*/ 0 h 51"/>
                <a:gd name="T2" fmla="*/ 0 w 48"/>
                <a:gd name="T3" fmla="*/ 26 h 51"/>
                <a:gd name="T4" fmla="*/ 24 w 48"/>
                <a:gd name="T5" fmla="*/ 51 h 51"/>
                <a:gd name="T6" fmla="*/ 48 w 48"/>
                <a:gd name="T7" fmla="*/ 26 h 51"/>
                <a:gd name="T8" fmla="*/ 24 w 48"/>
                <a:gd name="T9" fmla="*/ 0 h 51"/>
                <a:gd name="T10" fmla="*/ 24 w 48"/>
                <a:gd name="T11" fmla="*/ 44 h 51"/>
                <a:gd name="T12" fmla="*/ 11 w 48"/>
                <a:gd name="T13" fmla="*/ 26 h 51"/>
                <a:gd name="T14" fmla="*/ 24 w 48"/>
                <a:gd name="T15" fmla="*/ 7 h 51"/>
                <a:gd name="T16" fmla="*/ 36 w 48"/>
                <a:gd name="T17" fmla="*/ 26 h 51"/>
                <a:gd name="T18" fmla="*/ 24 w 48"/>
                <a:gd name="T19" fmla="*/ 44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51">
                  <a:moveTo>
                    <a:pt x="24" y="0"/>
                  </a:moveTo>
                  <a:cubicBezTo>
                    <a:pt x="8" y="0"/>
                    <a:pt x="0" y="9"/>
                    <a:pt x="0" y="26"/>
                  </a:cubicBezTo>
                  <a:cubicBezTo>
                    <a:pt x="0" y="43"/>
                    <a:pt x="8" y="51"/>
                    <a:pt x="24" y="51"/>
                  </a:cubicBezTo>
                  <a:cubicBezTo>
                    <a:pt x="39" y="51"/>
                    <a:pt x="47" y="43"/>
                    <a:pt x="48" y="26"/>
                  </a:cubicBezTo>
                  <a:cubicBezTo>
                    <a:pt x="47" y="9"/>
                    <a:pt x="39" y="0"/>
                    <a:pt x="24" y="0"/>
                  </a:cubicBezTo>
                  <a:close/>
                  <a:moveTo>
                    <a:pt x="24" y="44"/>
                  </a:moveTo>
                  <a:cubicBezTo>
                    <a:pt x="15" y="44"/>
                    <a:pt x="11" y="38"/>
                    <a:pt x="11" y="26"/>
                  </a:cubicBezTo>
                  <a:cubicBezTo>
                    <a:pt x="11" y="14"/>
                    <a:pt x="15" y="7"/>
                    <a:pt x="24" y="7"/>
                  </a:cubicBezTo>
                  <a:cubicBezTo>
                    <a:pt x="32" y="7"/>
                    <a:pt x="36" y="14"/>
                    <a:pt x="36" y="26"/>
                  </a:cubicBezTo>
                  <a:cubicBezTo>
                    <a:pt x="36" y="38"/>
                    <a:pt x="32" y="44"/>
                    <a:pt x="24" y="4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îsļïḍê"/>
            <p:cNvSpPr/>
            <p:nvPr/>
          </p:nvSpPr>
          <p:spPr bwMode="auto">
            <a:xfrm>
              <a:off x="7887558" y="3756463"/>
              <a:ext cx="106341" cy="162238"/>
            </a:xfrm>
            <a:custGeom>
              <a:avLst/>
              <a:gdLst>
                <a:gd name="T0" fmla="*/ 0 w 78"/>
                <a:gd name="T1" fmla="*/ 119 h 119"/>
                <a:gd name="T2" fmla="*/ 26 w 78"/>
                <a:gd name="T3" fmla="*/ 119 h 119"/>
                <a:gd name="T4" fmla="*/ 26 w 78"/>
                <a:gd name="T5" fmla="*/ 66 h 119"/>
                <a:gd name="T6" fmla="*/ 73 w 78"/>
                <a:gd name="T7" fmla="*/ 66 h 119"/>
                <a:gd name="T8" fmla="*/ 73 w 78"/>
                <a:gd name="T9" fmla="*/ 47 h 119"/>
                <a:gd name="T10" fmla="*/ 26 w 78"/>
                <a:gd name="T11" fmla="*/ 47 h 119"/>
                <a:gd name="T12" fmla="*/ 26 w 78"/>
                <a:gd name="T13" fmla="*/ 19 h 119"/>
                <a:gd name="T14" fmla="*/ 78 w 78"/>
                <a:gd name="T15" fmla="*/ 19 h 119"/>
                <a:gd name="T16" fmla="*/ 78 w 78"/>
                <a:gd name="T17" fmla="*/ 0 h 119"/>
                <a:gd name="T18" fmla="*/ 0 w 78"/>
                <a:gd name="T19" fmla="*/ 0 h 119"/>
                <a:gd name="T20" fmla="*/ 0 w 78"/>
                <a:gd name="T21" fmla="*/ 119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8" h="119">
                  <a:moveTo>
                    <a:pt x="0" y="119"/>
                  </a:moveTo>
                  <a:lnTo>
                    <a:pt x="26" y="119"/>
                  </a:lnTo>
                  <a:lnTo>
                    <a:pt x="26" y="66"/>
                  </a:lnTo>
                  <a:lnTo>
                    <a:pt x="73" y="66"/>
                  </a:lnTo>
                  <a:lnTo>
                    <a:pt x="73" y="47"/>
                  </a:lnTo>
                  <a:lnTo>
                    <a:pt x="26" y="47"/>
                  </a:lnTo>
                  <a:lnTo>
                    <a:pt x="26" y="19"/>
                  </a:lnTo>
                  <a:lnTo>
                    <a:pt x="78" y="19"/>
                  </a:lnTo>
                  <a:lnTo>
                    <a:pt x="78" y="0"/>
                  </a:lnTo>
                  <a:lnTo>
                    <a:pt x="0" y="0"/>
                  </a:lnTo>
                  <a:lnTo>
                    <a:pt x="0" y="11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9" name="íṣlíḑé"/>
            <p:cNvSpPr/>
            <p:nvPr/>
          </p:nvSpPr>
          <p:spPr bwMode="auto">
            <a:xfrm>
              <a:off x="8068883" y="3753737"/>
              <a:ext cx="134971" cy="164964"/>
            </a:xfrm>
            <a:custGeom>
              <a:avLst/>
              <a:gdLst>
                <a:gd name="T0" fmla="*/ 21 w 42"/>
                <a:gd name="T1" fmla="*/ 7 h 51"/>
                <a:gd name="T2" fmla="*/ 31 w 42"/>
                <a:gd name="T3" fmla="*/ 17 h 51"/>
                <a:gd name="T4" fmla="*/ 42 w 42"/>
                <a:gd name="T5" fmla="*/ 17 h 51"/>
                <a:gd name="T6" fmla="*/ 21 w 42"/>
                <a:gd name="T7" fmla="*/ 0 h 51"/>
                <a:gd name="T8" fmla="*/ 0 w 42"/>
                <a:gd name="T9" fmla="*/ 26 h 51"/>
                <a:gd name="T10" fmla="*/ 21 w 42"/>
                <a:gd name="T11" fmla="*/ 51 h 51"/>
                <a:gd name="T12" fmla="*/ 42 w 42"/>
                <a:gd name="T13" fmla="*/ 35 h 51"/>
                <a:gd name="T14" fmla="*/ 31 w 42"/>
                <a:gd name="T15" fmla="*/ 35 h 51"/>
                <a:gd name="T16" fmla="*/ 21 w 42"/>
                <a:gd name="T17" fmla="*/ 44 h 51"/>
                <a:gd name="T18" fmla="*/ 11 w 42"/>
                <a:gd name="T19" fmla="*/ 26 h 51"/>
                <a:gd name="T20" fmla="*/ 21 w 42"/>
                <a:gd name="T21" fmla="*/ 7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" h="51">
                  <a:moveTo>
                    <a:pt x="21" y="7"/>
                  </a:moveTo>
                  <a:cubicBezTo>
                    <a:pt x="27" y="8"/>
                    <a:pt x="30" y="11"/>
                    <a:pt x="31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1" y="6"/>
                    <a:pt x="34" y="0"/>
                    <a:pt x="21" y="0"/>
                  </a:cubicBezTo>
                  <a:cubicBezTo>
                    <a:pt x="7" y="0"/>
                    <a:pt x="0" y="9"/>
                    <a:pt x="0" y="26"/>
                  </a:cubicBezTo>
                  <a:cubicBezTo>
                    <a:pt x="0" y="43"/>
                    <a:pt x="7" y="51"/>
                    <a:pt x="21" y="51"/>
                  </a:cubicBezTo>
                  <a:cubicBezTo>
                    <a:pt x="34" y="51"/>
                    <a:pt x="41" y="46"/>
                    <a:pt x="42" y="35"/>
                  </a:cubicBezTo>
                  <a:cubicBezTo>
                    <a:pt x="31" y="35"/>
                    <a:pt x="31" y="35"/>
                    <a:pt x="31" y="35"/>
                  </a:cubicBezTo>
                  <a:cubicBezTo>
                    <a:pt x="30" y="41"/>
                    <a:pt x="27" y="44"/>
                    <a:pt x="21" y="44"/>
                  </a:cubicBezTo>
                  <a:cubicBezTo>
                    <a:pt x="15" y="44"/>
                    <a:pt x="12" y="38"/>
                    <a:pt x="11" y="26"/>
                  </a:cubicBezTo>
                  <a:cubicBezTo>
                    <a:pt x="12" y="14"/>
                    <a:pt x="15" y="8"/>
                    <a:pt x="21" y="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0" name="ïSlïḓe"/>
            <p:cNvSpPr/>
            <p:nvPr/>
          </p:nvSpPr>
          <p:spPr bwMode="auto">
            <a:xfrm>
              <a:off x="8236574" y="3756463"/>
              <a:ext cx="132244" cy="162238"/>
            </a:xfrm>
            <a:custGeom>
              <a:avLst/>
              <a:gdLst>
                <a:gd name="T0" fmla="*/ 71 w 97"/>
                <a:gd name="T1" fmla="*/ 45 h 119"/>
                <a:gd name="T2" fmla="*/ 26 w 97"/>
                <a:gd name="T3" fmla="*/ 45 h 119"/>
                <a:gd name="T4" fmla="*/ 26 w 97"/>
                <a:gd name="T5" fmla="*/ 0 h 119"/>
                <a:gd name="T6" fmla="*/ 0 w 97"/>
                <a:gd name="T7" fmla="*/ 0 h 119"/>
                <a:gd name="T8" fmla="*/ 0 w 97"/>
                <a:gd name="T9" fmla="*/ 119 h 119"/>
                <a:gd name="T10" fmla="*/ 26 w 97"/>
                <a:gd name="T11" fmla="*/ 119 h 119"/>
                <a:gd name="T12" fmla="*/ 26 w 97"/>
                <a:gd name="T13" fmla="*/ 66 h 119"/>
                <a:gd name="T14" fmla="*/ 71 w 97"/>
                <a:gd name="T15" fmla="*/ 66 h 119"/>
                <a:gd name="T16" fmla="*/ 71 w 97"/>
                <a:gd name="T17" fmla="*/ 119 h 119"/>
                <a:gd name="T18" fmla="*/ 97 w 97"/>
                <a:gd name="T19" fmla="*/ 119 h 119"/>
                <a:gd name="T20" fmla="*/ 97 w 97"/>
                <a:gd name="T21" fmla="*/ 0 h 119"/>
                <a:gd name="T22" fmla="*/ 71 w 97"/>
                <a:gd name="T23" fmla="*/ 0 h 119"/>
                <a:gd name="T24" fmla="*/ 71 w 97"/>
                <a:gd name="T25" fmla="*/ 45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7" h="119">
                  <a:moveTo>
                    <a:pt x="71" y="45"/>
                  </a:moveTo>
                  <a:lnTo>
                    <a:pt x="26" y="45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119"/>
                  </a:lnTo>
                  <a:lnTo>
                    <a:pt x="26" y="119"/>
                  </a:lnTo>
                  <a:lnTo>
                    <a:pt x="26" y="66"/>
                  </a:lnTo>
                  <a:lnTo>
                    <a:pt x="71" y="66"/>
                  </a:lnTo>
                  <a:lnTo>
                    <a:pt x="71" y="119"/>
                  </a:lnTo>
                  <a:lnTo>
                    <a:pt x="97" y="119"/>
                  </a:lnTo>
                  <a:lnTo>
                    <a:pt x="97" y="0"/>
                  </a:lnTo>
                  <a:lnTo>
                    <a:pt x="71" y="0"/>
                  </a:lnTo>
                  <a:lnTo>
                    <a:pt x="71" y="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ïŝ1îḓé"/>
            <p:cNvSpPr/>
            <p:nvPr/>
          </p:nvSpPr>
          <p:spPr bwMode="auto">
            <a:xfrm>
              <a:off x="8409718" y="3756463"/>
              <a:ext cx="32720" cy="16223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ïš1idé"/>
            <p:cNvSpPr/>
            <p:nvPr/>
          </p:nvSpPr>
          <p:spPr bwMode="auto">
            <a:xfrm>
              <a:off x="8484702" y="3756463"/>
              <a:ext cx="144514" cy="162238"/>
            </a:xfrm>
            <a:custGeom>
              <a:avLst/>
              <a:gdLst>
                <a:gd name="T0" fmla="*/ 83 w 106"/>
                <a:gd name="T1" fmla="*/ 93 h 119"/>
                <a:gd name="T2" fmla="*/ 83 w 106"/>
                <a:gd name="T3" fmla="*/ 93 h 119"/>
                <a:gd name="T4" fmla="*/ 38 w 106"/>
                <a:gd name="T5" fmla="*/ 0 h 119"/>
                <a:gd name="T6" fmla="*/ 0 w 106"/>
                <a:gd name="T7" fmla="*/ 0 h 119"/>
                <a:gd name="T8" fmla="*/ 0 w 106"/>
                <a:gd name="T9" fmla="*/ 119 h 119"/>
                <a:gd name="T10" fmla="*/ 23 w 106"/>
                <a:gd name="T11" fmla="*/ 119 h 119"/>
                <a:gd name="T12" fmla="*/ 23 w 106"/>
                <a:gd name="T13" fmla="*/ 19 h 119"/>
                <a:gd name="T14" fmla="*/ 23 w 106"/>
                <a:gd name="T15" fmla="*/ 19 h 119"/>
                <a:gd name="T16" fmla="*/ 71 w 106"/>
                <a:gd name="T17" fmla="*/ 119 h 119"/>
                <a:gd name="T18" fmla="*/ 106 w 106"/>
                <a:gd name="T19" fmla="*/ 119 h 119"/>
                <a:gd name="T20" fmla="*/ 106 w 106"/>
                <a:gd name="T21" fmla="*/ 0 h 119"/>
                <a:gd name="T22" fmla="*/ 83 w 106"/>
                <a:gd name="T23" fmla="*/ 0 h 119"/>
                <a:gd name="T24" fmla="*/ 83 w 106"/>
                <a:gd name="T25" fmla="*/ 93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6" h="119">
                  <a:moveTo>
                    <a:pt x="83" y="93"/>
                  </a:moveTo>
                  <a:lnTo>
                    <a:pt x="83" y="93"/>
                  </a:lnTo>
                  <a:lnTo>
                    <a:pt x="38" y="0"/>
                  </a:lnTo>
                  <a:lnTo>
                    <a:pt x="0" y="0"/>
                  </a:lnTo>
                  <a:lnTo>
                    <a:pt x="0" y="119"/>
                  </a:lnTo>
                  <a:lnTo>
                    <a:pt x="23" y="119"/>
                  </a:lnTo>
                  <a:lnTo>
                    <a:pt x="23" y="19"/>
                  </a:lnTo>
                  <a:lnTo>
                    <a:pt x="23" y="19"/>
                  </a:lnTo>
                  <a:lnTo>
                    <a:pt x="71" y="119"/>
                  </a:lnTo>
                  <a:lnTo>
                    <a:pt x="106" y="119"/>
                  </a:lnTo>
                  <a:lnTo>
                    <a:pt x="106" y="0"/>
                  </a:lnTo>
                  <a:lnTo>
                    <a:pt x="83" y="0"/>
                  </a:lnTo>
                  <a:lnTo>
                    <a:pt x="83" y="9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" name="îṣḻide"/>
            <p:cNvSpPr/>
            <p:nvPr/>
          </p:nvSpPr>
          <p:spPr bwMode="auto">
            <a:xfrm>
              <a:off x="8657846" y="3756463"/>
              <a:ext cx="158148" cy="162238"/>
            </a:xfrm>
            <a:custGeom>
              <a:avLst/>
              <a:gdLst>
                <a:gd name="T0" fmla="*/ 74 w 116"/>
                <a:gd name="T1" fmla="*/ 0 h 119"/>
                <a:gd name="T2" fmla="*/ 43 w 116"/>
                <a:gd name="T3" fmla="*/ 0 h 119"/>
                <a:gd name="T4" fmla="*/ 0 w 116"/>
                <a:gd name="T5" fmla="*/ 119 h 119"/>
                <a:gd name="T6" fmla="*/ 24 w 116"/>
                <a:gd name="T7" fmla="*/ 119 h 119"/>
                <a:gd name="T8" fmla="*/ 34 w 116"/>
                <a:gd name="T9" fmla="*/ 93 h 119"/>
                <a:gd name="T10" fmla="*/ 81 w 116"/>
                <a:gd name="T11" fmla="*/ 93 h 119"/>
                <a:gd name="T12" fmla="*/ 90 w 116"/>
                <a:gd name="T13" fmla="*/ 119 h 119"/>
                <a:gd name="T14" fmla="*/ 116 w 116"/>
                <a:gd name="T15" fmla="*/ 119 h 119"/>
                <a:gd name="T16" fmla="*/ 74 w 116"/>
                <a:gd name="T17" fmla="*/ 0 h 119"/>
                <a:gd name="T18" fmla="*/ 41 w 116"/>
                <a:gd name="T19" fmla="*/ 74 h 119"/>
                <a:gd name="T20" fmla="*/ 57 w 116"/>
                <a:gd name="T21" fmla="*/ 21 h 119"/>
                <a:gd name="T22" fmla="*/ 60 w 116"/>
                <a:gd name="T23" fmla="*/ 21 h 119"/>
                <a:gd name="T24" fmla="*/ 74 w 116"/>
                <a:gd name="T25" fmla="*/ 74 h 119"/>
                <a:gd name="T26" fmla="*/ 41 w 116"/>
                <a:gd name="T27" fmla="*/ 74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16" h="119">
                  <a:moveTo>
                    <a:pt x="74" y="0"/>
                  </a:moveTo>
                  <a:lnTo>
                    <a:pt x="43" y="0"/>
                  </a:lnTo>
                  <a:lnTo>
                    <a:pt x="0" y="119"/>
                  </a:lnTo>
                  <a:lnTo>
                    <a:pt x="24" y="119"/>
                  </a:lnTo>
                  <a:lnTo>
                    <a:pt x="34" y="93"/>
                  </a:lnTo>
                  <a:lnTo>
                    <a:pt x="81" y="93"/>
                  </a:lnTo>
                  <a:lnTo>
                    <a:pt x="90" y="119"/>
                  </a:lnTo>
                  <a:lnTo>
                    <a:pt x="116" y="119"/>
                  </a:lnTo>
                  <a:lnTo>
                    <a:pt x="74" y="0"/>
                  </a:lnTo>
                  <a:close/>
                  <a:moveTo>
                    <a:pt x="41" y="74"/>
                  </a:moveTo>
                  <a:lnTo>
                    <a:pt x="57" y="21"/>
                  </a:lnTo>
                  <a:lnTo>
                    <a:pt x="60" y="21"/>
                  </a:lnTo>
                  <a:lnTo>
                    <a:pt x="74" y="74"/>
                  </a:lnTo>
                  <a:lnTo>
                    <a:pt x="41" y="7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54" name="椭圆 53"/>
          <p:cNvSpPr/>
          <p:nvPr userDrawn="1"/>
        </p:nvSpPr>
        <p:spPr>
          <a:xfrm>
            <a:off x="307394" y="147389"/>
            <a:ext cx="594613" cy="594613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0400" y="-1"/>
            <a:ext cx="10858500" cy="817564"/>
          </a:xfrm>
          <a:prstGeom prst="rect">
            <a:avLst/>
          </a:prstGeom>
        </p:spPr>
        <p:txBody>
          <a:bodyPr vert="horz" lIns="0" tIns="45720" rIns="91440" bIns="45720" rtlCol="0" anchor="b" anchorCtr="0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60400" y="6581524"/>
            <a:ext cx="2743200" cy="227037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050" spc="600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美美与共 知行合一</a:t>
            </a:r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88402" y="6581524"/>
            <a:ext cx="2730498" cy="227037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000" spc="3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altLang="zh-CN" dirty="0" err="1"/>
              <a:t>Minzu</a:t>
            </a:r>
            <a:r>
              <a:rPr lang="en-US" altLang="zh-CN" dirty="0"/>
              <a:t> University of China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CF0210-9EFB-4FBE-AADD-CE66351048B3}" type="datetimeFigureOut">
              <a:rPr lang="zh-CN" altLang="en-US" smtClean="0"/>
              <a:t>2026/7/17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CF7B77-6BC6-455A-A34F-DE8DB852454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</p:sldLayoutIdLst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标题 49"/>
          <p:cNvSpPr>
            <a:spLocks noGrp="1"/>
          </p:cNvSpPr>
          <p:nvPr>
            <p:ph type="title"/>
          </p:nvPr>
        </p:nvSpPr>
        <p:spPr>
          <a:xfrm>
            <a:off x="666750" y="4167394"/>
            <a:ext cx="10858500" cy="663575"/>
          </a:xfrm>
        </p:spPr>
        <p:txBody>
          <a:bodyPr/>
          <a:lstStyle/>
          <a:p>
            <a:r>
              <a:rPr lang="zh-CN" altLang="en-US" dirty="0">
                <a:solidFill>
                  <a:srgbClr val="780009"/>
                </a:solidFill>
              </a:rPr>
              <a:t>深圳大学组会汇报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000"/>
    </mc:Choice>
    <mc:Fallback xmlns="">
      <p:transition advTm="3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8BC6F2D9-6978-158B-48FE-73121782E8E5}"/>
              </a:ext>
            </a:extLst>
          </p:cNvPr>
          <p:cNvSpPr txBox="1"/>
          <p:nvPr/>
        </p:nvSpPr>
        <p:spPr>
          <a:xfrm>
            <a:off x="223520" y="376735"/>
            <a:ext cx="5659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 as policies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C558E38C-96C6-62CA-2ACB-1AB533FD1741}"/>
              </a:ext>
            </a:extLst>
          </p:cNvPr>
          <p:cNvGrpSpPr/>
          <p:nvPr/>
        </p:nvGrpSpPr>
        <p:grpSpPr>
          <a:xfrm>
            <a:off x="1884680" y="1280191"/>
            <a:ext cx="8001000" cy="2384636"/>
            <a:chOff x="1833880" y="1574831"/>
            <a:chExt cx="7767322" cy="2384636"/>
          </a:xfrm>
        </p:grpSpPr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F41FD1C0-1715-0B2B-AA18-271CE934D22B}"/>
                </a:ext>
              </a:extLst>
            </p:cNvPr>
            <p:cNvGrpSpPr/>
            <p:nvPr/>
          </p:nvGrpSpPr>
          <p:grpSpPr>
            <a:xfrm>
              <a:off x="1833880" y="1574831"/>
              <a:ext cx="7767322" cy="2106384"/>
              <a:chOff x="1833880" y="1574831"/>
              <a:chExt cx="7767322" cy="2106384"/>
            </a:xfrm>
          </p:grpSpPr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2C66691C-0F72-2B50-7FC4-DE0D1439B709}"/>
                  </a:ext>
                </a:extLst>
              </p:cNvPr>
              <p:cNvGrpSpPr/>
              <p:nvPr/>
            </p:nvGrpSpPr>
            <p:grpSpPr>
              <a:xfrm>
                <a:off x="1986280" y="1574831"/>
                <a:ext cx="7614922" cy="1854169"/>
                <a:chOff x="2260600" y="1523554"/>
                <a:chExt cx="7614922" cy="1854169"/>
              </a:xfrm>
            </p:grpSpPr>
            <p:pic>
              <p:nvPicPr>
                <p:cNvPr id="19" name="图形 18" descr="机器人 纯色填充">
                  <a:extLst>
                    <a:ext uri="{FF2B5EF4-FFF2-40B4-BE49-F238E27FC236}">
                      <a16:creationId xmlns:a16="http://schemas.microsoft.com/office/drawing/2014/main" id="{89EAB7CD-EC14-6DD0-385B-F45EF761002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138162" y="1757203"/>
                  <a:ext cx="1737360" cy="1620520"/>
                </a:xfrm>
                <a:prstGeom prst="rect">
                  <a:avLst/>
                </a:prstGeom>
              </p:spPr>
            </p:pic>
            <p:pic>
              <p:nvPicPr>
                <p:cNvPr id="21" name="图形 20" descr="眼睛 纯色填充">
                  <a:extLst>
                    <a:ext uri="{FF2B5EF4-FFF2-40B4-BE49-F238E27FC236}">
                      <a16:creationId xmlns:a16="http://schemas.microsoft.com/office/drawing/2014/main" id="{6607AB7C-03DA-FCB9-7BE3-E2BDA40A71A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60600" y="1523554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1383447D-6891-44A9-A597-4216AE3C06EE}"/>
                    </a:ext>
                  </a:extLst>
                </p:cNvPr>
                <p:cNvSpPr/>
                <p:nvPr/>
              </p:nvSpPr>
              <p:spPr>
                <a:xfrm>
                  <a:off x="4155440" y="2201545"/>
                  <a:ext cx="1280160" cy="83439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</a:rPr>
                    <a:t>LLM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pic>
              <p:nvPicPr>
                <p:cNvPr id="24" name="图形 23" descr="莫尔斯电码 轮廓">
                  <a:extLst>
                    <a:ext uri="{FF2B5EF4-FFF2-40B4-BE49-F238E27FC236}">
                      <a16:creationId xmlns:a16="http://schemas.microsoft.com/office/drawing/2014/main" id="{D096DD0B-6F13-A8A0-766B-6F6BBD4B2CF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6243322" y="2161540"/>
                  <a:ext cx="1087118" cy="914400"/>
                </a:xfrm>
                <a:prstGeom prst="rect">
                  <a:avLst/>
                </a:prstGeom>
              </p:spPr>
            </p:pic>
            <p:cxnSp>
              <p:nvCxnSpPr>
                <p:cNvPr id="26" name="直接箭头连接符 25">
                  <a:extLst>
                    <a:ext uri="{FF2B5EF4-FFF2-40B4-BE49-F238E27FC236}">
                      <a16:creationId xmlns:a16="http://schemas.microsoft.com/office/drawing/2014/main" id="{79C5866C-AC8A-B6A8-2F92-BD2B54EBFB59}"/>
                    </a:ext>
                  </a:extLst>
                </p:cNvPr>
                <p:cNvCxnSpPr>
                  <a:cxnSpLocks/>
                  <a:stCxn id="21" idx="3"/>
                  <a:endCxn id="22" idx="1"/>
                </p:cNvCxnSpPr>
                <p:nvPr/>
              </p:nvCxnSpPr>
              <p:spPr>
                <a:xfrm>
                  <a:off x="3175000" y="1980754"/>
                  <a:ext cx="980440" cy="63798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直接箭头连接符 27">
                  <a:extLst>
                    <a:ext uri="{FF2B5EF4-FFF2-40B4-BE49-F238E27FC236}">
                      <a16:creationId xmlns:a16="http://schemas.microsoft.com/office/drawing/2014/main" id="{3E789E58-A757-B752-5405-848679426770}"/>
                    </a:ext>
                  </a:extLst>
                </p:cNvPr>
                <p:cNvCxnSpPr>
                  <a:cxnSpLocks/>
                  <a:endCxn id="24" idx="3"/>
                </p:cNvCxnSpPr>
                <p:nvPr/>
              </p:nvCxnSpPr>
              <p:spPr>
                <a:xfrm>
                  <a:off x="5242560" y="2618740"/>
                  <a:ext cx="1000762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直接箭头连接符 31">
                  <a:extLst>
                    <a:ext uri="{FF2B5EF4-FFF2-40B4-BE49-F238E27FC236}">
                      <a16:creationId xmlns:a16="http://schemas.microsoft.com/office/drawing/2014/main" id="{7A416409-5E59-C896-466C-00B8B2DE4528}"/>
                    </a:ext>
                  </a:extLst>
                </p:cNvPr>
                <p:cNvCxnSpPr>
                  <a:cxnSpLocks/>
                  <a:stCxn id="24" idx="1"/>
                </p:cNvCxnSpPr>
                <p:nvPr/>
              </p:nvCxnSpPr>
              <p:spPr>
                <a:xfrm>
                  <a:off x="7330440" y="2618740"/>
                  <a:ext cx="919479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91B7B4F6-FC94-3666-9FE0-1E4866A64C61}"/>
                  </a:ext>
                </a:extLst>
              </p:cNvPr>
              <p:cNvSpPr txBox="1"/>
              <p:nvPr/>
            </p:nvSpPr>
            <p:spPr>
              <a:xfrm>
                <a:off x="1833880" y="2304565"/>
                <a:ext cx="14071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视觉编码器</a:t>
                </a:r>
              </a:p>
            </p:txBody>
          </p: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6B21F89F-48EA-8B73-CCE7-9E0B515BA28C}"/>
                  </a:ext>
                </a:extLst>
              </p:cNvPr>
              <p:cNvSpPr txBox="1"/>
              <p:nvPr/>
            </p:nvSpPr>
            <p:spPr>
              <a:xfrm>
                <a:off x="3881120" y="3127217"/>
                <a:ext cx="14071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大语言模型</a:t>
                </a:r>
              </a:p>
            </p:txBody>
          </p:sp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0325E86E-6ED3-88B6-F676-9284EF15A6ED}"/>
                  </a:ext>
                </a:extLst>
              </p:cNvPr>
              <p:cNvSpPr txBox="1"/>
              <p:nvPr/>
            </p:nvSpPr>
            <p:spPr>
              <a:xfrm>
                <a:off x="5808981" y="3127217"/>
                <a:ext cx="14071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Python</a:t>
                </a:r>
                <a:r>
                  <a:rPr lang="zh-CN" altLang="en-US" dirty="0"/>
                  <a:t>代码</a:t>
                </a:r>
              </a:p>
            </p:txBody>
          </p:sp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E9BEBEFE-0582-B52C-FE7B-0177C694824C}"/>
                  </a:ext>
                </a:extLst>
              </p:cNvPr>
              <p:cNvSpPr txBox="1"/>
              <p:nvPr/>
            </p:nvSpPr>
            <p:spPr>
              <a:xfrm>
                <a:off x="8206740" y="3311883"/>
                <a:ext cx="12014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具身控制</a:t>
                </a:r>
              </a:p>
            </p:txBody>
          </p:sp>
        </p:grpSp>
        <p:pic>
          <p:nvPicPr>
            <p:cNvPr id="50" name="图形 49" descr="语音 轮廓">
              <a:extLst>
                <a:ext uri="{FF2B5EF4-FFF2-40B4-BE49-F238E27FC236}">
                  <a16:creationId xmlns:a16="http://schemas.microsoft.com/office/drawing/2014/main" id="{614D998C-E8D1-C1A6-4C1B-F196B592D1D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014221" y="2729470"/>
              <a:ext cx="914400" cy="914400"/>
            </a:xfrm>
            <a:prstGeom prst="rect">
              <a:avLst/>
            </a:prstGeom>
          </p:spPr>
        </p:pic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A10C3C74-5E69-ABCE-C0CF-0CC1B5B55B46}"/>
                </a:ext>
              </a:extLst>
            </p:cNvPr>
            <p:cNvCxnSpPr>
              <a:endCxn id="22" idx="1"/>
            </p:cNvCxnSpPr>
            <p:nvPr/>
          </p:nvCxnSpPr>
          <p:spPr>
            <a:xfrm flipV="1">
              <a:off x="2928621" y="2670017"/>
              <a:ext cx="952499" cy="51665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2A0771E7-C389-DF70-B59F-5A1091E81A14}"/>
                </a:ext>
              </a:extLst>
            </p:cNvPr>
            <p:cNvSpPr txBox="1"/>
            <p:nvPr/>
          </p:nvSpPr>
          <p:spPr>
            <a:xfrm>
              <a:off x="1936750" y="3590135"/>
              <a:ext cx="12014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自然语言</a:t>
              </a:r>
            </a:p>
          </p:txBody>
        </p:sp>
      </p:grpSp>
      <p:sp>
        <p:nvSpPr>
          <p:cNvPr id="58" name="文本框 57">
            <a:extLst>
              <a:ext uri="{FF2B5EF4-FFF2-40B4-BE49-F238E27FC236}">
                <a16:creationId xmlns:a16="http://schemas.microsoft.com/office/drawing/2014/main" id="{7D39D82A-564C-3C81-6DA0-720B86DEED18}"/>
              </a:ext>
            </a:extLst>
          </p:cNvPr>
          <p:cNvSpPr txBox="1"/>
          <p:nvPr/>
        </p:nvSpPr>
        <p:spPr>
          <a:xfrm>
            <a:off x="1615440" y="3979647"/>
            <a:ext cx="9321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核心能力</a:t>
            </a:r>
            <a:r>
              <a:rPr lang="en-US" altLang="zh-CN" dirty="0"/>
              <a:t>:</a:t>
            </a:r>
            <a:r>
              <a:rPr lang="zh-CN" altLang="en-US" dirty="0"/>
              <a:t> 给定自然语言指令，让</a:t>
            </a:r>
            <a:r>
              <a:rPr lang="en-US" altLang="zh-CN" dirty="0"/>
              <a:t>LLM </a:t>
            </a:r>
            <a:r>
              <a:rPr lang="zh-CN" altLang="en-US" dirty="0"/>
              <a:t>编写机器人策略代码 </a:t>
            </a:r>
            <a:r>
              <a:rPr lang="en-US" altLang="zh-CN" dirty="0"/>
              <a:t>+ </a:t>
            </a:r>
            <a:r>
              <a:rPr lang="zh-CN" altLang="en-US" dirty="0"/>
              <a:t>分层次代码生成</a:t>
            </a:r>
            <a:r>
              <a:rPr lang="en-US" altLang="zh-CN" dirty="0"/>
              <a:t>(</a:t>
            </a:r>
            <a:r>
              <a:rPr lang="zh-CN" altLang="en-US" dirty="0"/>
              <a:t>递归定义未定义的函数</a:t>
            </a:r>
            <a:r>
              <a:rPr lang="en-US" altLang="zh-CN" dirty="0"/>
              <a:t>)</a:t>
            </a:r>
            <a:r>
              <a:rPr lang="zh-CN" altLang="en-US" dirty="0"/>
              <a:t>。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16F5B1B-DA46-CC9A-4D24-F70EF4835893}"/>
              </a:ext>
            </a:extLst>
          </p:cNvPr>
          <p:cNvSpPr txBox="1"/>
          <p:nvPr/>
        </p:nvSpPr>
        <p:spPr>
          <a:xfrm>
            <a:off x="1615440" y="4691789"/>
            <a:ext cx="803656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策略能力</a:t>
            </a:r>
            <a:r>
              <a:rPr lang="en-US" altLang="zh-CN" dirty="0"/>
              <a:t>:</a:t>
            </a:r>
          </a:p>
          <a:p>
            <a:r>
              <a:rPr lang="zh-CN" altLang="en-US" dirty="0"/>
              <a:t>（</a:t>
            </a:r>
            <a:r>
              <a:rPr lang="en-US" altLang="zh-CN" dirty="0" err="1"/>
              <a:t>i</a:t>
            </a:r>
            <a:r>
              <a:rPr lang="zh-CN" altLang="en-US" dirty="0"/>
              <a:t>）展现空间几何推理能力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ii</a:t>
            </a:r>
            <a:r>
              <a:rPr lang="zh-CN" altLang="en-US" dirty="0"/>
              <a:t>）泛化到新指令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iii</a:t>
            </a:r>
            <a:r>
              <a:rPr lang="zh-CN" altLang="en-US" dirty="0"/>
              <a:t>）根据上下文（即行为常识）为模糊的描述（如“更快”）指定精确的数值（如速度）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000"/>
    </mc:Choice>
    <mc:Fallback xmlns="">
      <p:transition advTm="3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A0E632F-02B8-70EA-7640-28929B18A548}"/>
              </a:ext>
            </a:extLst>
          </p:cNvPr>
          <p:cNvSpPr txBox="1"/>
          <p:nvPr/>
        </p:nvSpPr>
        <p:spPr>
          <a:xfrm>
            <a:off x="528320" y="467360"/>
            <a:ext cx="3454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D901DF3-6E7F-7A23-496F-7567B4D9FB3A}"/>
              </a:ext>
            </a:extLst>
          </p:cNvPr>
          <p:cNvSpPr txBox="1"/>
          <p:nvPr/>
        </p:nvSpPr>
        <p:spPr>
          <a:xfrm>
            <a:off x="1463040" y="1362115"/>
            <a:ext cx="831088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策略代码组成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经典逻辑结构，如序列、选择（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if/else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）和循环（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for/while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）来在运行时组装新行为。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第三方库，如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NumPy 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插值点、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Shapely 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分析和生成形状，用于空间几何推理等。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LMP 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可以是层次化的：通过提示递归地定义新函数，随时间积累自己的库，并自我构建动态代码库。</a:t>
            </a:r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5230E95-AED7-B8A5-3938-4AEB6B1B72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687" y="3429000"/>
            <a:ext cx="3397425" cy="183524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7C6938B-3261-EB2D-49DD-30839A796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114" y="3393440"/>
            <a:ext cx="4496031" cy="857294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1191CF72-4B10-B50D-3891-D5DF6FB9DCE3}"/>
              </a:ext>
            </a:extLst>
          </p:cNvPr>
          <p:cNvSpPr txBox="1"/>
          <p:nvPr/>
        </p:nvSpPr>
        <p:spPr>
          <a:xfrm>
            <a:off x="1463040" y="5537200"/>
            <a:ext cx="2519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语言模型低级代码示例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FD6FD3F-FE08-D48D-6B75-ADB8E9892BE0}"/>
              </a:ext>
            </a:extLst>
          </p:cNvPr>
          <p:cNvSpPr txBox="1"/>
          <p:nvPr/>
        </p:nvSpPr>
        <p:spPr>
          <a:xfrm>
            <a:off x="6390640" y="4419600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语言模型高级代码示例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98BD4BE-06FB-373A-0A26-284583C9B825}"/>
              </a:ext>
            </a:extLst>
          </p:cNvPr>
          <p:cNvSpPr txBox="1"/>
          <p:nvPr/>
        </p:nvSpPr>
        <p:spPr>
          <a:xfrm>
            <a:off x="5486400" y="5413494"/>
            <a:ext cx="5364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在程序推理中，变量和函数的命名也是非常重要的！</a:t>
            </a:r>
          </a:p>
        </p:txBody>
      </p:sp>
    </p:spTree>
    <p:extLst>
      <p:ext uri="{BB962C8B-B14F-4D97-AF65-F5344CB8AC3E}">
        <p14:creationId xmlns:p14="http://schemas.microsoft.com/office/powerpoint/2010/main" val="32721028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000"/>
    </mc:Choice>
    <mc:Fallback xmlns="">
      <p:transition advTm="3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FB22D46-601E-7045-BA1C-41C81A19495E}"/>
              </a:ext>
            </a:extLst>
          </p:cNvPr>
          <p:cNvSpPr txBox="1"/>
          <p:nvPr/>
        </p:nvSpPr>
        <p:spPr>
          <a:xfrm>
            <a:off x="416560" y="406400"/>
            <a:ext cx="26822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6847BA1-39F8-1ACE-D415-8AC7955262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734" y="1639215"/>
            <a:ext cx="5097266" cy="357957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02610D7-6ED8-820E-210D-AEC2621A96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7218" y="2318620"/>
            <a:ext cx="4750044" cy="1739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408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000"/>
    </mc:Choice>
    <mc:Fallback xmlns="">
      <p:transition advTm="3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83E4E78-B878-ECD9-7128-3D837ED07A37}"/>
              </a:ext>
            </a:extLst>
          </p:cNvPr>
          <p:cNvSpPr txBox="1"/>
          <p:nvPr/>
        </p:nvSpPr>
        <p:spPr>
          <a:xfrm>
            <a:off x="447040" y="426719"/>
            <a:ext cx="6543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Uni-Skill  </a:t>
            </a:r>
            <a:r>
              <a:rPr lang="zh-CN" altLang="en-US" sz="3600" b="1" dirty="0"/>
              <a:t>以技能为中心的框架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F724DFD-5DBB-E0CD-53BC-1281E258C44A}"/>
              </a:ext>
            </a:extLst>
          </p:cNvPr>
          <p:cNvSpPr txBox="1"/>
          <p:nvPr/>
        </p:nvSpPr>
        <p:spPr>
          <a:xfrm>
            <a:off x="1270000" y="1442720"/>
            <a:ext cx="965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技能感知规划</a:t>
            </a:r>
            <a:r>
              <a:rPr lang="en-US" altLang="zh-CN" dirty="0"/>
              <a:t>:</a:t>
            </a:r>
            <a:r>
              <a:rPr lang="zh-CN" altLang="en-US" dirty="0"/>
              <a:t>旨在超越预定义技能库进行规划，使其能够处理新的任务分解。</a:t>
            </a:r>
            <a:endParaRPr lang="en-US" altLang="zh-CN" dirty="0"/>
          </a:p>
          <a:p>
            <a:r>
              <a:rPr lang="zh-CN" altLang="en-US" dirty="0"/>
              <a:t>自动技能进化</a:t>
            </a:r>
            <a:r>
              <a:rPr lang="en-US" altLang="zh-CN" dirty="0"/>
              <a:t>:</a:t>
            </a:r>
            <a:r>
              <a:rPr lang="zh-CN" altLang="en-US" dirty="0"/>
              <a:t>旨在将规划模块请求的高级技能描述基础化为低级的、以技能为中心的动作序列。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85CE850-3DB0-41BC-F7F3-E5AA7528A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2346961"/>
            <a:ext cx="9652000" cy="3580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642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000"/>
    </mc:Choice>
    <mc:Fallback xmlns="">
      <p:transition advTm="3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AB94A1F-FEC8-3259-248D-CFC8BCDD1919}"/>
              </a:ext>
            </a:extLst>
          </p:cNvPr>
          <p:cNvSpPr txBox="1"/>
          <p:nvPr/>
        </p:nvSpPr>
        <p:spPr>
          <a:xfrm>
            <a:off x="497840" y="538480"/>
            <a:ext cx="2956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/>
              <a:t>技能感知规划</a:t>
            </a:r>
          </a:p>
        </p:txBody>
      </p: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FA69FCDE-0C23-61F8-D227-80DD55A3921D}"/>
              </a:ext>
            </a:extLst>
          </p:cNvPr>
          <p:cNvGrpSpPr/>
          <p:nvPr/>
        </p:nvGrpSpPr>
        <p:grpSpPr>
          <a:xfrm>
            <a:off x="2418080" y="1479341"/>
            <a:ext cx="6477003" cy="1284625"/>
            <a:chOff x="1513840" y="1473200"/>
            <a:chExt cx="6314443" cy="1284625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021DF933-3DF5-A870-1391-D76C146BF02E}"/>
                </a:ext>
              </a:extLst>
            </p:cNvPr>
            <p:cNvSpPr txBox="1"/>
            <p:nvPr/>
          </p:nvSpPr>
          <p:spPr>
            <a:xfrm>
              <a:off x="1590040" y="1473200"/>
              <a:ext cx="3860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I</a:t>
              </a:r>
              <a:r>
                <a:rPr lang="en-US" altLang="zh-CN" sz="1200" dirty="0"/>
                <a:t>t</a:t>
              </a:r>
              <a:endParaRPr lang="zh-CN" altLang="en-US" dirty="0"/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A4E5D23F-5556-C100-4D8E-D49DDEA32808}"/>
                </a:ext>
              </a:extLst>
            </p:cNvPr>
            <p:cNvSpPr txBox="1"/>
            <p:nvPr/>
          </p:nvSpPr>
          <p:spPr>
            <a:xfrm>
              <a:off x="1513840" y="2019161"/>
              <a:ext cx="462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O</a:t>
              </a:r>
              <a:r>
                <a:rPr lang="en-US" altLang="zh-CN" sz="1200" dirty="0"/>
                <a:t>t</a:t>
              </a:r>
              <a:endParaRPr lang="zh-CN" altLang="en-US" dirty="0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5F0A112C-8250-AC1A-33B2-8F3F38339387}"/>
                </a:ext>
              </a:extLst>
            </p:cNvPr>
            <p:cNvSpPr txBox="1"/>
            <p:nvPr/>
          </p:nvSpPr>
          <p:spPr>
            <a:xfrm>
              <a:off x="2895600" y="1737360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Skill-aware planning </a:t>
              </a:r>
              <a:endParaRPr lang="zh-CN" altLang="en-US" dirty="0"/>
            </a:p>
          </p:txBody>
        </p: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FA4186AA-1413-860E-FF87-1AB8DC6ECEC0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1976120" y="1657866"/>
              <a:ext cx="919480" cy="26416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636656F5-20BC-04E1-0E99-7138C1195911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 flipV="1">
              <a:off x="1976120" y="1922026"/>
              <a:ext cx="919480" cy="28180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FD97FFD1-4330-700C-89CE-C5312215B2ED}"/>
                </a:ext>
              </a:extLst>
            </p:cNvPr>
            <p:cNvSpPr txBox="1"/>
            <p:nvPr/>
          </p:nvSpPr>
          <p:spPr>
            <a:xfrm>
              <a:off x="3751581" y="2388493"/>
              <a:ext cx="6654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{</a:t>
              </a:r>
              <a:r>
                <a:rPr lang="en-US" altLang="zh-CN" dirty="0" err="1"/>
                <a:t>L</a:t>
              </a:r>
              <a:r>
                <a:rPr lang="en-US" altLang="zh-CN" sz="1200" dirty="0" err="1"/>
                <a:t>bas</a:t>
              </a:r>
              <a:r>
                <a:rPr lang="en-US" altLang="zh-CN" dirty="0"/>
                <a:t>}</a:t>
              </a:r>
              <a:endParaRPr lang="zh-CN" altLang="en-US" dirty="0"/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943A3FC7-1A28-CD93-99A1-105AF2035755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 flipV="1">
              <a:off x="4084320" y="2106692"/>
              <a:ext cx="0" cy="28180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78FED311-4361-899D-F12B-8D6C35B46958}"/>
                </a:ext>
              </a:extLst>
            </p:cNvPr>
            <p:cNvSpPr txBox="1"/>
            <p:nvPr/>
          </p:nvSpPr>
          <p:spPr>
            <a:xfrm>
              <a:off x="5110483" y="1766054"/>
              <a:ext cx="11988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</a:t>
              </a:r>
              <a:r>
                <a:rPr lang="en-US" altLang="zh-CN" dirty="0" err="1"/>
                <a:t>E</a:t>
              </a:r>
              <a:r>
                <a:rPr lang="en-US" altLang="zh-CN" sz="1200" dirty="0" err="1"/>
                <a:t>t</a:t>
              </a:r>
              <a:r>
                <a:rPr lang="en-US" altLang="zh-CN" dirty="0" err="1"/>
                <a:t>,P</a:t>
              </a:r>
              <a:r>
                <a:rPr lang="en-US" altLang="zh-CN" sz="1100" dirty="0" err="1"/>
                <a:t>t</a:t>
              </a:r>
              <a:r>
                <a:rPr lang="en-US" altLang="zh-CN" dirty="0" err="1"/>
                <a:t>,</a:t>
              </a:r>
              <a:r>
                <a:rPr lang="en-US" altLang="zh-CN" dirty="0" err="1">
                  <a:solidFill>
                    <a:srgbClr val="FF0000"/>
                  </a:solidFill>
                </a:rPr>
                <a:t>G</a:t>
              </a:r>
              <a:r>
                <a:rPr lang="en-US" altLang="zh-CN" sz="1200" dirty="0" err="1">
                  <a:solidFill>
                    <a:srgbClr val="FF0000"/>
                  </a:solidFill>
                </a:rPr>
                <a:t>t</a:t>
              </a:r>
              <a:r>
                <a:rPr lang="en-US" altLang="zh-CN" dirty="0"/>
                <a:t>)</a:t>
              </a:r>
              <a:endParaRPr lang="zh-CN" altLang="en-US" dirty="0"/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3B34F19B-4441-9F85-ECF7-81C7284D6F16}"/>
                </a:ext>
              </a:extLst>
            </p:cNvPr>
            <p:cNvSpPr txBox="1"/>
            <p:nvPr/>
          </p:nvSpPr>
          <p:spPr>
            <a:xfrm>
              <a:off x="7147563" y="1779786"/>
              <a:ext cx="6807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{L</a:t>
              </a:r>
              <a:r>
                <a:rPr lang="en-US" altLang="zh-CN" sz="1200" dirty="0"/>
                <a:t>ext</a:t>
              </a:r>
              <a:r>
                <a:rPr lang="en-US" altLang="zh-CN" dirty="0"/>
                <a:t>}</a:t>
              </a:r>
              <a:endParaRPr lang="zh-CN" altLang="en-US" dirty="0"/>
            </a:p>
          </p:txBody>
        </p: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D6772D33-DFCD-D2E9-2C86-7516E726D8DA}"/>
                </a:ext>
              </a:extLst>
            </p:cNvPr>
            <p:cNvCxnSpPr>
              <a:stCxn id="26" idx="3"/>
              <a:endCxn id="32" idx="1"/>
            </p:cNvCxnSpPr>
            <p:nvPr/>
          </p:nvCxnSpPr>
          <p:spPr>
            <a:xfrm>
              <a:off x="6309356" y="1950720"/>
              <a:ext cx="838207" cy="1373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62F7878F-2017-5F6B-78EB-64A7E1ABB661}"/>
                  </a:ext>
                </a:extLst>
              </p:cNvPr>
              <p:cNvSpPr txBox="1"/>
              <p:nvPr/>
            </p:nvSpPr>
            <p:spPr>
              <a:xfrm>
                <a:off x="1229363" y="3058497"/>
                <a:ext cx="999744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语言指令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dirty="0"/>
                  <a:t>，视觉观察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altLang="zh-CN" dirty="0"/>
                  <a:t> </a:t>
                </a:r>
                <a:r>
                  <a:rPr lang="zh-CN" altLang="en-US" dirty="0"/>
                  <a:t>，基本技能集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𝑏𝑎𝑠𝑒</m:t>
                        </m:r>
                      </m:sub>
                    </m:sSub>
                  </m:oMath>
                </a14:m>
                <a:r>
                  <a:rPr lang="zh-CN" altLang="en-US" dirty="0"/>
                  <a:t>，扩展技能集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𝑒𝑥𝑡</m:t>
                        </m:r>
                      </m:sub>
                    </m:sSub>
                    <m:r>
                      <a:rPr lang="zh-CN" altLang="en-US" i="1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dirty="0"/>
                  <a:t>充分性判别器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zh-CN" altLang="en-US" i="1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dirty="0"/>
                  <a:t>技能生成器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altLang="zh-CN" dirty="0"/>
                  <a:t> </a:t>
                </a:r>
                <a:r>
                  <a:rPr lang="zh-CN" altLang="en-US" dirty="0"/>
                  <a:t>，规划器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br>
                  <a:rPr lang="ar-AE" altLang="zh-CN" dirty="0"/>
                </a:br>
                <a:br>
                  <a:rPr lang="ar-AE" altLang="zh-CN" dirty="0"/>
                </a:br>
                <a:endParaRPr lang="zh-CN" altLang="en-US" dirty="0"/>
              </a:p>
            </p:txBody>
          </p:sp>
        </mc:Choice>
        <mc:Fallback xmlns="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62F7878F-2017-5F6B-78EB-64A7E1ABB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9363" y="3058497"/>
                <a:ext cx="9997440" cy="1200329"/>
              </a:xfrm>
              <a:prstGeom prst="rect">
                <a:avLst/>
              </a:prstGeom>
              <a:blipFill>
                <a:blip r:embed="rId2"/>
                <a:stretch>
                  <a:fillRect l="-549" t="-30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文本框 43">
            <a:extLst>
              <a:ext uri="{FF2B5EF4-FFF2-40B4-BE49-F238E27FC236}">
                <a16:creationId xmlns:a16="http://schemas.microsoft.com/office/drawing/2014/main" id="{289D2C69-13F8-EA83-C398-8FF8CCD60BE0}"/>
              </a:ext>
            </a:extLst>
          </p:cNvPr>
          <p:cNvSpPr txBox="1"/>
          <p:nvPr/>
        </p:nvSpPr>
        <p:spPr>
          <a:xfrm>
            <a:off x="2239007" y="4359760"/>
            <a:ext cx="7484113" cy="379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{</a:t>
            </a:r>
            <a:r>
              <a:rPr lang="en-US" altLang="zh-CN" i="1" dirty="0"/>
              <a:t>O</a:t>
            </a:r>
            <a:r>
              <a:rPr lang="en-US" altLang="zh-CN" sz="1400" i="1" dirty="0"/>
              <a:t>t</a:t>
            </a:r>
            <a:r>
              <a:rPr lang="en-US" altLang="zh-CN" dirty="0"/>
              <a:t>​,</a:t>
            </a:r>
            <a:r>
              <a:rPr lang="en-US" altLang="zh-CN" i="1" dirty="0"/>
              <a:t>I</a:t>
            </a:r>
            <a:r>
              <a:rPr lang="en-US" altLang="zh-CN" sz="1400" i="1" dirty="0"/>
              <a:t>t</a:t>
            </a:r>
            <a:r>
              <a:rPr lang="en-US" altLang="zh-CN" dirty="0"/>
              <a:t>​} </a:t>
            </a:r>
            <a:r>
              <a:rPr lang="en-US" altLang="zh-CN" dirty="0">
                <a:sym typeface="Wingdings" panose="05000000000000000000" pitchFamily="2" charset="2"/>
              </a:rPr>
              <a:t> </a:t>
            </a:r>
            <a:r>
              <a:rPr lang="en-US" altLang="zh-CN" i="1" dirty="0"/>
              <a:t>E</a:t>
            </a:r>
            <a:r>
              <a:rPr lang="en-US" altLang="zh-CN" sz="1400" i="1" dirty="0"/>
              <a:t>t</a:t>
            </a:r>
            <a:r>
              <a:rPr lang="en-US" altLang="zh-CN" sz="1400" dirty="0"/>
              <a:t>​</a:t>
            </a:r>
            <a:r>
              <a:rPr lang="en-US" altLang="zh-CN" dirty="0"/>
              <a:t>({</a:t>
            </a:r>
            <a:r>
              <a:rPr lang="en-US" altLang="zh-CN" i="1" dirty="0"/>
              <a:t>O</a:t>
            </a:r>
            <a:r>
              <a:rPr lang="en-US" altLang="zh-CN" sz="1400" i="1" dirty="0"/>
              <a:t>t</a:t>
            </a:r>
            <a:r>
              <a:rPr lang="en-US" altLang="zh-CN" dirty="0"/>
              <a:t>​,</a:t>
            </a:r>
            <a:r>
              <a:rPr lang="en-US" altLang="zh-CN" i="1" dirty="0"/>
              <a:t>I</a:t>
            </a:r>
            <a:r>
              <a:rPr lang="en-US" altLang="zh-CN" sz="1400" i="1" dirty="0"/>
              <a:t>t</a:t>
            </a:r>
            <a:r>
              <a:rPr lang="en-US" altLang="zh-CN" dirty="0"/>
              <a:t>​},</a:t>
            </a:r>
            <a:r>
              <a:rPr lang="en-US" altLang="zh-CN" i="1" dirty="0" err="1"/>
              <a:t>L</a:t>
            </a:r>
            <a:r>
              <a:rPr lang="en-US" altLang="zh-CN" sz="1400" i="1" dirty="0" err="1"/>
              <a:t>base</a:t>
            </a:r>
            <a:r>
              <a:rPr lang="en-US" altLang="zh-CN" dirty="0"/>
              <a:t>​) </a:t>
            </a:r>
            <a:r>
              <a:rPr lang="en-US" altLang="zh-CN" dirty="0">
                <a:sym typeface="Wingdings" panose="05000000000000000000" pitchFamily="2" charset="2"/>
              </a:rPr>
              <a:t></a:t>
            </a:r>
            <a:r>
              <a:rPr lang="en-US" altLang="zh-CN" i="1" dirty="0"/>
              <a:t>G</a:t>
            </a:r>
            <a:r>
              <a:rPr lang="en-US" altLang="zh-CN" sz="1400" i="1" dirty="0"/>
              <a:t>t</a:t>
            </a:r>
            <a:r>
              <a:rPr lang="en-US" altLang="zh-CN" dirty="0"/>
              <a:t>​({</a:t>
            </a:r>
            <a:r>
              <a:rPr lang="en-US" altLang="zh-CN" i="1" dirty="0"/>
              <a:t>O</a:t>
            </a:r>
            <a:r>
              <a:rPr lang="en-US" altLang="zh-CN" sz="1400" i="1" dirty="0"/>
              <a:t>t</a:t>
            </a:r>
            <a:r>
              <a:rPr lang="en-US" altLang="zh-CN" dirty="0"/>
              <a:t>​,</a:t>
            </a:r>
            <a:r>
              <a:rPr lang="en-US" altLang="zh-CN" i="1" dirty="0"/>
              <a:t>I</a:t>
            </a:r>
            <a:r>
              <a:rPr lang="en-US" altLang="zh-CN" sz="1400" i="1" dirty="0"/>
              <a:t>t</a:t>
            </a:r>
            <a:r>
              <a:rPr lang="en-US" altLang="zh-CN" dirty="0"/>
              <a:t>​},</a:t>
            </a:r>
            <a:r>
              <a:rPr lang="en-US" altLang="zh-CN" i="1" dirty="0" err="1"/>
              <a:t>L</a:t>
            </a:r>
            <a:r>
              <a:rPr lang="en-US" altLang="zh-CN" sz="1400" i="1" dirty="0" err="1"/>
              <a:t>base</a:t>
            </a:r>
            <a:r>
              <a:rPr lang="en-US" altLang="zh-CN" dirty="0"/>
              <a:t>​) </a:t>
            </a:r>
            <a:r>
              <a:rPr lang="en-US" altLang="zh-CN" dirty="0">
                <a:sym typeface="Wingdings" panose="05000000000000000000" pitchFamily="2" charset="2"/>
              </a:rPr>
              <a:t> </a:t>
            </a:r>
            <a:r>
              <a:rPr lang="en-US" altLang="zh-CN" i="1" dirty="0"/>
              <a:t>P</a:t>
            </a:r>
            <a:r>
              <a:rPr lang="en-US" altLang="zh-CN" sz="1400" i="1" dirty="0"/>
              <a:t>t</a:t>
            </a:r>
            <a:r>
              <a:rPr lang="en-US" altLang="zh-CN" sz="1400" dirty="0"/>
              <a:t>​</a:t>
            </a:r>
            <a:r>
              <a:rPr lang="en-US" altLang="zh-CN" dirty="0"/>
              <a:t>(</a:t>
            </a:r>
            <a:r>
              <a:rPr lang="en-US" altLang="zh-CN" i="1" dirty="0"/>
              <a:t>O</a:t>
            </a:r>
            <a:r>
              <a:rPr lang="en-US" altLang="zh-CN" sz="1400" i="1" dirty="0"/>
              <a:t>t</a:t>
            </a:r>
            <a:r>
              <a:rPr lang="en-US" altLang="zh-CN" dirty="0"/>
              <a:t>​,</a:t>
            </a:r>
            <a:r>
              <a:rPr lang="en-US" altLang="zh-CN" i="1" dirty="0"/>
              <a:t>I</a:t>
            </a:r>
            <a:r>
              <a:rPr lang="en-US" altLang="zh-CN" sz="1400" i="1" dirty="0"/>
              <a:t>t</a:t>
            </a:r>
            <a:r>
              <a:rPr lang="en-US" altLang="zh-CN" sz="1400" dirty="0"/>
              <a:t>​</a:t>
            </a:r>
            <a:r>
              <a:rPr lang="en-US" altLang="zh-CN" dirty="0"/>
              <a:t>,{</a:t>
            </a:r>
            <a:r>
              <a:rPr lang="en-US" altLang="zh-CN" i="1" dirty="0" err="1"/>
              <a:t>L</a:t>
            </a:r>
            <a:r>
              <a:rPr lang="en-US" altLang="zh-CN" sz="1400" i="1" dirty="0" err="1"/>
              <a:t>base</a:t>
            </a:r>
            <a:r>
              <a:rPr lang="en-US" altLang="zh-CN" sz="1400" dirty="0"/>
              <a:t>​</a:t>
            </a:r>
            <a:r>
              <a:rPr lang="en-US" altLang="zh-CN" dirty="0"/>
              <a:t>,</a:t>
            </a:r>
            <a:r>
              <a:rPr lang="en-US" altLang="zh-CN" i="1" dirty="0"/>
              <a:t>L</a:t>
            </a:r>
            <a:r>
              <a:rPr lang="en-US" altLang="zh-CN" sz="1400" i="1" dirty="0"/>
              <a:t>ext</a:t>
            </a:r>
            <a:r>
              <a:rPr lang="en-US" altLang="zh-CN" dirty="0"/>
              <a:t>​})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56119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000"/>
    </mc:Choice>
    <mc:Fallback xmlns="">
      <p:transition advTm="3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84BB69A-4638-BC61-24D0-1249B376EC43}"/>
              </a:ext>
            </a:extLst>
          </p:cNvPr>
          <p:cNvSpPr txBox="1"/>
          <p:nvPr/>
        </p:nvSpPr>
        <p:spPr>
          <a:xfrm>
            <a:off x="497840" y="508000"/>
            <a:ext cx="3007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/>
              <a:t>自动技能进化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DF62C22-1D66-1F75-746D-3D6C86DE6653}"/>
              </a:ext>
            </a:extLst>
          </p:cNvPr>
          <p:cNvSpPr txBox="1"/>
          <p:nvPr/>
        </p:nvSpPr>
        <p:spPr>
          <a:xfrm>
            <a:off x="690880" y="1602155"/>
            <a:ext cx="1064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非结构化视频的自动技能标注 </a:t>
            </a:r>
            <a:r>
              <a:rPr lang="en-US" altLang="zh-CN" dirty="0"/>
              <a:t>+ </a:t>
            </a:r>
            <a:r>
              <a:rPr lang="zh-CN" altLang="en-US" dirty="0"/>
              <a:t>使用 </a:t>
            </a:r>
            <a:r>
              <a:rPr lang="en-US" altLang="zh-CN" dirty="0" err="1"/>
              <a:t>VerbNet</a:t>
            </a:r>
            <a:r>
              <a:rPr lang="en-US" altLang="zh-CN" dirty="0"/>
              <a:t> </a:t>
            </a:r>
            <a:r>
              <a:rPr lang="zh-CN" altLang="en-US" dirty="0"/>
              <a:t>的层次化技能组织 </a:t>
            </a:r>
            <a:r>
              <a:rPr lang="en-US" altLang="zh-CN" dirty="0"/>
              <a:t>+ </a:t>
            </a:r>
            <a:r>
              <a:rPr lang="zh-CN" altLang="en-US" dirty="0"/>
              <a:t>具有高效示例检索的少样本技能实现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C5145D2-BDAC-036D-AE4A-558E788C8772}"/>
              </a:ext>
            </a:extLst>
          </p:cNvPr>
          <p:cNvSpPr txBox="1"/>
          <p:nvPr/>
        </p:nvSpPr>
        <p:spPr>
          <a:xfrm>
            <a:off x="690880" y="2102489"/>
            <a:ext cx="1064768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highlight>
                  <a:srgbClr val="FFFF00"/>
                </a:highlight>
              </a:rPr>
              <a:t>非结构化视频的自动技能标注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       1.</a:t>
            </a:r>
            <a:r>
              <a:rPr lang="zh-CN" altLang="en-US" dirty="0"/>
              <a:t>过程提取</a:t>
            </a:r>
            <a:r>
              <a:rPr lang="en-US" altLang="zh-CN" dirty="0"/>
              <a:t>:</a:t>
            </a:r>
            <a:r>
              <a:rPr lang="zh-CN" altLang="en-US" dirty="0"/>
              <a:t>多个指令模板对视频进行关键帧识别，得出多个模板描述结果，再合并结果得到最终描述。</a:t>
            </a:r>
            <a:endParaRPr lang="en-US" altLang="zh-CN" dirty="0"/>
          </a:p>
          <a:p>
            <a:r>
              <a:rPr lang="en-US" altLang="zh-CN" dirty="0"/>
              <a:t>       2.</a:t>
            </a:r>
            <a:r>
              <a:rPr lang="zh-CN" altLang="en-US" dirty="0"/>
              <a:t>技能描述</a:t>
            </a:r>
            <a:r>
              <a:rPr lang="en-US" altLang="zh-CN" dirty="0"/>
              <a:t>:</a:t>
            </a:r>
            <a:r>
              <a:rPr lang="zh-CN" altLang="en-US" dirty="0"/>
              <a:t>拿到过程提取的动作序列描述，进行一个“原子”动作名（描述）生成。</a:t>
            </a:r>
            <a:endParaRPr lang="en-US" altLang="zh-CN" dirty="0"/>
          </a:p>
          <a:p>
            <a:r>
              <a:rPr lang="en-US" altLang="zh-CN" dirty="0"/>
              <a:t>       3.</a:t>
            </a:r>
            <a:r>
              <a:rPr lang="zh-CN" altLang="en-US" dirty="0"/>
              <a:t>时间对齐</a:t>
            </a:r>
            <a:r>
              <a:rPr lang="en-US" altLang="zh-CN" dirty="0"/>
              <a:t>:</a:t>
            </a:r>
            <a:r>
              <a:rPr lang="zh-CN" altLang="en-US" dirty="0"/>
              <a:t>按帧编号，识别并视频裁剪。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06E08DC-4D43-5F83-8F77-5C4D27AB1AA1}"/>
              </a:ext>
            </a:extLst>
          </p:cNvPr>
          <p:cNvSpPr txBox="1"/>
          <p:nvPr/>
        </p:nvSpPr>
        <p:spPr>
          <a:xfrm>
            <a:off x="690880" y="3761619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highlight>
                  <a:srgbClr val="FFFF00"/>
                </a:highlight>
              </a:rPr>
              <a:t>使用 </a:t>
            </a:r>
            <a:r>
              <a:rPr lang="en-US" altLang="zh-CN" dirty="0" err="1">
                <a:highlight>
                  <a:srgbClr val="FFFF00"/>
                </a:highlight>
              </a:rPr>
              <a:t>VerbNet</a:t>
            </a:r>
            <a:r>
              <a:rPr lang="en-US" altLang="zh-CN" dirty="0">
                <a:highlight>
                  <a:srgbClr val="FFFF00"/>
                </a:highlight>
              </a:rPr>
              <a:t> </a:t>
            </a:r>
            <a:r>
              <a:rPr lang="zh-CN" altLang="en-US" dirty="0">
                <a:highlight>
                  <a:srgbClr val="FFFF00"/>
                </a:highlight>
              </a:rPr>
              <a:t>的层次化技能组织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       </a:t>
            </a:r>
            <a:endParaRPr lang="zh-CN" altLang="en-US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32C0075-FA3E-008D-EFE5-406CEA67F9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4960" y="3860800"/>
            <a:ext cx="3114109" cy="2692653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638F917B-DFBC-BC5F-EE9E-A4478E05BBF5}"/>
              </a:ext>
            </a:extLst>
          </p:cNvPr>
          <p:cNvSpPr txBox="1"/>
          <p:nvPr/>
        </p:nvSpPr>
        <p:spPr>
          <a:xfrm>
            <a:off x="7376160" y="3761619"/>
            <a:ext cx="43586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highlight>
                  <a:srgbClr val="FFFF00"/>
                </a:highlight>
              </a:rPr>
              <a:t>具有高效示例检索的少样本技能实现</a:t>
            </a:r>
            <a:r>
              <a:rPr lang="zh-CN" altLang="en-US" dirty="0"/>
              <a:t>：</a:t>
            </a:r>
            <a:endParaRPr lang="en-US" altLang="zh-CN" dirty="0"/>
          </a:p>
          <a:p>
            <a:r>
              <a:rPr lang="en-US" altLang="zh-CN" dirty="0"/>
              <a:t>       </a:t>
            </a:r>
            <a:r>
              <a:rPr lang="zh-CN" altLang="en-US" dirty="0"/>
              <a:t>从</a:t>
            </a:r>
            <a:r>
              <a:rPr lang="en-US" altLang="zh-CN" dirty="0" err="1"/>
              <a:t>skillfolder</a:t>
            </a:r>
            <a:r>
              <a:rPr lang="zh-CN" altLang="en-US" dirty="0"/>
              <a:t>检索合适的视频 </a:t>
            </a:r>
            <a:r>
              <a:rPr lang="en-US" altLang="zh-CN" dirty="0">
                <a:sym typeface="Wingdings" panose="05000000000000000000" pitchFamily="2" charset="2"/>
              </a:rPr>
              <a:t> </a:t>
            </a:r>
            <a:r>
              <a:rPr lang="zh-CN" altLang="en-US" dirty="0">
                <a:sym typeface="Wingdings" panose="05000000000000000000" pitchFamily="2" charset="2"/>
              </a:rPr>
              <a:t>提取视频的轨迹参考和语义约束 </a:t>
            </a:r>
            <a:r>
              <a:rPr lang="en-US" altLang="zh-CN" dirty="0">
                <a:sym typeface="Wingdings" panose="05000000000000000000" pitchFamily="2" charset="2"/>
              </a:rPr>
              <a:t> </a:t>
            </a:r>
            <a:r>
              <a:rPr lang="zh-CN" altLang="en-US" dirty="0">
                <a:sym typeface="Wingdings" panose="05000000000000000000" pitchFamily="2" charset="2"/>
              </a:rPr>
              <a:t>通过提取的参考信息来进行新场景的轨迹生成 </a:t>
            </a:r>
            <a:r>
              <a:rPr lang="en-US" altLang="zh-CN" dirty="0">
                <a:sym typeface="Wingdings" panose="05000000000000000000" pitchFamily="2" charset="2"/>
              </a:rPr>
              <a:t> </a:t>
            </a:r>
            <a:r>
              <a:rPr lang="zh-CN" altLang="en-US" dirty="0">
                <a:sym typeface="Wingdings" panose="05000000000000000000" pitchFamily="2" charset="2"/>
              </a:rPr>
              <a:t>夹爪朝向调整</a:t>
            </a:r>
            <a:r>
              <a:rPr lang="en-US" altLang="zh-CN" dirty="0"/>
              <a:t>     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49005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000"/>
    </mc:Choice>
    <mc:Fallback xmlns="">
      <p:transition advTm="3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2E8333E-0DC9-66ED-E249-E3341040EFE1}"/>
              </a:ext>
            </a:extLst>
          </p:cNvPr>
          <p:cNvSpPr txBox="1"/>
          <p:nvPr/>
        </p:nvSpPr>
        <p:spPr>
          <a:xfrm>
            <a:off x="477520" y="426720"/>
            <a:ext cx="1361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CaP</a:t>
            </a:r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-x</a:t>
            </a:r>
            <a:endParaRPr lang="zh-CN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0B5943E-069B-3DA4-7E10-FEDB42D91FD7}"/>
              </a:ext>
            </a:extLst>
          </p:cNvPr>
          <p:cNvSpPr txBox="1"/>
          <p:nvPr/>
        </p:nvSpPr>
        <p:spPr>
          <a:xfrm>
            <a:off x="1422400" y="1241266"/>
            <a:ext cx="9347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概念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CaP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-Gym</a:t>
            </a:r>
            <a:r>
              <a:rPr lang="en-US" altLang="zh-CN" dirty="0"/>
              <a:t> </a:t>
            </a:r>
            <a:r>
              <a:rPr lang="zh-CN" altLang="en-US" dirty="0"/>
              <a:t>，一个交互式环境，智能体通过合成并执行组合感知与控制原语的程序来控制机器人。</a:t>
            </a:r>
            <a:endParaRPr lang="en-US" altLang="zh-CN" dirty="0"/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CaP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-Bench</a:t>
            </a:r>
            <a:r>
              <a:rPr lang="en-US" altLang="zh-CN" dirty="0"/>
              <a:t> </a:t>
            </a:r>
            <a:r>
              <a:rPr lang="zh-CN" altLang="en-US" dirty="0"/>
              <a:t>在不同抽象层次、交互方式和感知 </a:t>
            </a:r>
            <a:r>
              <a:rPr lang="en-US" altLang="zh-CN" dirty="0"/>
              <a:t>grounding </a:t>
            </a:r>
            <a:r>
              <a:rPr lang="zh-CN" altLang="en-US" dirty="0"/>
              <a:t>下评估前沿语言模型和视觉</a:t>
            </a:r>
            <a:r>
              <a:rPr lang="en-US" altLang="zh-CN" dirty="0"/>
              <a:t>-</a:t>
            </a:r>
            <a:r>
              <a:rPr lang="zh-CN" altLang="en-US" dirty="0"/>
              <a:t>语言模型。</a:t>
            </a: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6BB9EEF3-D66C-B9FA-89F6-8A013C598904}"/>
              </a:ext>
            </a:extLst>
          </p:cNvPr>
          <p:cNvGrpSpPr/>
          <p:nvPr/>
        </p:nvGrpSpPr>
        <p:grpSpPr>
          <a:xfrm>
            <a:off x="2847340" y="3330813"/>
            <a:ext cx="5902960" cy="2274272"/>
            <a:chOff x="2390140" y="2896057"/>
            <a:chExt cx="5902960" cy="2274272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80DDD0A7-0536-23B8-5B55-6B1C2668BB66}"/>
                </a:ext>
              </a:extLst>
            </p:cNvPr>
            <p:cNvGrpSpPr/>
            <p:nvPr/>
          </p:nvGrpSpPr>
          <p:grpSpPr>
            <a:xfrm>
              <a:off x="2390140" y="2929097"/>
              <a:ext cx="5902960" cy="2241232"/>
              <a:chOff x="2390140" y="2929097"/>
              <a:chExt cx="5902960" cy="2241232"/>
            </a:xfrm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0120BCD-8A93-6CCB-38D4-C5B434469511}"/>
                  </a:ext>
                </a:extLst>
              </p:cNvPr>
              <p:cNvSpPr/>
              <p:nvPr/>
            </p:nvSpPr>
            <p:spPr>
              <a:xfrm>
                <a:off x="2390140" y="2929097"/>
                <a:ext cx="5902960" cy="2241232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A7006E3E-2E0B-C313-6D98-2D0238E8B769}"/>
                  </a:ext>
                </a:extLst>
              </p:cNvPr>
              <p:cNvGrpSpPr/>
              <p:nvPr/>
            </p:nvGrpSpPr>
            <p:grpSpPr>
              <a:xfrm>
                <a:off x="3014980" y="3297357"/>
                <a:ext cx="4653280" cy="1504712"/>
                <a:chOff x="3982720" y="3616960"/>
                <a:chExt cx="4653280" cy="1504712"/>
              </a:xfrm>
            </p:grpSpPr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BD63C27B-E899-6D10-A390-8A387A61A412}"/>
                    </a:ext>
                  </a:extLst>
                </p:cNvPr>
                <p:cNvSpPr/>
                <p:nvPr/>
              </p:nvSpPr>
              <p:spPr>
                <a:xfrm>
                  <a:off x="3982720" y="4290616"/>
                  <a:ext cx="4653280" cy="831056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 err="1"/>
                    <a:t>CaP</a:t>
                  </a:r>
                  <a:r>
                    <a:rPr lang="en-US" altLang="zh-CN" dirty="0"/>
                    <a:t>-Gym</a:t>
                  </a:r>
                  <a:endParaRPr lang="zh-CN" altLang="en-US" dirty="0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91ECB87D-529E-B390-886B-642473614BF5}"/>
                    </a:ext>
                  </a:extLst>
                </p:cNvPr>
                <p:cNvSpPr/>
                <p:nvPr/>
              </p:nvSpPr>
              <p:spPr>
                <a:xfrm>
                  <a:off x="3982720" y="3616960"/>
                  <a:ext cx="1493520" cy="589280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/>
                    <a:t>CaP-Agent0</a:t>
                  </a:r>
                  <a:endParaRPr lang="zh-CN" altLang="en-US" dirty="0"/>
                </a:p>
              </p:txBody>
            </p:sp>
            <p:sp>
              <p:nvSpPr>
                <p:cNvPr id="16" name="矩形 15">
                  <a:extLst>
                    <a:ext uri="{FF2B5EF4-FFF2-40B4-BE49-F238E27FC236}">
                      <a16:creationId xmlns:a16="http://schemas.microsoft.com/office/drawing/2014/main" id="{30F9A016-EDEF-3849-3FBC-2430BC382762}"/>
                    </a:ext>
                  </a:extLst>
                </p:cNvPr>
                <p:cNvSpPr/>
                <p:nvPr/>
              </p:nvSpPr>
              <p:spPr>
                <a:xfrm>
                  <a:off x="5659120" y="3616960"/>
                  <a:ext cx="1112520" cy="589280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 err="1"/>
                    <a:t>CaP</a:t>
                  </a:r>
                  <a:r>
                    <a:rPr lang="en-US" altLang="zh-CN" dirty="0"/>
                    <a:t>-RL</a:t>
                  </a:r>
                  <a:endParaRPr lang="zh-CN" altLang="en-US" dirty="0"/>
                </a:p>
              </p:txBody>
            </p:sp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EA7B382E-AB13-8A19-F470-20428B1C4A29}"/>
                    </a:ext>
                  </a:extLst>
                </p:cNvPr>
                <p:cNvSpPr/>
                <p:nvPr/>
              </p:nvSpPr>
              <p:spPr>
                <a:xfrm>
                  <a:off x="6954520" y="3616960"/>
                  <a:ext cx="1681480" cy="589280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 err="1"/>
                    <a:t>CaP</a:t>
                  </a:r>
                  <a:r>
                    <a:rPr lang="en-US" altLang="zh-CN" dirty="0"/>
                    <a:t>-Bench</a:t>
                  </a:r>
                  <a:endParaRPr lang="zh-CN" altLang="en-US" dirty="0"/>
                </a:p>
              </p:txBody>
            </p:sp>
          </p:grpSp>
        </p:grp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FA9F833E-7613-CF51-9CA7-8DCDFBDC58F0}"/>
                </a:ext>
              </a:extLst>
            </p:cNvPr>
            <p:cNvSpPr txBox="1"/>
            <p:nvPr/>
          </p:nvSpPr>
          <p:spPr>
            <a:xfrm>
              <a:off x="7459980" y="2896057"/>
              <a:ext cx="833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CaP</a:t>
              </a:r>
              <a:r>
                <a:rPr lang="en-US" altLang="zh-CN" dirty="0"/>
                <a:t>-x</a:t>
              </a:r>
              <a:endParaRPr lang="zh-CN" altLang="en-US" dirty="0"/>
            </a:p>
          </p:txBody>
        </p:sp>
      </p:grpSp>
      <p:sp>
        <p:nvSpPr>
          <p:cNvPr id="21" name="文本框 20">
            <a:extLst>
              <a:ext uri="{FF2B5EF4-FFF2-40B4-BE49-F238E27FC236}">
                <a16:creationId xmlns:a16="http://schemas.microsoft.com/office/drawing/2014/main" id="{98171939-F58D-0125-D6F2-D4FEC106E9EA}"/>
              </a:ext>
            </a:extLst>
          </p:cNvPr>
          <p:cNvSpPr txBox="1"/>
          <p:nvPr/>
        </p:nvSpPr>
        <p:spPr>
          <a:xfrm>
            <a:off x="4980940" y="5689461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框架概念图</a:t>
            </a:r>
          </a:p>
        </p:txBody>
      </p:sp>
    </p:spTree>
    <p:extLst>
      <p:ext uri="{BB962C8B-B14F-4D97-AF65-F5344CB8AC3E}">
        <p14:creationId xmlns:p14="http://schemas.microsoft.com/office/powerpoint/2010/main" val="320991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000"/>
    </mc:Choice>
    <mc:Fallback xmlns="">
      <p:transition advTm="3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8F0568-AB26-EB8F-B561-7898D1A6A7C2}"/>
              </a:ext>
            </a:extLst>
          </p:cNvPr>
          <p:cNvSpPr txBox="1"/>
          <p:nvPr/>
        </p:nvSpPr>
        <p:spPr>
          <a:xfrm>
            <a:off x="1381760" y="922774"/>
            <a:ext cx="73761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三个问题要点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1.</a:t>
            </a:r>
            <a:r>
              <a:rPr lang="zh-CN" altLang="en-US" dirty="0"/>
              <a:t>在单轮评估中，前沿模型与人类专家之间仍存在显著差距。</a:t>
            </a:r>
            <a:endParaRPr lang="en-US" altLang="zh-CN" dirty="0"/>
          </a:p>
          <a:p>
            <a:r>
              <a:rPr lang="en-US" altLang="zh-CN" dirty="0"/>
              <a:t>2.</a:t>
            </a:r>
            <a:r>
              <a:rPr lang="zh-CN" altLang="en-US" dirty="0"/>
              <a:t>高层抽象提升性能但限制表达性。</a:t>
            </a:r>
            <a:endParaRPr lang="en-US" altLang="zh-CN" dirty="0"/>
          </a:p>
          <a:p>
            <a:r>
              <a:rPr lang="en-US" altLang="zh-CN" dirty="0"/>
              <a:t>3.</a:t>
            </a:r>
            <a:r>
              <a:rPr lang="zh-CN" altLang="en-US" dirty="0"/>
              <a:t>引入闭环、多轮和视觉 </a:t>
            </a:r>
            <a:r>
              <a:rPr lang="en-US" altLang="zh-CN" dirty="0"/>
              <a:t>Grounding </a:t>
            </a:r>
            <a:r>
              <a:rPr lang="zh-CN" altLang="en-US" dirty="0"/>
              <a:t>可提升性能。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BC084F2-58F0-A8A8-F845-31803EC714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2525932"/>
            <a:ext cx="9550399" cy="297029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8D80564D-E9F6-BDD9-9C4A-D6AC60DCA59C}"/>
              </a:ext>
            </a:extLst>
          </p:cNvPr>
          <p:cNvSpPr txBox="1"/>
          <p:nvPr/>
        </p:nvSpPr>
        <p:spPr>
          <a:xfrm>
            <a:off x="4805680" y="5638800"/>
            <a:ext cx="1849120" cy="375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各阶段基准测试</a:t>
            </a:r>
          </a:p>
        </p:txBody>
      </p:sp>
    </p:spTree>
    <p:extLst>
      <p:ext uri="{BB962C8B-B14F-4D97-AF65-F5344CB8AC3E}">
        <p14:creationId xmlns:p14="http://schemas.microsoft.com/office/powerpoint/2010/main" val="451509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000"/>
    </mc:Choice>
    <mc:Fallback xmlns="">
      <p:transition advTm="3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97D0136-CC6F-3A6F-85ED-B230721645CF}"/>
              </a:ext>
            </a:extLst>
          </p:cNvPr>
          <p:cNvSpPr txBox="1"/>
          <p:nvPr/>
        </p:nvSpPr>
        <p:spPr>
          <a:xfrm>
            <a:off x="1366520" y="467360"/>
            <a:ext cx="1676400" cy="3830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改进对象</a:t>
            </a:r>
            <a:r>
              <a:rPr lang="en-US" altLang="zh-CN" dirty="0"/>
              <a:t>:LLM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417C410-59DE-98E1-F354-947412DA0858}"/>
              </a:ext>
            </a:extLst>
          </p:cNvPr>
          <p:cNvSpPr txBox="1"/>
          <p:nvPr/>
        </p:nvSpPr>
        <p:spPr>
          <a:xfrm>
            <a:off x="1366520" y="879286"/>
            <a:ext cx="85445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改进方案</a:t>
            </a:r>
            <a:r>
              <a:rPr lang="en-US" altLang="zh-CN" dirty="0"/>
              <a:t>:</a:t>
            </a:r>
          </a:p>
          <a:p>
            <a:pPr marL="342900" indent="-342900">
              <a:buAutoNum type="arabicPeriod"/>
            </a:pPr>
            <a:r>
              <a:rPr lang="en-US" altLang="zh-CN" dirty="0"/>
              <a:t>Cap-Agent0 :</a:t>
            </a:r>
            <a:r>
              <a:rPr lang="zh-CN" altLang="en-US" dirty="0"/>
              <a:t>多轮视觉差分（</a:t>
            </a:r>
            <a:r>
              <a:rPr lang="en-US" altLang="zh-CN" dirty="0"/>
              <a:t>VDM</a:t>
            </a:r>
            <a:r>
              <a:rPr lang="zh-CN" altLang="en-US" dirty="0"/>
              <a:t>）</a:t>
            </a:r>
            <a:r>
              <a:rPr lang="en-US" altLang="zh-CN" dirty="0"/>
              <a:t>,</a:t>
            </a:r>
            <a:r>
              <a:rPr lang="zh-CN" altLang="en-US" dirty="0"/>
              <a:t>自动合成与持久技能库</a:t>
            </a:r>
            <a:r>
              <a:rPr lang="en-US" altLang="zh-CN" dirty="0"/>
              <a:t>, </a:t>
            </a:r>
            <a:r>
              <a:rPr lang="zh-CN" altLang="en-US" dirty="0"/>
              <a:t>并行推理。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en-US" altLang="zh-CN" dirty="0"/>
              <a:t>Cap-RL</a:t>
            </a:r>
            <a:r>
              <a:rPr lang="zh-CN" altLang="en-US" dirty="0"/>
              <a:t>：基于强化学习对模型进行微调</a:t>
            </a:r>
            <a:r>
              <a:rPr lang="en-US" altLang="zh-CN" dirty="0"/>
              <a:t>(</a:t>
            </a:r>
            <a:r>
              <a:rPr lang="zh-CN" altLang="en-US" dirty="0"/>
              <a:t>使用纯净输入</a:t>
            </a:r>
            <a:r>
              <a:rPr lang="en-US" altLang="zh-CN" dirty="0"/>
              <a:t>)</a:t>
            </a:r>
            <a:r>
              <a:rPr lang="zh-CN" altLang="en-US" dirty="0"/>
              <a:t>。</a:t>
            </a:r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518BC60-6610-079E-6E3D-241EF09D4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520" y="1831478"/>
            <a:ext cx="8849360" cy="439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895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000"/>
    </mc:Choice>
    <mc:Fallback xmlns="">
      <p:transition advTm="3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555CE81-92EC-ACBB-AC00-5F027255B76F}"/>
              </a:ext>
            </a:extLst>
          </p:cNvPr>
          <p:cNvSpPr txBox="1"/>
          <p:nvPr/>
        </p:nvSpPr>
        <p:spPr>
          <a:xfrm>
            <a:off x="370840" y="230332"/>
            <a:ext cx="161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Aspire</a:t>
            </a:r>
            <a:endParaRPr lang="zh-CN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0C3C7313-E429-86E5-1722-15875563D9A8}"/>
              </a:ext>
            </a:extLst>
          </p:cNvPr>
          <p:cNvGrpSpPr/>
          <p:nvPr/>
        </p:nvGrpSpPr>
        <p:grpSpPr>
          <a:xfrm>
            <a:off x="975360" y="876663"/>
            <a:ext cx="9489440" cy="1477328"/>
            <a:chOff x="1178560" y="1239520"/>
            <a:chExt cx="9489440" cy="1477328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6F9C2A77-064A-C952-5119-43FBF811965B}"/>
                </a:ext>
              </a:extLst>
            </p:cNvPr>
            <p:cNvSpPr txBox="1"/>
            <p:nvPr/>
          </p:nvSpPr>
          <p:spPr>
            <a:xfrm>
              <a:off x="1178560" y="1239520"/>
              <a:ext cx="2926080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问题引入</a:t>
              </a:r>
              <a:r>
                <a:rPr lang="en-US" altLang="zh-CN" dirty="0"/>
                <a:t>:</a:t>
              </a:r>
            </a:p>
            <a:p>
              <a:r>
                <a:rPr lang="en-US" altLang="zh-CN" dirty="0"/>
                <a:t>        1. </a:t>
              </a:r>
              <a:r>
                <a:rPr lang="zh-CN" altLang="en-US" dirty="0"/>
                <a:t>协调多模态感知</a:t>
              </a:r>
              <a:endParaRPr lang="en-US" altLang="zh-CN" dirty="0"/>
            </a:p>
            <a:p>
              <a:r>
                <a:rPr lang="en-US" altLang="zh-CN" dirty="0"/>
                <a:t>        2. </a:t>
              </a:r>
              <a:r>
                <a:rPr lang="zh-CN" altLang="en-US" dirty="0"/>
                <a:t>管理物理接触动态</a:t>
              </a:r>
              <a:endParaRPr lang="en-US" altLang="zh-CN" dirty="0"/>
            </a:p>
            <a:p>
              <a:r>
                <a:rPr lang="en-US" altLang="zh-CN" dirty="0"/>
                <a:t>        3. </a:t>
              </a:r>
              <a:r>
                <a:rPr lang="zh-CN" altLang="en-US" dirty="0"/>
                <a:t>处理环境配置</a:t>
              </a:r>
              <a:endParaRPr lang="en-US" altLang="zh-CN" dirty="0"/>
            </a:p>
            <a:p>
              <a:r>
                <a:rPr lang="en-US" altLang="zh-CN" dirty="0"/>
                <a:t>        4. </a:t>
              </a:r>
              <a:r>
                <a:rPr lang="zh-CN" altLang="en-US" dirty="0"/>
                <a:t>执行失败</a:t>
              </a:r>
            </a:p>
          </p:txBody>
        </p:sp>
        <p:sp>
          <p:nvSpPr>
            <p:cNvPr id="4" name="右大括号 3">
              <a:extLst>
                <a:ext uri="{FF2B5EF4-FFF2-40B4-BE49-F238E27FC236}">
                  <a16:creationId xmlns:a16="http://schemas.microsoft.com/office/drawing/2014/main" id="{7E15B51F-99EA-2427-2307-9AB97E3329CF}"/>
                </a:ext>
              </a:extLst>
            </p:cNvPr>
            <p:cNvSpPr/>
            <p:nvPr/>
          </p:nvSpPr>
          <p:spPr>
            <a:xfrm>
              <a:off x="4257040" y="1503680"/>
              <a:ext cx="101600" cy="1213168"/>
            </a:xfrm>
            <a:prstGeom prst="rightBrac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FC2519D6-5E95-4B39-B6AD-8A83C0795E99}"/>
                </a:ext>
              </a:extLst>
            </p:cNvPr>
            <p:cNvCxnSpPr/>
            <p:nvPr/>
          </p:nvCxnSpPr>
          <p:spPr>
            <a:xfrm>
              <a:off x="4551680" y="2103120"/>
              <a:ext cx="196088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8D90F4CA-AE48-9B61-BFFB-E48B704F87D3}"/>
                </a:ext>
              </a:extLst>
            </p:cNvPr>
            <p:cNvSpPr txBox="1"/>
            <p:nvPr/>
          </p:nvSpPr>
          <p:spPr>
            <a:xfrm>
              <a:off x="4927600" y="1727199"/>
              <a:ext cx="1097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代码策略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A669BB62-CE7B-A898-3A8B-B9B38D82A3DA}"/>
                </a:ext>
              </a:extLst>
            </p:cNvPr>
            <p:cNvSpPr txBox="1"/>
            <p:nvPr/>
          </p:nvSpPr>
          <p:spPr>
            <a:xfrm>
              <a:off x="6786880" y="1911849"/>
              <a:ext cx="9042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Aspire</a:t>
              </a:r>
              <a:endParaRPr lang="zh-CN" altLang="en-US" dirty="0"/>
            </a:p>
          </p:txBody>
        </p:sp>
        <p:sp>
          <p:nvSpPr>
            <p:cNvPr id="9" name="左大括号 8">
              <a:extLst>
                <a:ext uri="{FF2B5EF4-FFF2-40B4-BE49-F238E27FC236}">
                  <a16:creationId xmlns:a16="http://schemas.microsoft.com/office/drawing/2014/main" id="{D447F619-09AB-5FFD-A411-CAE908015F7D}"/>
                </a:ext>
              </a:extLst>
            </p:cNvPr>
            <p:cNvSpPr/>
            <p:nvPr/>
          </p:nvSpPr>
          <p:spPr>
            <a:xfrm>
              <a:off x="7792720" y="1371600"/>
              <a:ext cx="172720" cy="1345248"/>
            </a:xfrm>
            <a:prstGeom prst="leftBrac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299C33FA-E1D6-BA7A-EC09-915C1AE7FA4D}"/>
                </a:ext>
              </a:extLst>
            </p:cNvPr>
            <p:cNvSpPr txBox="1"/>
            <p:nvPr/>
          </p:nvSpPr>
          <p:spPr>
            <a:xfrm>
              <a:off x="8280400" y="1634866"/>
              <a:ext cx="23876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AutoNum type="arabicPeriod"/>
              </a:pPr>
              <a:r>
                <a:rPr lang="zh-CN" altLang="en-US" dirty="0"/>
                <a:t>机器人执行引擎</a:t>
              </a:r>
              <a:endParaRPr lang="en-US" altLang="zh-CN" dirty="0"/>
            </a:p>
            <a:p>
              <a:pPr marL="342900" indent="-342900">
                <a:buAutoNum type="arabicPeriod"/>
              </a:pPr>
              <a:r>
                <a:rPr lang="zh-CN" altLang="en-US" dirty="0"/>
                <a:t>持续扩展的技能库</a:t>
              </a:r>
              <a:endParaRPr lang="en-US" altLang="zh-CN" dirty="0"/>
            </a:p>
            <a:p>
              <a:pPr marL="342900" indent="-342900">
                <a:buAutoNum type="arabicPeriod"/>
              </a:pPr>
              <a:r>
                <a:rPr lang="zh-CN" altLang="en-US" dirty="0"/>
                <a:t>渐近式搜索策略</a:t>
              </a:r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EFD8F8A4-8AF5-1FB5-3265-B3D0DE3835ED}"/>
              </a:ext>
            </a:extLst>
          </p:cNvPr>
          <p:cNvSpPr txBox="1"/>
          <p:nvPr/>
        </p:nvSpPr>
        <p:spPr>
          <a:xfrm>
            <a:off x="873760" y="2877677"/>
            <a:ext cx="45059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核心问题</a:t>
            </a:r>
            <a:r>
              <a:rPr lang="en-US" altLang="zh-CN" dirty="0"/>
              <a:t>: </a:t>
            </a:r>
            <a:r>
              <a:rPr lang="zh-CN" altLang="en-US" dirty="0"/>
              <a:t>传统代码策略无法有效地获得错误信息，进行错误修正。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我们的目的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       1. </a:t>
            </a:r>
            <a:r>
              <a:rPr lang="zh-CN" altLang="en-US" dirty="0"/>
              <a:t>智能体不仅仅能够执行任务，也要能够正确地，低消耗地修正错误。</a:t>
            </a:r>
            <a:endParaRPr lang="en-US" altLang="zh-CN" dirty="0"/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B95E55D8-1989-9732-1BE2-CAA83D7AB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1680" y="2523808"/>
            <a:ext cx="6191568" cy="3791145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2455B4D6-9D6C-762B-49AB-78A6E9A853B8}"/>
              </a:ext>
            </a:extLst>
          </p:cNvPr>
          <p:cNvSpPr txBox="1"/>
          <p:nvPr/>
        </p:nvSpPr>
        <p:spPr>
          <a:xfrm>
            <a:off x="873760" y="5058007"/>
            <a:ext cx="4185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主要问题的解决核心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      </a:t>
            </a:r>
            <a:r>
              <a:rPr lang="zh-CN" altLang="en-US" dirty="0"/>
              <a:t>将错误反馈的粒度进行细化，从结果反馈到执行原语级别反馈。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46173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000"/>
    </mc:Choice>
    <mc:Fallback xmlns="">
      <p:transition advTm="3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图示&#10;&#10;AI 生成的内容可能不正确。">
            <a:extLst>
              <a:ext uri="{FF2B5EF4-FFF2-40B4-BE49-F238E27FC236}">
                <a16:creationId xmlns:a16="http://schemas.microsoft.com/office/drawing/2014/main" id="{9684154B-77F4-480D-CD13-70F6765D1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737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524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000"/>
    </mc:Choice>
    <mc:Fallback xmlns="">
      <p:transition advTm="3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E330DA8-DDAE-4FF2-71B3-94E0E27EDC33}"/>
              </a:ext>
            </a:extLst>
          </p:cNvPr>
          <p:cNvSpPr txBox="1"/>
          <p:nvPr/>
        </p:nvSpPr>
        <p:spPr>
          <a:xfrm>
            <a:off x="518160" y="375920"/>
            <a:ext cx="3769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/>
              <a:t>机器人执行引擎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359DE8D-B0D3-6069-425B-9862AD765EE7}"/>
              </a:ext>
            </a:extLst>
          </p:cNvPr>
          <p:cNvSpPr txBox="1"/>
          <p:nvPr/>
        </p:nvSpPr>
        <p:spPr>
          <a:xfrm>
            <a:off x="1320800" y="1178560"/>
            <a:ext cx="7904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作用核心概括</a:t>
            </a:r>
            <a:r>
              <a:rPr lang="en-US" altLang="zh-CN" dirty="0"/>
              <a:t>: </a:t>
            </a:r>
            <a:r>
              <a:rPr lang="zh-CN" altLang="en-US" dirty="0"/>
              <a:t>执行代码 </a:t>
            </a:r>
            <a:r>
              <a:rPr lang="en-US" altLang="zh-CN" dirty="0"/>
              <a:t>+ </a:t>
            </a:r>
            <a:r>
              <a:rPr lang="zh-CN" altLang="en-US" dirty="0"/>
              <a:t>原语级别的结构化多模态踪迹记录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A06E35F-1DD5-B260-3419-97C82E4D2926}"/>
              </a:ext>
            </a:extLst>
          </p:cNvPr>
          <p:cNvSpPr txBox="1"/>
          <p:nvPr/>
        </p:nvSpPr>
        <p:spPr>
          <a:xfrm>
            <a:off x="1320800" y="1644134"/>
            <a:ext cx="9763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多模态数据包括：视觉图像，执行状态和返回值，空间几何与物理计算坐标，时间数据。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DCFCE5C-63C1-4348-C1B3-B81AC72A3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80" y="2109708"/>
            <a:ext cx="8351520" cy="418101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BB25B10-D08E-5BF2-F72E-CDC2B083764F}"/>
              </a:ext>
            </a:extLst>
          </p:cNvPr>
          <p:cNvSpPr txBox="1"/>
          <p:nvPr/>
        </p:nvSpPr>
        <p:spPr>
          <a:xfrm>
            <a:off x="9011920" y="3276885"/>
            <a:ext cx="2844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为什么不把所有原语的轨迹都给模型呢？</a:t>
            </a:r>
            <a:endParaRPr lang="en-US" altLang="zh-CN" dirty="0"/>
          </a:p>
          <a:p>
            <a:r>
              <a:rPr lang="zh-CN" altLang="en-US" dirty="0"/>
              <a:t>       和和稀泥一样！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398464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000"/>
    </mc:Choice>
    <mc:Fallback xmlns="">
      <p:transition advTm="3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A64F174-245A-8A47-7469-086566FD0E89}"/>
              </a:ext>
            </a:extLst>
          </p:cNvPr>
          <p:cNvSpPr txBox="1"/>
          <p:nvPr/>
        </p:nvSpPr>
        <p:spPr>
          <a:xfrm>
            <a:off x="538480" y="396240"/>
            <a:ext cx="3088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/>
              <a:t>持续化技能库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A900EA3-4E5B-23F2-BAA2-7EA25020D085}"/>
              </a:ext>
            </a:extLst>
          </p:cNvPr>
          <p:cNvSpPr txBox="1"/>
          <p:nvPr/>
        </p:nvSpPr>
        <p:spPr>
          <a:xfrm>
            <a:off x="1249680" y="1137920"/>
            <a:ext cx="7305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作用</a:t>
            </a:r>
            <a:r>
              <a:rPr lang="en-US" altLang="zh-CN" dirty="0"/>
              <a:t>:</a:t>
            </a:r>
            <a:r>
              <a:rPr lang="zh-CN" altLang="en-US" dirty="0"/>
              <a:t>总结错误经验，然后写入文件，存储。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A014F70-DE48-0B0D-499E-B445C2D825A1}"/>
              </a:ext>
            </a:extLst>
          </p:cNvPr>
          <p:cNvSpPr txBox="1"/>
          <p:nvPr/>
        </p:nvSpPr>
        <p:spPr>
          <a:xfrm>
            <a:off x="5913120" y="113792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 </a:t>
            </a:r>
            <a:r>
              <a:rPr lang="en-US" altLang="zh-CN" dirty="0"/>
              <a:t>(</a:t>
            </a:r>
            <a:r>
              <a:rPr lang="zh-CN" altLang="en-US" dirty="0"/>
              <a:t>heterogeneous </a:t>
            </a:r>
            <a:r>
              <a:rPr lang="en-US" altLang="zh-CN" dirty="0"/>
              <a:t>knowledge – </a:t>
            </a:r>
            <a:r>
              <a:rPr lang="zh-CN" altLang="en-US" dirty="0"/>
              <a:t>异质知识</a:t>
            </a:r>
            <a:r>
              <a:rPr lang="en-US" altLang="zh-CN" dirty="0"/>
              <a:t>) 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6B9A370-34BC-F4BA-7807-DC0BF294D269}"/>
              </a:ext>
            </a:extLst>
          </p:cNvPr>
          <p:cNvSpPr txBox="1"/>
          <p:nvPr/>
        </p:nvSpPr>
        <p:spPr>
          <a:xfrm>
            <a:off x="1249680" y="1602601"/>
            <a:ext cx="21945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知识包含啥</a:t>
            </a:r>
            <a:r>
              <a:rPr lang="en-US" altLang="zh-CN" dirty="0"/>
              <a:t>?</a:t>
            </a:r>
          </a:p>
          <a:p>
            <a:r>
              <a:rPr lang="en-US" altLang="zh-CN" dirty="0"/>
              <a:t>        1. </a:t>
            </a:r>
            <a:r>
              <a:rPr lang="zh-CN" altLang="en-US" dirty="0"/>
              <a:t>错误特征</a:t>
            </a:r>
            <a:endParaRPr lang="en-US" altLang="zh-CN" dirty="0"/>
          </a:p>
          <a:p>
            <a:r>
              <a:rPr lang="en-US" altLang="zh-CN" dirty="0"/>
              <a:t>        2. </a:t>
            </a:r>
            <a:r>
              <a:rPr lang="zh-CN" altLang="en-US" dirty="0"/>
              <a:t>应用时刻</a:t>
            </a:r>
            <a:endParaRPr lang="en-US" altLang="zh-CN" dirty="0"/>
          </a:p>
          <a:p>
            <a:r>
              <a:rPr lang="en-US" altLang="zh-CN" dirty="0"/>
              <a:t>        3. </a:t>
            </a:r>
            <a:r>
              <a:rPr lang="zh-CN" altLang="en-US" dirty="0"/>
              <a:t>修复策略</a:t>
            </a:r>
            <a:endParaRPr lang="en-US" altLang="zh-CN" dirty="0"/>
          </a:p>
          <a:p>
            <a:r>
              <a:rPr lang="en-US" altLang="zh-CN" dirty="0"/>
              <a:t>        4. </a:t>
            </a:r>
            <a:r>
              <a:rPr lang="zh-CN" altLang="en-US" dirty="0"/>
              <a:t>代码草图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76609D3C-1E85-2678-C72A-0E04A12CC4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261" y="1602600"/>
            <a:ext cx="6589059" cy="2175471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96BABDB1-425C-B03D-A6AF-FC93901167B1}"/>
              </a:ext>
            </a:extLst>
          </p:cNvPr>
          <p:cNvSpPr txBox="1"/>
          <p:nvPr/>
        </p:nvSpPr>
        <p:spPr>
          <a:xfrm>
            <a:off x="1320800" y="4511040"/>
            <a:ext cx="962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与</a:t>
            </a:r>
            <a:r>
              <a:rPr lang="en-US" altLang="zh-CN" dirty="0"/>
              <a:t>Uni – skill </a:t>
            </a:r>
            <a:r>
              <a:rPr lang="zh-CN" altLang="en-US" dirty="0"/>
              <a:t>不同，他这个技能并不具备泛化作用，更多地是提供错误解决方案。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131971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000"/>
    </mc:Choice>
    <mc:Fallback xmlns="">
      <p:transition advTm="3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6CC92EC-F01F-F6DB-4C97-0B2E54117F8C}"/>
              </a:ext>
            </a:extLst>
          </p:cNvPr>
          <p:cNvSpPr txBox="1"/>
          <p:nvPr/>
        </p:nvSpPr>
        <p:spPr>
          <a:xfrm>
            <a:off x="508000" y="447040"/>
            <a:ext cx="2042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/>
              <a:t>进化搜索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D78B8CE-B0C8-3C4C-B8BC-D1AE31D75429}"/>
              </a:ext>
            </a:extLst>
          </p:cNvPr>
          <p:cNvSpPr txBox="1"/>
          <p:nvPr/>
        </p:nvSpPr>
        <p:spPr>
          <a:xfrm>
            <a:off x="1625600" y="1300480"/>
            <a:ext cx="8341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作用</a:t>
            </a:r>
            <a:r>
              <a:rPr lang="en-US" altLang="zh-CN" dirty="0"/>
              <a:t>: </a:t>
            </a:r>
            <a:r>
              <a:rPr lang="zh-CN" altLang="en-US" dirty="0"/>
              <a:t>多尝试方案 替代 单一方案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AC927D-FF8B-A81C-CA8D-4193B9A06E5E}"/>
              </a:ext>
            </a:extLst>
          </p:cNvPr>
          <p:cNvSpPr txBox="1"/>
          <p:nvPr/>
        </p:nvSpPr>
        <p:spPr>
          <a:xfrm>
            <a:off x="1625600" y="1876921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具体代码</a:t>
            </a:r>
            <a:r>
              <a:rPr lang="en-US" altLang="zh-CN" dirty="0"/>
              <a:t>: </a:t>
            </a: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BC343A9-DACB-10BC-61E2-0F67A7457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600" y="2312293"/>
            <a:ext cx="9184640" cy="3957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821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000"/>
    </mc:Choice>
    <mc:Fallback xmlns="">
      <p:transition advTm="3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6CFBF58-BB3A-1D3A-2805-CEA04D25F122}"/>
              </a:ext>
            </a:extLst>
          </p:cNvPr>
          <p:cNvSpPr txBox="1"/>
          <p:nvPr/>
        </p:nvSpPr>
        <p:spPr>
          <a:xfrm>
            <a:off x="523240" y="396240"/>
            <a:ext cx="1574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/>
              <a:t>局限性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4A26E4D-0C3E-6421-2F30-0A191E2EAB54}"/>
              </a:ext>
            </a:extLst>
          </p:cNvPr>
          <p:cNvSpPr txBox="1"/>
          <p:nvPr/>
        </p:nvSpPr>
        <p:spPr>
          <a:xfrm>
            <a:off x="1310640" y="1361440"/>
            <a:ext cx="9113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dirty="0"/>
              <a:t>无法在真实环境下进行自主学习。</a:t>
            </a:r>
            <a:endParaRPr lang="en-US" altLang="zh-CN" dirty="0"/>
          </a:p>
          <a:p>
            <a:pPr marL="342900" indent="-342900">
              <a:buAutoNum type="arabicPeriod"/>
            </a:pP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方法依赖固定的大语言模型 </a:t>
            </a:r>
            <a:r>
              <a:rPr lang="en-US" altLang="zh-CN" dirty="0"/>
              <a:t>(</a:t>
            </a:r>
            <a:r>
              <a:rPr lang="zh-CN" altLang="en-US" dirty="0"/>
              <a:t>比如拥有</a:t>
            </a:r>
            <a:r>
              <a:rPr lang="en-US" altLang="zh-CN" dirty="0"/>
              <a:t>1M</a:t>
            </a:r>
            <a:r>
              <a:rPr lang="zh-CN" altLang="en-US" dirty="0"/>
              <a:t>上下文窗口的</a:t>
            </a:r>
            <a:r>
              <a:rPr lang="en-US" altLang="zh-CN" dirty="0" err="1"/>
              <a:t>claude</a:t>
            </a:r>
            <a:r>
              <a:rPr lang="en-US" altLang="zh-CN" dirty="0"/>
              <a:t> opus</a:t>
            </a:r>
            <a:r>
              <a:rPr lang="zh-CN" altLang="en-US" dirty="0"/>
              <a:t>模型</a:t>
            </a:r>
            <a:r>
              <a:rPr lang="en-US" altLang="zh-CN" dirty="0"/>
              <a:t>)</a:t>
            </a:r>
            <a:r>
              <a:rPr lang="zh-CN" altLang="en-US" dirty="0"/>
              <a:t>。</a:t>
            </a:r>
            <a:endParaRPr lang="en-US" altLang="zh-CN" dirty="0"/>
          </a:p>
          <a:p>
            <a:pPr marL="342900" indent="-342900">
              <a:buAutoNum type="arabicPeriod"/>
            </a:pP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使用预定义的原语，无法扩展原语。</a:t>
            </a:r>
            <a:endParaRPr lang="en-US" altLang="zh-CN" dirty="0"/>
          </a:p>
          <a:p>
            <a:pPr marL="342900" indent="-342900">
              <a:buAutoNum type="arabicPeriod"/>
            </a:pP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技能库的存储管理。</a:t>
            </a:r>
          </a:p>
        </p:txBody>
      </p:sp>
    </p:spTree>
    <p:extLst>
      <p:ext uri="{BB962C8B-B14F-4D97-AF65-F5344CB8AC3E}">
        <p14:creationId xmlns:p14="http://schemas.microsoft.com/office/powerpoint/2010/main" val="10598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000"/>
    </mc:Choice>
    <mc:Fallback xmlns="">
      <p:transition advTm="3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000"/>
    </mc:Choice>
    <mc:Fallback xmlns="">
      <p:transition advTm="3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ormal&quot;,&quot;Name&quot;:&quot;正常&quot;,&quot;HeaderHeight&quot;:15.0,&quot;FooterHeight&quot;:9.0,&quot;SideMargin&quot;:5.5,&quot;TopMargin&quot;:0.0,&quot;BottomMargin&quot;:0.0,&quot;IntervalMargin&quot;:1.5,&quot;SettingType&quot;:&quot;System&quot;}"/>
  <p:tag name="ISPRING_PRESENTATION_TITLE" val="陕西师范大学毕业答辩PPT模板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35f8ada8-d1d5-484b-a646-0693bbf3215b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3"/>
</p:tagLst>
</file>

<file path=ppt/theme/theme1.xml><?xml version="1.0" encoding="utf-8"?>
<a:theme xmlns:a="http://schemas.openxmlformats.org/drawingml/2006/main" name="Office 主题​​">
  <a:themeElements>
    <a:clrScheme name="民大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D7010E"/>
      </a:accent1>
      <a:accent2>
        <a:srgbClr val="CC4226"/>
      </a:accent2>
      <a:accent3>
        <a:srgbClr val="2B948C"/>
      </a:accent3>
      <a:accent4>
        <a:srgbClr val="3B5DCC"/>
      </a:accent4>
      <a:accent5>
        <a:srgbClr val="FCDE99"/>
      </a:accent5>
      <a:accent6>
        <a:srgbClr val="5C448A"/>
      </a:accent6>
      <a:hlink>
        <a:srgbClr val="0563C1"/>
      </a:hlink>
      <a:folHlink>
        <a:srgbClr val="954F72"/>
      </a:folHlink>
    </a:clrScheme>
    <a:fontScheme name="自定义 2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2102</TotalTime>
  <Words>958</Words>
  <Application>Microsoft Office PowerPoint</Application>
  <PresentationFormat>宽屏</PresentationFormat>
  <Paragraphs>107</Paragraphs>
  <Slides>17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17</vt:i4>
      </vt:variant>
    </vt:vector>
  </HeadingPairs>
  <TitlesOfParts>
    <vt:vector size="27" baseType="lpstr">
      <vt:lpstr>Bebas</vt:lpstr>
      <vt:lpstr>等线</vt:lpstr>
      <vt:lpstr>Arial</vt:lpstr>
      <vt:lpstr>Calibri</vt:lpstr>
      <vt:lpstr>Calibri Light</vt:lpstr>
      <vt:lpstr>Cambria Math</vt:lpstr>
      <vt:lpstr>Times New Roman</vt:lpstr>
      <vt:lpstr>Wingdings</vt:lpstr>
      <vt:lpstr>Office 主题​​</vt:lpstr>
      <vt:lpstr>自定义设计方案</vt:lpstr>
      <vt:lpstr>深圳大学组会汇报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陕西师范大学毕业答辩PPT模板</dc:title>
  <dc:creator>立 陈</dc:creator>
  <cp:lastModifiedBy>violet tom</cp:lastModifiedBy>
  <cp:revision>235</cp:revision>
  <dcterms:created xsi:type="dcterms:W3CDTF">2018-12-17T16:17:00Z</dcterms:created>
  <dcterms:modified xsi:type="dcterms:W3CDTF">2026-07-17T10:05:51Z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2052-11.1.0.8864</vt:lpwstr>
  </property>
</Properties>
</file>
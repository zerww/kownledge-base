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notesMasterIdLst>
    <p:notesMasterId r:id="rId23"/>
  </p:notesMasterIdLst>
  <p:handoutMasterIdLst>
    <p:handoutMasterId r:id="rId24"/>
  </p:handoutMasterIdLst>
  <p:sldIdLst>
    <p:sldId id="275" r:id="rId3"/>
    <p:sldId id="269" r:id="rId4"/>
    <p:sldId id="280" r:id="rId5"/>
    <p:sldId id="316" r:id="rId6"/>
    <p:sldId id="317" r:id="rId7"/>
    <p:sldId id="318" r:id="rId8"/>
    <p:sldId id="319" r:id="rId9"/>
    <p:sldId id="320" r:id="rId10"/>
    <p:sldId id="321" r:id="rId11"/>
    <p:sldId id="322" r:id="rId12"/>
    <p:sldId id="323" r:id="rId13"/>
    <p:sldId id="283" r:id="rId14"/>
    <p:sldId id="311" r:id="rId15"/>
    <p:sldId id="328" r:id="rId16"/>
    <p:sldId id="285" r:id="rId17"/>
    <p:sldId id="324" r:id="rId18"/>
    <p:sldId id="325" r:id="rId19"/>
    <p:sldId id="326" r:id="rId20"/>
    <p:sldId id="327" r:id="rId21"/>
    <p:sldId id="281"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EBFB8AD-B267-41E7-817B-C84B88BADF90}">
          <p14:sldIdLst>
            <p14:sldId id="275"/>
            <p14:sldId id="269"/>
            <p14:sldId id="280"/>
            <p14:sldId id="316"/>
            <p14:sldId id="317"/>
            <p14:sldId id="318"/>
            <p14:sldId id="319"/>
            <p14:sldId id="320"/>
            <p14:sldId id="321"/>
            <p14:sldId id="322"/>
            <p14:sldId id="323"/>
            <p14:sldId id="283"/>
            <p14:sldId id="311"/>
            <p14:sldId id="328"/>
            <p14:sldId id="285"/>
            <p14:sldId id="324"/>
            <p14:sldId id="325"/>
            <p14:sldId id="326"/>
            <p14:sldId id="327"/>
            <p14:sldId id="28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2418"/>
    <a:srgbClr val="780009"/>
    <a:srgbClr val="B4776D"/>
    <a:srgbClr val="BB010E"/>
    <a:srgbClr val="CC3300"/>
    <a:srgbClr val="CC4226"/>
    <a:srgbClr val="651B13"/>
    <a:srgbClr val="352850"/>
    <a:srgbClr val="885F04"/>
    <a:srgbClr val="192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7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5" d="100"/>
          <a:sy n="55" d="100"/>
        </p:scale>
        <p:origin x="181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0F6B53-9E3B-4C54-8733-630783A95104}" type="datetimeFigureOut">
              <a:rPr lang="zh-CN" altLang="en-US" smtClean="0"/>
              <a:t>2026/6/12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1F0B8D-DCD7-4156-A67A-F9E102284B8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01D096-FAED-4D1A-B352-C58DC2C3D816}" type="datetimeFigureOut">
              <a:rPr lang="zh-CN" altLang="en-US" smtClean="0"/>
              <a:t>2026/6/12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AA5F0-770B-410C-90B7-ECBA0CF9027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12</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18AA5F0-770B-410C-90B7-ECBA0CF9027F}" type="slidenum">
              <a:rPr lang="zh-CN" altLang="en-US" smtClean="0"/>
              <a:t>13</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15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封面">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6350" y="-14111"/>
            <a:ext cx="12192000" cy="6858001"/>
          </a:xfrm>
          <a:prstGeom prst="rect">
            <a:avLst/>
          </a:prstGeom>
          <a:gradFill>
            <a:gsLst>
              <a:gs pos="0">
                <a:schemeClr val="bg1">
                  <a:alpha val="90000"/>
                </a:schemeClr>
              </a:gs>
              <a:gs pos="100000">
                <a:schemeClr val="bg1">
                  <a:alpha val="70000"/>
                </a:schemeClr>
              </a:gs>
            </a:gsLst>
            <a:lin ang="540000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lt"/>
            </a:endParaRPr>
          </a:p>
        </p:txBody>
      </p:sp>
      <p:sp>
        <p:nvSpPr>
          <p:cNvPr id="8" name="任意多边形: 形状 7"/>
          <p:cNvSpPr/>
          <p:nvPr/>
        </p:nvSpPr>
        <p:spPr>
          <a:xfrm>
            <a:off x="-2" y="-26143"/>
            <a:ext cx="12192000" cy="3820891"/>
          </a:xfrm>
          <a:custGeom>
            <a:avLst/>
            <a:gdLst>
              <a:gd name="connsiteX0" fmla="*/ 0 w 12192000"/>
              <a:gd name="connsiteY0" fmla="*/ 0 h 3820891"/>
              <a:gd name="connsiteX1" fmla="*/ 12192000 w 12192000"/>
              <a:gd name="connsiteY1" fmla="*/ 0 h 3820891"/>
              <a:gd name="connsiteX2" fmla="*/ 12192000 w 12192000"/>
              <a:gd name="connsiteY2" fmla="*/ 2822842 h 3820891"/>
              <a:gd name="connsiteX3" fmla="*/ 11920340 w 12192000"/>
              <a:gd name="connsiteY3" fmla="*/ 2925857 h 3820891"/>
              <a:gd name="connsiteX4" fmla="*/ 6096000 w 12192000"/>
              <a:gd name="connsiteY4" fmla="*/ 3820891 h 3820891"/>
              <a:gd name="connsiteX5" fmla="*/ 271660 w 12192000"/>
              <a:gd name="connsiteY5" fmla="*/ 2925857 h 3820891"/>
              <a:gd name="connsiteX6" fmla="*/ 0 w 12192000"/>
              <a:gd name="connsiteY6" fmla="*/ 2822842 h 382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20891">
                <a:moveTo>
                  <a:pt x="0" y="0"/>
                </a:moveTo>
                <a:lnTo>
                  <a:pt x="12192000" y="0"/>
                </a:lnTo>
                <a:lnTo>
                  <a:pt x="12192000" y="2822842"/>
                </a:lnTo>
                <a:lnTo>
                  <a:pt x="11920340" y="2925857"/>
                </a:lnTo>
                <a:cubicBezTo>
                  <a:pt x="10382026" y="3481957"/>
                  <a:pt x="8338529" y="3820891"/>
                  <a:pt x="6096000" y="3820891"/>
                </a:cubicBezTo>
                <a:cubicBezTo>
                  <a:pt x="3853472" y="3820891"/>
                  <a:pt x="1809974" y="3481957"/>
                  <a:pt x="271660" y="2925857"/>
                </a:cubicBezTo>
                <a:lnTo>
                  <a:pt x="0" y="2822842"/>
                </a:lnTo>
                <a:close/>
              </a:path>
            </a:pathLst>
          </a:cu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3" name="椭圆 52"/>
          <p:cNvSpPr/>
          <p:nvPr userDrawn="1"/>
        </p:nvSpPr>
        <p:spPr>
          <a:xfrm>
            <a:off x="4825750" y="5851669"/>
            <a:ext cx="220164" cy="22016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4" name="椭圆 53"/>
          <p:cNvSpPr/>
          <p:nvPr userDrawn="1"/>
        </p:nvSpPr>
        <p:spPr>
          <a:xfrm>
            <a:off x="7146086" y="5851669"/>
            <a:ext cx="220164" cy="22016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7" name="文本占位符 56"/>
          <p:cNvSpPr>
            <a:spLocks noGrp="1"/>
          </p:cNvSpPr>
          <p:nvPr>
            <p:ph type="body" sz="quarter" idx="10" hasCustomPrompt="1"/>
          </p:nvPr>
        </p:nvSpPr>
        <p:spPr>
          <a:xfrm>
            <a:off x="5222039" y="5792249"/>
            <a:ext cx="1747925" cy="353120"/>
          </a:xfrm>
          <a:custGeom>
            <a:avLst/>
            <a:gdLst>
              <a:gd name="connsiteX0" fmla="*/ 0 w 1747925"/>
              <a:gd name="connsiteY0" fmla="*/ 176559 h 353120"/>
              <a:gd name="connsiteX1" fmla="*/ 0 w 1747925"/>
              <a:gd name="connsiteY1" fmla="*/ 176560 h 353120"/>
              <a:gd name="connsiteX2" fmla="*/ 0 w 1747925"/>
              <a:gd name="connsiteY2" fmla="*/ 176560 h 353120"/>
              <a:gd name="connsiteX3" fmla="*/ 176560 w 1747925"/>
              <a:gd name="connsiteY3" fmla="*/ 0 h 353120"/>
              <a:gd name="connsiteX4" fmla="*/ 1571365 w 1747925"/>
              <a:gd name="connsiteY4" fmla="*/ 0 h 353120"/>
              <a:gd name="connsiteX5" fmla="*/ 1747925 w 1747925"/>
              <a:gd name="connsiteY5" fmla="*/ 176560 h 353120"/>
              <a:gd name="connsiteX6" fmla="*/ 1747924 w 1747925"/>
              <a:gd name="connsiteY6" fmla="*/ 176560 h 353120"/>
              <a:gd name="connsiteX7" fmla="*/ 1571364 w 1747925"/>
              <a:gd name="connsiteY7" fmla="*/ 353120 h 353120"/>
              <a:gd name="connsiteX8" fmla="*/ 176560 w 1747925"/>
              <a:gd name="connsiteY8" fmla="*/ 353119 h 353120"/>
              <a:gd name="connsiteX9" fmla="*/ 13875 w 1747925"/>
              <a:gd name="connsiteY9" fmla="*/ 245284 h 353120"/>
              <a:gd name="connsiteX10" fmla="*/ 0 w 1747925"/>
              <a:gd name="connsiteY10" fmla="*/ 176560 h 353120"/>
              <a:gd name="connsiteX11" fmla="*/ 13875 w 1747925"/>
              <a:gd name="connsiteY11" fmla="*/ 107835 h 353120"/>
              <a:gd name="connsiteX12" fmla="*/ 176560 w 1747925"/>
              <a:gd name="connsiteY12" fmla="*/ 0 h 35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47925" h="353120">
                <a:moveTo>
                  <a:pt x="0" y="176559"/>
                </a:moveTo>
                <a:lnTo>
                  <a:pt x="0" y="176560"/>
                </a:lnTo>
                <a:lnTo>
                  <a:pt x="0" y="176560"/>
                </a:lnTo>
                <a:close/>
                <a:moveTo>
                  <a:pt x="176560" y="0"/>
                </a:moveTo>
                <a:lnTo>
                  <a:pt x="1571365" y="0"/>
                </a:lnTo>
                <a:cubicBezTo>
                  <a:pt x="1668876" y="0"/>
                  <a:pt x="1747925" y="79049"/>
                  <a:pt x="1747925" y="176560"/>
                </a:cubicBezTo>
                <a:lnTo>
                  <a:pt x="1747924" y="176560"/>
                </a:lnTo>
                <a:cubicBezTo>
                  <a:pt x="1747924" y="274071"/>
                  <a:pt x="1668875" y="353120"/>
                  <a:pt x="1571364" y="353120"/>
                </a:cubicBezTo>
                <a:lnTo>
                  <a:pt x="176560" y="353119"/>
                </a:lnTo>
                <a:cubicBezTo>
                  <a:pt x="103427" y="353119"/>
                  <a:pt x="40679" y="308654"/>
                  <a:pt x="13875" y="245284"/>
                </a:cubicBezTo>
                <a:lnTo>
                  <a:pt x="0" y="176560"/>
                </a:lnTo>
                <a:lnTo>
                  <a:pt x="13875" y="107835"/>
                </a:lnTo>
                <a:cubicBezTo>
                  <a:pt x="40679" y="44465"/>
                  <a:pt x="103427" y="0"/>
                  <a:pt x="176560" y="0"/>
                </a:cubicBezTo>
                <a:close/>
              </a:path>
            </a:pathLst>
          </a:custGeom>
          <a:solidFill>
            <a:srgbClr val="9A2418"/>
          </a:solidFill>
        </p:spPr>
        <p:txBody>
          <a:bodyPr wrap="square" anchor="ctr" anchorCtr="0">
            <a:noAutofit/>
          </a:bodyPr>
          <a:lstStyle>
            <a:lvl1pPr marL="0" indent="0" algn="ctr">
              <a:buFontTx/>
              <a:buNone/>
              <a:defRPr sz="14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海湾同学社</a:t>
            </a:r>
            <a:endParaRPr lang="en-US" altLang="zh-CN" dirty="0"/>
          </a:p>
        </p:txBody>
      </p:sp>
      <p:sp>
        <p:nvSpPr>
          <p:cNvPr id="58" name="文本占位符 13"/>
          <p:cNvSpPr>
            <a:spLocks noGrp="1"/>
          </p:cNvSpPr>
          <p:nvPr>
            <p:ph type="body" sz="quarter" idx="11" hasCustomPrompt="1"/>
          </p:nvPr>
        </p:nvSpPr>
        <p:spPr>
          <a:xfrm>
            <a:off x="4581523" y="5407559"/>
            <a:ext cx="3028952" cy="296271"/>
          </a:xfrm>
        </p:spPr>
        <p:txBody>
          <a:bodyPr vert="horz" anchor="ctr">
            <a:noAutofit/>
          </a:bodyPr>
          <a:lstStyle>
            <a:lvl1pPr marL="0" indent="0" algn="ctr">
              <a:buNone/>
              <a:defRPr sz="14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60" name="标题 59"/>
          <p:cNvSpPr>
            <a:spLocks noGrp="1"/>
          </p:cNvSpPr>
          <p:nvPr>
            <p:ph type="title" hasCustomPrompt="1"/>
          </p:nvPr>
        </p:nvSpPr>
        <p:spPr>
          <a:xfrm>
            <a:off x="660400" y="4167394"/>
            <a:ext cx="10858500" cy="663575"/>
          </a:xfrm>
        </p:spPr>
        <p:txBody>
          <a:bodyPr>
            <a:normAutofit/>
          </a:bodyPr>
          <a:lstStyle>
            <a:lvl1pPr algn="ctr">
              <a:defRPr sz="4000" spc="100" baseline="0">
                <a:solidFill>
                  <a:srgbClr val="9A2418"/>
                </a:solidFill>
              </a:defRPr>
            </a:lvl1pPr>
          </a:lstStyle>
          <a:p>
            <a:r>
              <a:rPr lang="zh-CN" altLang="en-US" dirty="0"/>
              <a:t>深圳大学</a:t>
            </a:r>
            <a:r>
              <a:rPr lang="en-US" altLang="zh-CN" dirty="0"/>
              <a:t>PPT</a:t>
            </a:r>
            <a:r>
              <a:rPr lang="zh-CN" altLang="en-US" dirty="0"/>
              <a:t>模板</a:t>
            </a:r>
          </a:p>
        </p:txBody>
      </p:sp>
      <p:pic>
        <p:nvPicPr>
          <p:cNvPr id="2" name="图片 1"/>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4088581" y="1780434"/>
            <a:ext cx="985883" cy="985883"/>
          </a:xfrm>
          <a:prstGeom prst="rect">
            <a:avLst/>
          </a:prstGeom>
        </p:spPr>
      </p:pic>
      <p:pic>
        <p:nvPicPr>
          <p:cNvPr id="5" name="图片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78599" y="1649925"/>
            <a:ext cx="2883456" cy="1246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章节标题">
    <p:spTree>
      <p:nvGrpSpPr>
        <p:cNvPr id="1" name=""/>
        <p:cNvGrpSpPr/>
        <p:nvPr/>
      </p:nvGrpSpPr>
      <p:grpSpPr>
        <a:xfrm>
          <a:off x="0" y="0"/>
          <a:ext cx="0" cy="0"/>
          <a:chOff x="0" y="0"/>
          <a:chExt cx="0" cy="0"/>
        </a:xfrm>
      </p:grpSpPr>
      <p:sp>
        <p:nvSpPr>
          <p:cNvPr id="56" name="矩形 55"/>
          <p:cNvSpPr/>
          <p:nvPr userDrawn="1"/>
        </p:nvSpPr>
        <p:spPr>
          <a:xfrm>
            <a:off x="0" y="-144000"/>
            <a:ext cx="12192000" cy="6858000"/>
          </a:xfrm>
          <a:prstGeom prst="rect">
            <a:avLst/>
          </a:prstGeom>
          <a:gradFill>
            <a:gsLst>
              <a:gs pos="0">
                <a:schemeClr val="bg1">
                  <a:alpha val="90000"/>
                </a:schemeClr>
              </a:gs>
              <a:gs pos="100000">
                <a:schemeClr val="bg1">
                  <a:alpha val="70000"/>
                </a:schemeClr>
              </a:gs>
            </a:gsLst>
            <a:lin ang="540000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lt"/>
            </a:endParaRPr>
          </a:p>
        </p:txBody>
      </p:sp>
      <p:sp>
        <p:nvSpPr>
          <p:cNvPr id="8" name="矩形 7"/>
          <p:cNvSpPr/>
          <p:nvPr userDrawn="1"/>
        </p:nvSpPr>
        <p:spPr>
          <a:xfrm>
            <a:off x="0" y="6570000"/>
            <a:ext cx="12192000" cy="288000"/>
          </a:xfrm>
          <a:prstGeom prst="rect">
            <a:avLst/>
          </a:pr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形状 59"/>
          <p:cNvSpPr/>
          <p:nvPr userDrawn="1"/>
        </p:nvSpPr>
        <p:spPr>
          <a:xfrm flipH="1">
            <a:off x="0" y="-14288"/>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61" name="直接连接符 60"/>
          <p:cNvCxnSpPr/>
          <p:nvPr userDrawn="1"/>
        </p:nvCxnSpPr>
        <p:spPr>
          <a:xfrm>
            <a:off x="3785505" y="2143125"/>
            <a:ext cx="0" cy="2571750"/>
          </a:xfrm>
          <a:prstGeom prst="line">
            <a:avLst/>
          </a:prstGeom>
          <a:ln>
            <a:solidFill>
              <a:schemeClr val="bg1">
                <a:lumMod val="50000"/>
              </a:schemeClr>
            </a:solidFill>
            <a:prstDash val="dashDot"/>
          </a:ln>
        </p:spPr>
        <p:style>
          <a:lnRef idx="1">
            <a:schemeClr val="accent1"/>
          </a:lnRef>
          <a:fillRef idx="0">
            <a:schemeClr val="accent1"/>
          </a:fillRef>
          <a:effectRef idx="0">
            <a:schemeClr val="accent1"/>
          </a:effectRef>
          <a:fontRef idx="minor">
            <a:schemeClr val="tx1"/>
          </a:fontRef>
        </p:style>
      </p:cxnSp>
      <p:sp>
        <p:nvSpPr>
          <p:cNvPr id="62" name="矩形 61"/>
          <p:cNvSpPr/>
          <p:nvPr userDrawn="1"/>
        </p:nvSpPr>
        <p:spPr>
          <a:xfrm>
            <a:off x="4726574" y="3432579"/>
            <a:ext cx="720000" cy="101600"/>
          </a:xfrm>
          <a:prstGeom prst="rect">
            <a:avLst/>
          </a:pr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726574" y="2143126"/>
            <a:ext cx="6792326" cy="1035858"/>
          </a:xfrm>
        </p:spPr>
        <p:txBody>
          <a:bodyPr anchor="ctr" anchorCtr="0">
            <a:normAutofit/>
          </a:bodyPr>
          <a:lstStyle>
            <a:lvl1pPr>
              <a:defRPr sz="4000" spc="100" baseline="0">
                <a:solidFill>
                  <a:schemeClr val="tx1">
                    <a:lumMod val="75000"/>
                    <a:lumOff val="25000"/>
                  </a:schemeClr>
                </a:solidFill>
              </a:defRPr>
            </a:lvl1pPr>
          </a:lstStyle>
          <a:p>
            <a:r>
              <a:rPr lang="en-US" altLang="zh-CN" dirty="0"/>
              <a:t>Click to edit Master title style</a:t>
            </a:r>
            <a:endParaRPr lang="zh-CN" altLang="en-US" dirty="0"/>
          </a:p>
        </p:txBody>
      </p:sp>
      <p:sp>
        <p:nvSpPr>
          <p:cNvPr id="4" name="文本占位符 3"/>
          <p:cNvSpPr>
            <a:spLocks noGrp="1"/>
          </p:cNvSpPr>
          <p:nvPr>
            <p:ph type="body" sz="quarter" idx="10"/>
          </p:nvPr>
        </p:nvSpPr>
        <p:spPr>
          <a:xfrm>
            <a:off x="4725988" y="3787775"/>
            <a:ext cx="6792912" cy="927100"/>
          </a:xfrm>
        </p:spPr>
        <p:txBody>
          <a:bodyPr lIns="0" anchor="ctr" anchorCtr="0"/>
          <a:lstStyle>
            <a:lvl1pPr marL="0" indent="0">
              <a:buFontTx/>
              <a:buNone/>
              <a:defRPr spc="100" baseline="0">
                <a:solidFill>
                  <a:schemeClr val="bg1">
                    <a:lumMod val="6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Edit Master text styles</a:t>
            </a:r>
          </a:p>
        </p:txBody>
      </p:sp>
      <p:pic>
        <p:nvPicPr>
          <p:cNvPr id="9" name="图片 8"/>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0009062" y="77075"/>
            <a:ext cx="541169" cy="541169"/>
          </a:xfrm>
          <a:prstGeom prst="rect">
            <a:avLst/>
          </a:prstGeom>
        </p:spPr>
      </p:pic>
      <p:pic>
        <p:nvPicPr>
          <p:cNvPr id="10" name="图片 9"/>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28609" y="44968"/>
            <a:ext cx="1399953" cy="6053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章节标题">
    <p:spTree>
      <p:nvGrpSpPr>
        <p:cNvPr id="1" name=""/>
        <p:cNvGrpSpPr/>
        <p:nvPr/>
      </p:nvGrpSpPr>
      <p:grpSpPr>
        <a:xfrm>
          <a:off x="0" y="0"/>
          <a:ext cx="0" cy="0"/>
          <a:chOff x="0" y="0"/>
          <a:chExt cx="0" cy="0"/>
        </a:xfrm>
      </p:grpSpPr>
      <p:sp>
        <p:nvSpPr>
          <p:cNvPr id="56" name="矩形 55"/>
          <p:cNvSpPr/>
          <p:nvPr userDrawn="1"/>
        </p:nvSpPr>
        <p:spPr>
          <a:xfrm>
            <a:off x="0" y="-144000"/>
            <a:ext cx="12192000" cy="6858000"/>
          </a:xfrm>
          <a:prstGeom prst="rect">
            <a:avLst/>
          </a:prstGeom>
          <a:gradFill>
            <a:gsLst>
              <a:gs pos="0">
                <a:schemeClr val="bg1">
                  <a:alpha val="90000"/>
                </a:schemeClr>
              </a:gs>
              <a:gs pos="100000">
                <a:schemeClr val="bg1">
                  <a:alpha val="70000"/>
                </a:schemeClr>
              </a:gs>
            </a:gsLst>
            <a:lin ang="540000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lt"/>
            </a:endParaRPr>
          </a:p>
        </p:txBody>
      </p:sp>
      <p:sp>
        <p:nvSpPr>
          <p:cNvPr id="8" name="矩形 7"/>
          <p:cNvSpPr/>
          <p:nvPr userDrawn="1"/>
        </p:nvSpPr>
        <p:spPr>
          <a:xfrm>
            <a:off x="0" y="6570000"/>
            <a:ext cx="12192000" cy="288000"/>
          </a:xfrm>
          <a:prstGeom prst="rect">
            <a:avLst/>
          </a:pr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形状 59"/>
          <p:cNvSpPr/>
          <p:nvPr userDrawn="1"/>
        </p:nvSpPr>
        <p:spPr>
          <a:xfrm flipH="1">
            <a:off x="0" y="-14288"/>
            <a:ext cx="12192000" cy="723900"/>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5" name="图片 4"/>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0009062" y="77075"/>
            <a:ext cx="541169" cy="541169"/>
          </a:xfrm>
          <a:prstGeom prst="rect">
            <a:avLst/>
          </a:prstGeom>
        </p:spPr>
      </p:pic>
      <p:pic>
        <p:nvPicPr>
          <p:cNvPr id="6" name="图片 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0628609" y="44968"/>
            <a:ext cx="1399953" cy="6053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3" name="矩形 2"/>
          <p:cNvSpPr/>
          <p:nvPr userDrawn="1"/>
        </p:nvSpPr>
        <p:spPr>
          <a:xfrm>
            <a:off x="0" y="96251"/>
            <a:ext cx="12192000" cy="6858000"/>
          </a:xfrm>
          <a:prstGeom prst="rect">
            <a:avLst/>
          </a:prstGeom>
          <a:gradFill>
            <a:gsLst>
              <a:gs pos="0">
                <a:schemeClr val="bg1">
                  <a:alpha val="90000"/>
                </a:schemeClr>
              </a:gs>
              <a:gs pos="100000">
                <a:schemeClr val="bg1">
                  <a:alpha val="70000"/>
                </a:schemeClr>
              </a:gs>
            </a:gsLst>
            <a:lin ang="540000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lt"/>
            </a:endParaRPr>
          </a:p>
        </p:txBody>
      </p:sp>
      <p:sp>
        <p:nvSpPr>
          <p:cNvPr id="4" name="椭圆 3"/>
          <p:cNvSpPr/>
          <p:nvPr userDrawn="1"/>
        </p:nvSpPr>
        <p:spPr>
          <a:xfrm>
            <a:off x="264695" y="121736"/>
            <a:ext cx="613610" cy="613026"/>
          </a:xfrm>
          <a:prstGeom prst="ellipse">
            <a:avLst/>
          </a:pr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p:cNvSpPr>
            <a:spLocks noGrp="1"/>
          </p:cNvSpPr>
          <p:nvPr>
            <p:ph type="title"/>
          </p:nvPr>
        </p:nvSpPr>
        <p:spPr>
          <a:xfrm>
            <a:off x="660400" y="-1"/>
            <a:ext cx="9301747" cy="817564"/>
          </a:xfrm>
        </p:spPr>
        <p:txBody>
          <a:bodyPr/>
          <a:lstStyle>
            <a:lvl1pPr>
              <a:defRPr/>
            </a:lvl1pPr>
          </a:lstStyle>
          <a:p>
            <a:r>
              <a:rPr lang="en-US" altLang="zh-CN" dirty="0"/>
              <a:t>Click to edit Master title style</a:t>
            </a:r>
            <a:endParaRPr lang="zh-CN" altLang="en-US" dirty="0"/>
          </a:p>
        </p:txBody>
      </p:sp>
      <p:sp>
        <p:nvSpPr>
          <p:cNvPr id="9" name="矩形 8"/>
          <p:cNvSpPr/>
          <p:nvPr userDrawn="1"/>
        </p:nvSpPr>
        <p:spPr>
          <a:xfrm>
            <a:off x="0" y="6666252"/>
            <a:ext cx="12192000" cy="288000"/>
          </a:xfrm>
          <a:prstGeom prst="rect">
            <a:avLst/>
          </a:pr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封底尾页">
    <p:spTree>
      <p:nvGrpSpPr>
        <p:cNvPr id="1" name=""/>
        <p:cNvGrpSpPr/>
        <p:nvPr/>
      </p:nvGrpSpPr>
      <p:grpSpPr>
        <a:xfrm>
          <a:off x="0" y="0"/>
          <a:ext cx="0" cy="0"/>
          <a:chOff x="0" y="0"/>
          <a:chExt cx="0" cy="0"/>
        </a:xfrm>
      </p:grpSpPr>
      <p:sp>
        <p:nvSpPr>
          <p:cNvPr id="4" name="矩形 3"/>
          <p:cNvSpPr/>
          <p:nvPr userDrawn="1"/>
        </p:nvSpPr>
        <p:spPr>
          <a:xfrm>
            <a:off x="-10152" y="1137493"/>
            <a:ext cx="12192000" cy="6858000"/>
          </a:xfrm>
          <a:prstGeom prst="rect">
            <a:avLst/>
          </a:prstGeom>
          <a:gradFill>
            <a:gsLst>
              <a:gs pos="0">
                <a:schemeClr val="bg1">
                  <a:alpha val="90000"/>
                </a:schemeClr>
              </a:gs>
              <a:gs pos="100000">
                <a:schemeClr val="bg1">
                  <a:alpha val="70000"/>
                </a:schemeClr>
              </a:gs>
            </a:gsLst>
            <a:lin ang="540000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lt"/>
            </a:endParaRPr>
          </a:p>
        </p:txBody>
      </p:sp>
      <p:sp>
        <p:nvSpPr>
          <p:cNvPr id="6" name="PA-任意多边形 56"/>
          <p:cNvSpPr/>
          <p:nvPr userDrawn="1">
            <p:custDataLst>
              <p:tags r:id="rId1"/>
            </p:custDataLst>
          </p:nvPr>
        </p:nvSpPr>
        <p:spPr>
          <a:xfrm>
            <a:off x="-10152" y="0"/>
            <a:ext cx="12192000" cy="4747499"/>
          </a:xfrm>
          <a:custGeom>
            <a:avLst/>
            <a:gdLst>
              <a:gd name="connsiteX0" fmla="*/ 0 w 12192000"/>
              <a:gd name="connsiteY0" fmla="*/ 0 h 4747499"/>
              <a:gd name="connsiteX1" fmla="*/ 12192000 w 12192000"/>
              <a:gd name="connsiteY1" fmla="*/ 0 h 4747499"/>
              <a:gd name="connsiteX2" fmla="*/ 12192000 w 12192000"/>
              <a:gd name="connsiteY2" fmla="*/ 926608 h 4747499"/>
              <a:gd name="connsiteX3" fmla="*/ 12192000 w 12192000"/>
              <a:gd name="connsiteY3" fmla="*/ 1179983 h 4747499"/>
              <a:gd name="connsiteX4" fmla="*/ 12192000 w 12192000"/>
              <a:gd name="connsiteY4" fmla="*/ 3749450 h 4747499"/>
              <a:gd name="connsiteX5" fmla="*/ 11920340 w 12192000"/>
              <a:gd name="connsiteY5" fmla="*/ 3852465 h 4747499"/>
              <a:gd name="connsiteX6" fmla="*/ 6096000 w 12192000"/>
              <a:gd name="connsiteY6" fmla="*/ 4747499 h 4747499"/>
              <a:gd name="connsiteX7" fmla="*/ 271660 w 12192000"/>
              <a:gd name="connsiteY7" fmla="*/ 3852465 h 4747499"/>
              <a:gd name="connsiteX8" fmla="*/ 0 w 12192000"/>
              <a:gd name="connsiteY8" fmla="*/ 3749450 h 4747499"/>
              <a:gd name="connsiteX9" fmla="*/ 0 w 12192000"/>
              <a:gd name="connsiteY9" fmla="*/ 1179983 h 4747499"/>
              <a:gd name="connsiteX10" fmla="*/ 0 w 12192000"/>
              <a:gd name="connsiteY10" fmla="*/ 926608 h 474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747499">
                <a:moveTo>
                  <a:pt x="0" y="0"/>
                </a:moveTo>
                <a:lnTo>
                  <a:pt x="12192000" y="0"/>
                </a:lnTo>
                <a:lnTo>
                  <a:pt x="12192000" y="926608"/>
                </a:lnTo>
                <a:lnTo>
                  <a:pt x="12192000" y="1179983"/>
                </a:lnTo>
                <a:lnTo>
                  <a:pt x="12192000" y="3749450"/>
                </a:lnTo>
                <a:lnTo>
                  <a:pt x="11920340" y="3852465"/>
                </a:lnTo>
                <a:cubicBezTo>
                  <a:pt x="10382026" y="4408565"/>
                  <a:pt x="8338529" y="4747499"/>
                  <a:pt x="6096000" y="4747499"/>
                </a:cubicBezTo>
                <a:cubicBezTo>
                  <a:pt x="3853472" y="4747499"/>
                  <a:pt x="1809974" y="4408565"/>
                  <a:pt x="271660" y="3852465"/>
                </a:cubicBezTo>
                <a:lnTo>
                  <a:pt x="0" y="3749450"/>
                </a:lnTo>
                <a:lnTo>
                  <a:pt x="0" y="1179983"/>
                </a:lnTo>
                <a:lnTo>
                  <a:pt x="0" y="926608"/>
                </a:lnTo>
                <a:close/>
              </a:path>
            </a:pathLst>
          </a:cu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PA-文本框 55"/>
          <p:cNvSpPr txBox="1"/>
          <p:nvPr userDrawn="1">
            <p:custDataLst>
              <p:tags r:id="rId2"/>
            </p:custDataLst>
          </p:nvPr>
        </p:nvSpPr>
        <p:spPr>
          <a:xfrm>
            <a:off x="2234590" y="1982981"/>
            <a:ext cx="7722821" cy="1016280"/>
          </a:xfrm>
          <a:custGeom>
            <a:avLst/>
            <a:gdLst/>
            <a:ahLst/>
            <a:cxnLst/>
            <a:rect l="l" t="t" r="r" b="b"/>
            <a:pathLst>
              <a:path w="7722821" h="1016280">
                <a:moveTo>
                  <a:pt x="6328591" y="239823"/>
                </a:moveTo>
                <a:lnTo>
                  <a:pt x="6273187" y="630821"/>
                </a:lnTo>
                <a:lnTo>
                  <a:pt x="6383997" y="630821"/>
                </a:lnTo>
                <a:close/>
                <a:moveTo>
                  <a:pt x="1537517" y="239823"/>
                </a:moveTo>
                <a:lnTo>
                  <a:pt x="1482112" y="630821"/>
                </a:lnTo>
                <a:lnTo>
                  <a:pt x="1592922" y="630821"/>
                </a:lnTo>
                <a:close/>
                <a:moveTo>
                  <a:pt x="5426443" y="165422"/>
                </a:moveTo>
                <a:lnTo>
                  <a:pt x="5426443" y="482812"/>
                </a:lnTo>
                <a:lnTo>
                  <a:pt x="5516673" y="482812"/>
                </a:lnTo>
                <a:cubicBezTo>
                  <a:pt x="5540418" y="482812"/>
                  <a:pt x="5560602" y="474369"/>
                  <a:pt x="5577223" y="457484"/>
                </a:cubicBezTo>
                <a:cubicBezTo>
                  <a:pt x="5593844" y="440599"/>
                  <a:pt x="5602155" y="420284"/>
                  <a:pt x="5602155" y="396539"/>
                </a:cubicBezTo>
                <a:lnTo>
                  <a:pt x="5602155" y="251695"/>
                </a:lnTo>
                <a:cubicBezTo>
                  <a:pt x="5602155" y="194180"/>
                  <a:pt x="5573661" y="165422"/>
                  <a:pt x="5516673" y="165422"/>
                </a:cubicBezTo>
                <a:close/>
                <a:moveTo>
                  <a:pt x="4861850" y="148801"/>
                </a:moveTo>
                <a:cubicBezTo>
                  <a:pt x="4838105" y="148801"/>
                  <a:pt x="4817790" y="157112"/>
                  <a:pt x="4800905" y="173733"/>
                </a:cubicBezTo>
                <a:cubicBezTo>
                  <a:pt x="4784020" y="190354"/>
                  <a:pt x="4775577" y="210538"/>
                  <a:pt x="4775577" y="234282"/>
                </a:cubicBezTo>
                <a:lnTo>
                  <a:pt x="4775577" y="777248"/>
                </a:lnTo>
                <a:cubicBezTo>
                  <a:pt x="4775577" y="800993"/>
                  <a:pt x="4784020" y="821176"/>
                  <a:pt x="4800905" y="837797"/>
                </a:cubicBezTo>
                <a:cubicBezTo>
                  <a:pt x="4817790" y="854419"/>
                  <a:pt x="4838105" y="862730"/>
                  <a:pt x="4861850" y="862730"/>
                </a:cubicBezTo>
                <a:cubicBezTo>
                  <a:pt x="4885595" y="862730"/>
                  <a:pt x="4905778" y="854419"/>
                  <a:pt x="4922399" y="837797"/>
                </a:cubicBezTo>
                <a:cubicBezTo>
                  <a:pt x="4939021" y="821176"/>
                  <a:pt x="4947331" y="800993"/>
                  <a:pt x="4947331" y="777248"/>
                </a:cubicBezTo>
                <a:lnTo>
                  <a:pt x="4947331" y="234282"/>
                </a:lnTo>
                <a:cubicBezTo>
                  <a:pt x="4947331" y="210538"/>
                  <a:pt x="4939021" y="190354"/>
                  <a:pt x="4922399" y="173733"/>
                </a:cubicBezTo>
                <a:cubicBezTo>
                  <a:pt x="4905778" y="157112"/>
                  <a:pt x="4885595" y="148801"/>
                  <a:pt x="4861850" y="148801"/>
                </a:cubicBezTo>
                <a:close/>
                <a:moveTo>
                  <a:pt x="7315201" y="12664"/>
                </a:moveTo>
                <a:lnTo>
                  <a:pt x="7464793" y="12664"/>
                </a:lnTo>
                <a:lnTo>
                  <a:pt x="7464793" y="855606"/>
                </a:lnTo>
                <a:lnTo>
                  <a:pt x="7722821" y="855606"/>
                </a:lnTo>
                <a:lnTo>
                  <a:pt x="7722821" y="1004407"/>
                </a:lnTo>
                <a:lnTo>
                  <a:pt x="7315201" y="1004407"/>
                </a:lnTo>
                <a:close/>
                <a:moveTo>
                  <a:pt x="6762750" y="12664"/>
                </a:moveTo>
                <a:lnTo>
                  <a:pt x="6912343" y="12664"/>
                </a:lnTo>
                <a:lnTo>
                  <a:pt x="6912343" y="855606"/>
                </a:lnTo>
                <a:lnTo>
                  <a:pt x="7170371" y="855606"/>
                </a:lnTo>
                <a:lnTo>
                  <a:pt x="7170371" y="1004407"/>
                </a:lnTo>
                <a:lnTo>
                  <a:pt x="6762750" y="1004407"/>
                </a:lnTo>
                <a:close/>
                <a:moveTo>
                  <a:pt x="6226501" y="12664"/>
                </a:moveTo>
                <a:lnTo>
                  <a:pt x="6432277" y="12664"/>
                </a:lnTo>
                <a:lnTo>
                  <a:pt x="6598479" y="1004407"/>
                </a:lnTo>
                <a:lnTo>
                  <a:pt x="6441194" y="1004407"/>
                </a:lnTo>
                <a:lnTo>
                  <a:pt x="6406195" y="776457"/>
                </a:lnTo>
                <a:lnTo>
                  <a:pt x="6250011" y="776457"/>
                </a:lnTo>
                <a:lnTo>
                  <a:pt x="6213665" y="1004407"/>
                </a:lnTo>
                <a:lnTo>
                  <a:pt x="6057901" y="1004407"/>
                </a:lnTo>
                <a:close/>
                <a:moveTo>
                  <a:pt x="5276850" y="12664"/>
                </a:moveTo>
                <a:lnTo>
                  <a:pt x="5512716" y="12664"/>
                </a:lnTo>
                <a:cubicBezTo>
                  <a:pt x="5596087" y="12664"/>
                  <a:pt x="5657296" y="35617"/>
                  <a:pt x="5696343" y="81524"/>
                </a:cubicBezTo>
                <a:cubicBezTo>
                  <a:pt x="5730641" y="121626"/>
                  <a:pt x="5747790" y="177559"/>
                  <a:pt x="5747790" y="249321"/>
                </a:cubicBezTo>
                <a:lnTo>
                  <a:pt x="5747790" y="393373"/>
                </a:lnTo>
                <a:cubicBezTo>
                  <a:pt x="5747790" y="463552"/>
                  <a:pt x="5721143" y="522914"/>
                  <a:pt x="5667849" y="571459"/>
                </a:cubicBezTo>
                <a:lnTo>
                  <a:pt x="5778646" y="1004407"/>
                </a:lnTo>
                <a:lnTo>
                  <a:pt x="5616872" y="1004407"/>
                </a:lnTo>
                <a:lnTo>
                  <a:pt x="5526171" y="630821"/>
                </a:lnTo>
                <a:cubicBezTo>
                  <a:pt x="5521950" y="630821"/>
                  <a:pt x="5517465" y="630821"/>
                  <a:pt x="5512716" y="630821"/>
                </a:cubicBezTo>
                <a:lnTo>
                  <a:pt x="5426443" y="630821"/>
                </a:lnTo>
                <a:lnTo>
                  <a:pt x="5426443" y="1004407"/>
                </a:lnTo>
                <a:lnTo>
                  <a:pt x="5276850" y="1004407"/>
                </a:lnTo>
                <a:close/>
                <a:moveTo>
                  <a:pt x="1435426" y="12664"/>
                </a:moveTo>
                <a:lnTo>
                  <a:pt x="1641203" y="12664"/>
                </a:lnTo>
                <a:lnTo>
                  <a:pt x="1807405" y="1004407"/>
                </a:lnTo>
                <a:lnTo>
                  <a:pt x="1650119" y="1004407"/>
                </a:lnTo>
                <a:lnTo>
                  <a:pt x="1615120" y="776457"/>
                </a:lnTo>
                <a:lnTo>
                  <a:pt x="1458936" y="776457"/>
                </a:lnTo>
                <a:lnTo>
                  <a:pt x="1422589" y="1004407"/>
                </a:lnTo>
                <a:lnTo>
                  <a:pt x="1266826" y="1004407"/>
                </a:lnTo>
                <a:close/>
                <a:moveTo>
                  <a:pt x="628650" y="12664"/>
                </a:moveTo>
                <a:lnTo>
                  <a:pt x="778243" y="12664"/>
                </a:lnTo>
                <a:lnTo>
                  <a:pt x="778243" y="433739"/>
                </a:lnTo>
                <a:lnTo>
                  <a:pt x="958704" y="433739"/>
                </a:lnTo>
                <a:lnTo>
                  <a:pt x="958704" y="12664"/>
                </a:lnTo>
                <a:lnTo>
                  <a:pt x="1108297" y="12664"/>
                </a:lnTo>
                <a:lnTo>
                  <a:pt x="1108297" y="1004407"/>
                </a:lnTo>
                <a:lnTo>
                  <a:pt x="958704" y="1004407"/>
                </a:lnTo>
                <a:lnTo>
                  <a:pt x="958704" y="584123"/>
                </a:lnTo>
                <a:lnTo>
                  <a:pt x="778243" y="584123"/>
                </a:lnTo>
                <a:lnTo>
                  <a:pt x="778243" y="1004407"/>
                </a:lnTo>
                <a:lnTo>
                  <a:pt x="628650" y="1004407"/>
                </a:lnTo>
                <a:close/>
                <a:moveTo>
                  <a:pt x="0" y="12664"/>
                </a:moveTo>
                <a:lnTo>
                  <a:pt x="466983" y="12664"/>
                </a:lnTo>
                <a:lnTo>
                  <a:pt x="466983" y="163048"/>
                </a:lnTo>
                <a:lnTo>
                  <a:pt x="308684" y="163048"/>
                </a:lnTo>
                <a:lnTo>
                  <a:pt x="308684" y="1004407"/>
                </a:lnTo>
                <a:lnTo>
                  <a:pt x="159091" y="1004407"/>
                </a:lnTo>
                <a:lnTo>
                  <a:pt x="159091" y="163048"/>
                </a:lnTo>
                <a:lnTo>
                  <a:pt x="0" y="163048"/>
                </a:lnTo>
                <a:close/>
                <a:moveTo>
                  <a:pt x="4057651" y="11872"/>
                </a:moveTo>
                <a:lnTo>
                  <a:pt x="4483475" y="11872"/>
                </a:lnTo>
                <a:lnTo>
                  <a:pt x="4483475" y="162256"/>
                </a:lnTo>
                <a:lnTo>
                  <a:pt x="4207243" y="162256"/>
                </a:lnTo>
                <a:lnTo>
                  <a:pt x="4207243" y="432948"/>
                </a:lnTo>
                <a:lnTo>
                  <a:pt x="4409074" y="432948"/>
                </a:lnTo>
                <a:lnTo>
                  <a:pt x="4409074" y="583332"/>
                </a:lnTo>
                <a:lnTo>
                  <a:pt x="4207243" y="583332"/>
                </a:lnTo>
                <a:lnTo>
                  <a:pt x="4207243" y="1004407"/>
                </a:lnTo>
                <a:lnTo>
                  <a:pt x="4057651" y="1004407"/>
                </a:lnTo>
                <a:close/>
                <a:moveTo>
                  <a:pt x="2657476" y="11872"/>
                </a:moveTo>
                <a:lnTo>
                  <a:pt x="2807068" y="11872"/>
                </a:lnTo>
                <a:lnTo>
                  <a:pt x="2807068" y="365671"/>
                </a:lnTo>
                <a:lnTo>
                  <a:pt x="2989903" y="11872"/>
                </a:lnTo>
                <a:lnTo>
                  <a:pt x="3149390" y="11872"/>
                </a:lnTo>
                <a:lnTo>
                  <a:pt x="2944627" y="416710"/>
                </a:lnTo>
                <a:lnTo>
                  <a:pt x="3184747" y="1004407"/>
                </a:lnTo>
                <a:lnTo>
                  <a:pt x="3008899" y="1004407"/>
                </a:lnTo>
                <a:lnTo>
                  <a:pt x="2851837" y="601437"/>
                </a:lnTo>
                <a:lnTo>
                  <a:pt x="2807068" y="689788"/>
                </a:lnTo>
                <a:lnTo>
                  <a:pt x="2807068" y="1004407"/>
                </a:lnTo>
                <a:lnTo>
                  <a:pt x="2657476" y="1004407"/>
                </a:lnTo>
                <a:close/>
                <a:moveTo>
                  <a:pt x="1971676" y="11872"/>
                </a:moveTo>
                <a:lnTo>
                  <a:pt x="2139621" y="11872"/>
                </a:lnTo>
                <a:lnTo>
                  <a:pt x="2338138" y="678917"/>
                </a:lnTo>
                <a:lnTo>
                  <a:pt x="2338138" y="11872"/>
                </a:lnTo>
                <a:lnTo>
                  <a:pt x="2487730" y="11872"/>
                </a:lnTo>
                <a:lnTo>
                  <a:pt x="2487730" y="1004407"/>
                </a:lnTo>
                <a:lnTo>
                  <a:pt x="2327057" y="1004407"/>
                </a:lnTo>
                <a:lnTo>
                  <a:pt x="2121268" y="368837"/>
                </a:lnTo>
                <a:lnTo>
                  <a:pt x="2121268" y="1004407"/>
                </a:lnTo>
                <a:lnTo>
                  <a:pt x="1971676" y="1004407"/>
                </a:lnTo>
                <a:close/>
                <a:moveTo>
                  <a:pt x="4865807" y="0"/>
                </a:moveTo>
                <a:cubicBezTo>
                  <a:pt x="4931765" y="0"/>
                  <a:pt x="4987830" y="23217"/>
                  <a:pt x="5034000" y="69651"/>
                </a:cubicBezTo>
                <a:cubicBezTo>
                  <a:pt x="5080171" y="116086"/>
                  <a:pt x="5103256" y="172018"/>
                  <a:pt x="5103256" y="237448"/>
                </a:cubicBezTo>
                <a:lnTo>
                  <a:pt x="5103256" y="778831"/>
                </a:lnTo>
                <a:cubicBezTo>
                  <a:pt x="5103256" y="844789"/>
                  <a:pt x="5080039" y="900853"/>
                  <a:pt x="5033605" y="947024"/>
                </a:cubicBezTo>
                <a:cubicBezTo>
                  <a:pt x="4987170" y="993194"/>
                  <a:pt x="4931238" y="1016280"/>
                  <a:pt x="4865807" y="1016280"/>
                </a:cubicBezTo>
                <a:cubicBezTo>
                  <a:pt x="4799850" y="1016280"/>
                  <a:pt x="4743917" y="993062"/>
                  <a:pt x="4698011" y="946628"/>
                </a:cubicBezTo>
                <a:cubicBezTo>
                  <a:pt x="4652104" y="900194"/>
                  <a:pt x="4629151" y="844261"/>
                  <a:pt x="4629151" y="778831"/>
                </a:cubicBezTo>
                <a:lnTo>
                  <a:pt x="4629151" y="237448"/>
                </a:lnTo>
                <a:cubicBezTo>
                  <a:pt x="4629151" y="171491"/>
                  <a:pt x="4652368" y="115426"/>
                  <a:pt x="4698802" y="69256"/>
                </a:cubicBezTo>
                <a:cubicBezTo>
                  <a:pt x="4745237" y="23085"/>
                  <a:pt x="4800905" y="0"/>
                  <a:pt x="4865807" y="0"/>
                </a:cubicBezTo>
                <a:close/>
                <a:moveTo>
                  <a:pt x="3513230" y="0"/>
                </a:moveTo>
                <a:cubicBezTo>
                  <a:pt x="3566525" y="0"/>
                  <a:pt x="3612167" y="11872"/>
                  <a:pt x="3650159" y="35617"/>
                </a:cubicBezTo>
                <a:cubicBezTo>
                  <a:pt x="3679708" y="54085"/>
                  <a:pt x="3703585" y="79941"/>
                  <a:pt x="3721790" y="113184"/>
                </a:cubicBezTo>
                <a:cubicBezTo>
                  <a:pt x="3739994" y="146427"/>
                  <a:pt x="3750943" y="184682"/>
                  <a:pt x="3754636" y="227951"/>
                </a:cubicBezTo>
                <a:lnTo>
                  <a:pt x="3611376" y="254070"/>
                </a:lnTo>
                <a:cubicBezTo>
                  <a:pt x="3607154" y="213440"/>
                  <a:pt x="3595546" y="181780"/>
                  <a:pt x="3576550" y="159090"/>
                </a:cubicBezTo>
                <a:cubicBezTo>
                  <a:pt x="3562831" y="142733"/>
                  <a:pt x="3543043" y="134554"/>
                  <a:pt x="3517188" y="134554"/>
                </a:cubicBezTo>
                <a:cubicBezTo>
                  <a:pt x="3489750" y="134554"/>
                  <a:pt x="3468907" y="146690"/>
                  <a:pt x="3454660" y="170963"/>
                </a:cubicBezTo>
                <a:cubicBezTo>
                  <a:pt x="3443051" y="190486"/>
                  <a:pt x="3437247" y="214759"/>
                  <a:pt x="3437247" y="243780"/>
                </a:cubicBezTo>
                <a:cubicBezTo>
                  <a:pt x="3437247" y="289159"/>
                  <a:pt x="3456771" y="335330"/>
                  <a:pt x="3495818" y="382292"/>
                </a:cubicBezTo>
                <a:cubicBezTo>
                  <a:pt x="3510592" y="400233"/>
                  <a:pt x="3532754" y="421339"/>
                  <a:pt x="3562303" y="445612"/>
                </a:cubicBezTo>
                <a:cubicBezTo>
                  <a:pt x="3597129" y="474633"/>
                  <a:pt x="3620082" y="494948"/>
                  <a:pt x="3631163" y="506557"/>
                </a:cubicBezTo>
                <a:cubicBezTo>
                  <a:pt x="3668099" y="543493"/>
                  <a:pt x="3696593" y="579902"/>
                  <a:pt x="3716645" y="615783"/>
                </a:cubicBezTo>
                <a:cubicBezTo>
                  <a:pt x="3726143" y="632668"/>
                  <a:pt x="3733794" y="648234"/>
                  <a:pt x="3739598" y="662481"/>
                </a:cubicBezTo>
                <a:cubicBezTo>
                  <a:pt x="3753845" y="697835"/>
                  <a:pt x="3761232" y="729495"/>
                  <a:pt x="3761760" y="757461"/>
                </a:cubicBezTo>
                <a:cubicBezTo>
                  <a:pt x="3762815" y="826585"/>
                  <a:pt x="3744874" y="885683"/>
                  <a:pt x="3707938" y="934756"/>
                </a:cubicBezTo>
                <a:cubicBezTo>
                  <a:pt x="3683665" y="967998"/>
                  <a:pt x="3649367" y="991479"/>
                  <a:pt x="3605044" y="1005199"/>
                </a:cubicBezTo>
                <a:cubicBezTo>
                  <a:pt x="3581299" y="1012586"/>
                  <a:pt x="3553597" y="1016280"/>
                  <a:pt x="3521937" y="1016280"/>
                </a:cubicBezTo>
                <a:cubicBezTo>
                  <a:pt x="3463367" y="1016280"/>
                  <a:pt x="3414821" y="1001769"/>
                  <a:pt x="3376302" y="972747"/>
                </a:cubicBezTo>
                <a:cubicBezTo>
                  <a:pt x="3344115" y="949003"/>
                  <a:pt x="3318655" y="916683"/>
                  <a:pt x="3299923" y="875789"/>
                </a:cubicBezTo>
                <a:cubicBezTo>
                  <a:pt x="3281191" y="834895"/>
                  <a:pt x="3270241" y="788065"/>
                  <a:pt x="3267076" y="735299"/>
                </a:cubicBezTo>
                <a:lnTo>
                  <a:pt x="3409545" y="725009"/>
                </a:lnTo>
                <a:cubicBezTo>
                  <a:pt x="3415877" y="782822"/>
                  <a:pt x="3431179" y="824721"/>
                  <a:pt x="3455452" y="850709"/>
                </a:cubicBezTo>
                <a:cubicBezTo>
                  <a:pt x="3473392" y="870331"/>
                  <a:pt x="3493971" y="879615"/>
                  <a:pt x="3517188" y="878559"/>
                </a:cubicBezTo>
                <a:cubicBezTo>
                  <a:pt x="3549903" y="877504"/>
                  <a:pt x="3576023" y="861394"/>
                  <a:pt x="3595546" y="830229"/>
                </a:cubicBezTo>
                <a:cubicBezTo>
                  <a:pt x="3605571" y="814918"/>
                  <a:pt x="3610584" y="793004"/>
                  <a:pt x="3610584" y="764485"/>
                </a:cubicBezTo>
                <a:cubicBezTo>
                  <a:pt x="3610584" y="723286"/>
                  <a:pt x="3591852" y="682355"/>
                  <a:pt x="3554388" y="641692"/>
                </a:cubicBezTo>
                <a:cubicBezTo>
                  <a:pt x="3524839" y="613701"/>
                  <a:pt x="3480516" y="571715"/>
                  <a:pt x="3421417" y="515733"/>
                </a:cubicBezTo>
                <a:cubicBezTo>
                  <a:pt x="3371817" y="467666"/>
                  <a:pt x="3336727" y="424621"/>
                  <a:pt x="3316148" y="386596"/>
                </a:cubicBezTo>
                <a:cubicBezTo>
                  <a:pt x="3293987" y="343814"/>
                  <a:pt x="3282905" y="297338"/>
                  <a:pt x="3282905" y="247169"/>
                </a:cubicBezTo>
                <a:cubicBezTo>
                  <a:pt x="3282905" y="156856"/>
                  <a:pt x="3313246" y="88462"/>
                  <a:pt x="3373927" y="41986"/>
                </a:cubicBezTo>
                <a:cubicBezTo>
                  <a:pt x="3411392" y="13995"/>
                  <a:pt x="3457826" y="0"/>
                  <a:pt x="351323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solidFill>
                <a:schemeClr val="bg1"/>
              </a:solidFill>
              <a:latin typeface="Bebas" pitchFamily="2" charset="0"/>
            </a:endParaRPr>
          </a:p>
        </p:txBody>
      </p:sp>
      <p:sp>
        <p:nvSpPr>
          <p:cNvPr id="56" name="椭圆 55"/>
          <p:cNvSpPr/>
          <p:nvPr userDrawn="1"/>
        </p:nvSpPr>
        <p:spPr>
          <a:xfrm>
            <a:off x="4825750" y="3795516"/>
            <a:ext cx="220164" cy="2201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7" name="椭圆 56"/>
          <p:cNvSpPr/>
          <p:nvPr userDrawn="1"/>
        </p:nvSpPr>
        <p:spPr>
          <a:xfrm>
            <a:off x="7146086" y="3795516"/>
            <a:ext cx="220164" cy="2201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8" name="文本占位符 57"/>
          <p:cNvSpPr>
            <a:spLocks noGrp="1"/>
          </p:cNvSpPr>
          <p:nvPr>
            <p:ph type="body" sz="quarter" idx="10" hasCustomPrompt="1"/>
          </p:nvPr>
        </p:nvSpPr>
        <p:spPr>
          <a:xfrm>
            <a:off x="5222039" y="3736096"/>
            <a:ext cx="1747925" cy="353120"/>
          </a:xfrm>
          <a:custGeom>
            <a:avLst/>
            <a:gdLst>
              <a:gd name="connsiteX0" fmla="*/ 0 w 1747925"/>
              <a:gd name="connsiteY0" fmla="*/ 176559 h 353120"/>
              <a:gd name="connsiteX1" fmla="*/ 0 w 1747925"/>
              <a:gd name="connsiteY1" fmla="*/ 176560 h 353120"/>
              <a:gd name="connsiteX2" fmla="*/ 0 w 1747925"/>
              <a:gd name="connsiteY2" fmla="*/ 176560 h 353120"/>
              <a:gd name="connsiteX3" fmla="*/ 176560 w 1747925"/>
              <a:gd name="connsiteY3" fmla="*/ 0 h 353120"/>
              <a:gd name="connsiteX4" fmla="*/ 1571365 w 1747925"/>
              <a:gd name="connsiteY4" fmla="*/ 0 h 353120"/>
              <a:gd name="connsiteX5" fmla="*/ 1747925 w 1747925"/>
              <a:gd name="connsiteY5" fmla="*/ 176560 h 353120"/>
              <a:gd name="connsiteX6" fmla="*/ 1747924 w 1747925"/>
              <a:gd name="connsiteY6" fmla="*/ 176560 h 353120"/>
              <a:gd name="connsiteX7" fmla="*/ 1571364 w 1747925"/>
              <a:gd name="connsiteY7" fmla="*/ 353120 h 353120"/>
              <a:gd name="connsiteX8" fmla="*/ 176560 w 1747925"/>
              <a:gd name="connsiteY8" fmla="*/ 353119 h 353120"/>
              <a:gd name="connsiteX9" fmla="*/ 13875 w 1747925"/>
              <a:gd name="connsiteY9" fmla="*/ 245284 h 353120"/>
              <a:gd name="connsiteX10" fmla="*/ 0 w 1747925"/>
              <a:gd name="connsiteY10" fmla="*/ 176560 h 353120"/>
              <a:gd name="connsiteX11" fmla="*/ 13875 w 1747925"/>
              <a:gd name="connsiteY11" fmla="*/ 107835 h 353120"/>
              <a:gd name="connsiteX12" fmla="*/ 176560 w 1747925"/>
              <a:gd name="connsiteY12" fmla="*/ 0 h 35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47925" h="353120">
                <a:moveTo>
                  <a:pt x="0" y="176559"/>
                </a:moveTo>
                <a:lnTo>
                  <a:pt x="0" y="176560"/>
                </a:lnTo>
                <a:lnTo>
                  <a:pt x="0" y="176560"/>
                </a:lnTo>
                <a:close/>
                <a:moveTo>
                  <a:pt x="176560" y="0"/>
                </a:moveTo>
                <a:lnTo>
                  <a:pt x="1571365" y="0"/>
                </a:lnTo>
                <a:cubicBezTo>
                  <a:pt x="1668876" y="0"/>
                  <a:pt x="1747925" y="79049"/>
                  <a:pt x="1747925" y="176560"/>
                </a:cubicBezTo>
                <a:lnTo>
                  <a:pt x="1747924" y="176560"/>
                </a:lnTo>
                <a:cubicBezTo>
                  <a:pt x="1747924" y="274071"/>
                  <a:pt x="1668875" y="353120"/>
                  <a:pt x="1571364" y="353120"/>
                </a:cubicBezTo>
                <a:lnTo>
                  <a:pt x="176560" y="353119"/>
                </a:lnTo>
                <a:cubicBezTo>
                  <a:pt x="103427" y="353119"/>
                  <a:pt x="40679" y="308654"/>
                  <a:pt x="13875" y="245284"/>
                </a:cubicBezTo>
                <a:lnTo>
                  <a:pt x="0" y="176560"/>
                </a:lnTo>
                <a:lnTo>
                  <a:pt x="13875" y="107835"/>
                </a:lnTo>
                <a:cubicBezTo>
                  <a:pt x="40679" y="44465"/>
                  <a:pt x="103427" y="0"/>
                  <a:pt x="176560" y="0"/>
                </a:cubicBezTo>
                <a:close/>
              </a:path>
            </a:pathLst>
          </a:custGeom>
          <a:solidFill>
            <a:schemeClr val="bg1">
              <a:lumMod val="95000"/>
            </a:schemeClr>
          </a:solidFill>
        </p:spPr>
        <p:txBody>
          <a:bodyPr wrap="square" anchor="ctr" anchorCtr="0">
            <a:noAutofit/>
          </a:bodyPr>
          <a:lstStyle>
            <a:lvl1pPr marL="0" indent="0" algn="ctr">
              <a:buFontTx/>
              <a:buNone/>
              <a:defRPr sz="1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千库网</a:t>
            </a:r>
            <a:endParaRPr lang="en-US" altLang="zh-CN" dirty="0"/>
          </a:p>
        </p:txBody>
      </p:sp>
      <p:sp>
        <p:nvSpPr>
          <p:cNvPr id="59" name="文本占位符 13"/>
          <p:cNvSpPr>
            <a:spLocks noGrp="1"/>
          </p:cNvSpPr>
          <p:nvPr>
            <p:ph type="body" sz="quarter" idx="11" hasCustomPrompt="1"/>
          </p:nvPr>
        </p:nvSpPr>
        <p:spPr>
          <a:xfrm>
            <a:off x="4581523" y="4270222"/>
            <a:ext cx="3028952" cy="296271"/>
          </a:xfrm>
        </p:spPr>
        <p:txBody>
          <a:bodyPr vert="horz" anchor="ctr">
            <a:noAutofit/>
          </a:bodyPr>
          <a:lstStyle>
            <a:lvl1pPr marL="0" indent="0" algn="ctr">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2" name="标题 1"/>
          <p:cNvSpPr>
            <a:spLocks noGrp="1"/>
          </p:cNvSpPr>
          <p:nvPr>
            <p:ph type="title"/>
          </p:nvPr>
        </p:nvSpPr>
        <p:spPr>
          <a:xfrm>
            <a:off x="660400" y="5286641"/>
            <a:ext cx="10858500" cy="541635"/>
          </a:xfrm>
        </p:spPr>
        <p:txBody>
          <a:bodyPr>
            <a:normAutofit/>
          </a:bodyPr>
          <a:lstStyle>
            <a:lvl1pPr algn="ctr">
              <a:defRPr sz="3200" spc="100" baseline="0">
                <a:solidFill>
                  <a:schemeClr val="tx1">
                    <a:lumMod val="75000"/>
                    <a:lumOff val="25000"/>
                  </a:schemeClr>
                </a:solidFill>
              </a:defRPr>
            </a:lvl1pPr>
          </a:lstStyle>
          <a:p>
            <a:r>
              <a:rPr lang="en-US" altLang="zh-CN" dirty="0"/>
              <a:t>Click to edit Master title style</a:t>
            </a:r>
            <a:endParaRPr lang="zh-CN" altLang="en-US" dirty="0"/>
          </a:p>
        </p:txBody>
      </p:sp>
      <p:sp>
        <p:nvSpPr>
          <p:cNvPr id="61" name="副标题 2"/>
          <p:cNvSpPr>
            <a:spLocks noGrp="1"/>
          </p:cNvSpPr>
          <p:nvPr>
            <p:ph type="subTitle" idx="1"/>
          </p:nvPr>
        </p:nvSpPr>
        <p:spPr>
          <a:xfrm>
            <a:off x="666750" y="5840173"/>
            <a:ext cx="10845800" cy="296271"/>
          </a:xfrm>
        </p:spPr>
        <p:txBody>
          <a:bodyPr anchor="t">
            <a:noAutofit/>
          </a:bodyPr>
          <a:lstStyle>
            <a:lvl1pPr marL="0" indent="0" algn="ctr">
              <a:buNone/>
              <a:defRPr sz="1600">
                <a:solidFill>
                  <a:schemeClr val="bg1">
                    <a:lumMod val="6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19769" y="1080300"/>
            <a:ext cx="8952832" cy="817564"/>
          </a:xfrm>
        </p:spPr>
        <p:txBody>
          <a:bodyPr/>
          <a:lstStyle>
            <a:lvl1pPr>
              <a:defRPr/>
            </a:lvl1pPr>
          </a:lstStyle>
          <a:p>
            <a:r>
              <a:rPr lang="en-US" altLang="zh-CN" dirty="0"/>
              <a:t>Click to edit Master title style</a:t>
            </a:r>
            <a:endParaRPr lang="zh-CN" altLang="en-US" dirty="0"/>
          </a:p>
        </p:txBody>
      </p:sp>
      <p:sp>
        <p:nvSpPr>
          <p:cNvPr id="3" name="日期占位符 2"/>
          <p:cNvSpPr>
            <a:spLocks noGrp="1"/>
          </p:cNvSpPr>
          <p:nvPr>
            <p:ph type="dt" sz="half" idx="10"/>
          </p:nvPr>
        </p:nvSpPr>
        <p:spPr/>
        <p:txBody>
          <a:bodyPr/>
          <a:lstStyle/>
          <a:p>
            <a:r>
              <a:rPr lang="zh-CN" altLang="en-US"/>
              <a:t>美美与共 知行合一</a:t>
            </a:r>
            <a:endParaRPr lang="zh-CN" altLang="en-US" dirty="0"/>
          </a:p>
        </p:txBody>
      </p:sp>
      <p:sp>
        <p:nvSpPr>
          <p:cNvPr id="4" name="灯片编号占位符 3"/>
          <p:cNvSpPr>
            <a:spLocks noGrp="1"/>
          </p:cNvSpPr>
          <p:nvPr>
            <p:ph type="sldNum" sz="quarter" idx="11"/>
          </p:nvPr>
        </p:nvSpPr>
        <p:spPr/>
        <p:txBody>
          <a:bodyPr/>
          <a:lstStyle/>
          <a:p>
            <a:r>
              <a:rPr lang="en-US" altLang="zh-CN"/>
              <a:t>Minzu University of China</a:t>
            </a:r>
            <a:endParaRPr lang="en-US" altLang="zh-CN" dirty="0"/>
          </a:p>
        </p:txBody>
      </p:sp>
      <p:grpSp>
        <p:nvGrpSpPr>
          <p:cNvPr id="10" name="组合 9"/>
          <p:cNvGrpSpPr/>
          <p:nvPr userDrawn="1"/>
        </p:nvGrpSpPr>
        <p:grpSpPr>
          <a:xfrm>
            <a:off x="9705827" y="793500"/>
            <a:ext cx="2073088" cy="502928"/>
            <a:chOff x="6914501" y="1215189"/>
            <a:chExt cx="2073088" cy="502928"/>
          </a:xfrm>
        </p:grpSpPr>
        <p:pic>
          <p:nvPicPr>
            <p:cNvPr id="8" name="图片 7"/>
            <p:cNvPicPr>
              <a:picLocks noChangeAspect="1"/>
            </p:cNvPicPr>
            <p:nvPr userDrawn="1"/>
          </p:nvPicPr>
          <p:blipFill rotWithShape="1">
            <a:blip r:embed="rId2" cstate="email">
              <a:extLst>
                <a:ext uri="{28A0092B-C50C-407E-A947-70E740481C1C}">
                  <a14:useLocalDpi xmlns:a14="http://schemas.microsoft.com/office/drawing/2010/main" val="0"/>
                </a:ext>
              </a:extLst>
            </a:blip>
            <a:srcRect l="29510" t="19473" r="6021" b="25790"/>
            <a:stretch>
              <a:fillRect/>
            </a:stretch>
          </p:blipFill>
          <p:spPr>
            <a:xfrm>
              <a:off x="7567863" y="1263317"/>
              <a:ext cx="1419726" cy="429220"/>
            </a:xfrm>
            <a:prstGeom prst="rect">
              <a:avLst/>
            </a:prstGeom>
          </p:spPr>
        </p:pic>
        <p:pic>
          <p:nvPicPr>
            <p:cNvPr id="9" name="图片 8"/>
            <p:cNvPicPr>
              <a:picLocks noChangeAspect="1"/>
            </p:cNvPicPr>
            <p:nvPr userDrawn="1"/>
          </p:nvPicPr>
          <p:blipFill rotWithShape="1">
            <a:blip r:embed="rId3" cstate="email">
              <a:extLst>
                <a:ext uri="{28A0092B-C50C-407E-A947-70E740481C1C}">
                  <a14:useLocalDpi xmlns:a14="http://schemas.microsoft.com/office/drawing/2010/main" val="0"/>
                </a:ext>
              </a:extLst>
            </a:blip>
            <a:srcRect l="12067" t="2490" r="10550" b="2490"/>
            <a:stretch>
              <a:fillRect/>
            </a:stretch>
          </p:blipFill>
          <p:spPr>
            <a:xfrm>
              <a:off x="6914501" y="1215189"/>
              <a:ext cx="511963" cy="502928"/>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1"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1"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609599" y="6356352"/>
            <a:ext cx="2844800" cy="365125"/>
          </a:xfrm>
          <a:prstGeom prst="rect">
            <a:avLst/>
          </a:prstGeom>
        </p:spPr>
        <p:txBody>
          <a:bodyPr/>
          <a:lstStyle/>
          <a:p>
            <a:fld id="{735682A8-D6B6-4FDA-A495-4D437BAFBB60}" type="datetimeFigureOut">
              <a:rPr lang="zh-CN" altLang="en-US" smtClean="0"/>
              <a:t>2026/6/12</a:t>
            </a:fld>
            <a:endParaRPr lang="zh-CN" altLang="en-US"/>
          </a:p>
        </p:txBody>
      </p:sp>
      <p:sp>
        <p:nvSpPr>
          <p:cNvPr id="5" name="页脚占位符 4"/>
          <p:cNvSpPr>
            <a:spLocks noGrp="1"/>
          </p:cNvSpPr>
          <p:nvPr>
            <p:ph type="ftr" sz="quarter" idx="11"/>
          </p:nvPr>
        </p:nvSpPr>
        <p:spPr>
          <a:xfrm>
            <a:off x="4165601"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1" y="6356352"/>
            <a:ext cx="2844800" cy="365125"/>
          </a:xfrm>
          <a:prstGeom prst="rect">
            <a:avLst/>
          </a:prstGeom>
        </p:spPr>
        <p:txBody>
          <a:bodyPr/>
          <a:lstStyle/>
          <a:p>
            <a:fld id="{0ABDD927-E55F-4D12-BD2D-8ABE6C91271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7CF0210-9EFB-4FBE-AADD-CE66351048B3}"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CF7B77-6BC6-455A-A34F-DE8DB852454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pic>
        <p:nvPicPr>
          <p:cNvPr id="7" name="图片 6" descr="图片包含 树, 天空, 户外, 道路&#10;&#10;自动生成的说明"/>
          <p:cNvPicPr>
            <a:picLocks noChangeAspect="1"/>
          </p:cNvPicPr>
          <p:nvPr userDrawn="1"/>
        </p:nvPicPr>
        <p:blipFill rotWithShape="1">
          <a:blip r:embed="rId10" cstate="screen">
            <a:alphaModFix amt="20000"/>
          </a:blip>
          <a:srcRect/>
          <a:stretch>
            <a:fillRect/>
          </a:stretch>
        </p:blipFill>
        <p:spPr>
          <a:xfrm>
            <a:off x="0" y="-1"/>
            <a:ext cx="12192000" cy="6858001"/>
          </a:xfrm>
          <a:prstGeom prst="rect">
            <a:avLst/>
          </a:prstGeom>
        </p:spPr>
      </p:pic>
      <p:sp>
        <p:nvSpPr>
          <p:cNvPr id="8" name="矩形 7"/>
          <p:cNvSpPr/>
          <p:nvPr userDrawn="1"/>
        </p:nvSpPr>
        <p:spPr>
          <a:xfrm>
            <a:off x="0" y="-1"/>
            <a:ext cx="12192000" cy="6858000"/>
          </a:xfrm>
          <a:prstGeom prst="rect">
            <a:avLst/>
          </a:prstGeom>
          <a:gradFill>
            <a:gsLst>
              <a:gs pos="0">
                <a:schemeClr val="bg1">
                  <a:alpha val="90000"/>
                </a:schemeClr>
              </a:gs>
              <a:gs pos="100000">
                <a:schemeClr val="bg1">
                  <a:alpha val="70000"/>
                </a:schemeClr>
              </a:gs>
            </a:gsLst>
            <a:lin ang="540000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lt"/>
            </a:endParaRPr>
          </a:p>
        </p:txBody>
      </p:sp>
      <p:sp>
        <p:nvSpPr>
          <p:cNvPr id="3" name="文本占位符 2"/>
          <p:cNvSpPr>
            <a:spLocks noGrp="1"/>
          </p:cNvSpPr>
          <p:nvPr>
            <p:ph type="body" idx="1"/>
          </p:nvPr>
        </p:nvSpPr>
        <p:spPr>
          <a:xfrm>
            <a:off x="660400" y="1130300"/>
            <a:ext cx="10858500" cy="5003801"/>
          </a:xfrm>
          <a:prstGeom prst="rect">
            <a:avLst/>
          </a:prstGeom>
        </p:spPr>
        <p:txBody>
          <a:bodyPr vert="horz" lIns="91440" tIns="45720" rIns="91440" bIns="45720" rtlCol="0">
            <a:normAutofit/>
          </a:bodyPr>
          <a:lstStyle/>
          <a:p>
            <a:pPr lvl="0"/>
            <a:r>
              <a:rPr lang="en-US" altLang="zh-CN" dirty="0"/>
              <a:t>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9" name="矩形 8"/>
          <p:cNvSpPr/>
          <p:nvPr userDrawn="1"/>
        </p:nvSpPr>
        <p:spPr>
          <a:xfrm>
            <a:off x="0" y="6570000"/>
            <a:ext cx="12192000" cy="288000"/>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userDrawn="1"/>
        </p:nvCxnSpPr>
        <p:spPr>
          <a:xfrm>
            <a:off x="660400" y="817563"/>
            <a:ext cx="108585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1" name="35f8ada8-d1d5-484b-a646-0693bbf3215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9"/>
            </p:custDataLst>
          </p:nvPr>
        </p:nvGrpSpPr>
        <p:grpSpPr>
          <a:xfrm>
            <a:off x="10054544" y="286022"/>
            <a:ext cx="1464356" cy="442149"/>
            <a:chOff x="3126770" y="2552633"/>
            <a:chExt cx="5689224" cy="1717810"/>
          </a:xfrm>
          <a:solidFill>
            <a:schemeClr val="accent1"/>
          </a:solidFill>
        </p:grpSpPr>
        <p:sp>
          <p:nvSpPr>
            <p:cNvPr id="12" name="íṣlîḍé"/>
            <p:cNvSpPr/>
            <p:nvPr/>
          </p:nvSpPr>
          <p:spPr bwMode="auto">
            <a:xfrm>
              <a:off x="3126770" y="2552633"/>
              <a:ext cx="1713720" cy="1717810"/>
            </a:xfrm>
            <a:custGeom>
              <a:avLst/>
              <a:gdLst>
                <a:gd name="T0" fmla="*/ 266 w 531"/>
                <a:gd name="T1" fmla="*/ 0 h 531"/>
                <a:gd name="T2" fmla="*/ 266 w 531"/>
                <a:gd name="T3" fmla="*/ 0 h 531"/>
                <a:gd name="T4" fmla="*/ 266 w 531"/>
                <a:gd name="T5" fmla="*/ 0 h 531"/>
                <a:gd name="T6" fmla="*/ 454 w 531"/>
                <a:gd name="T7" fmla="*/ 78 h 531"/>
                <a:gd name="T8" fmla="*/ 531 w 531"/>
                <a:gd name="T9" fmla="*/ 265 h 531"/>
                <a:gd name="T10" fmla="*/ 531 w 531"/>
                <a:gd name="T11" fmla="*/ 265 h 531"/>
                <a:gd name="T12" fmla="*/ 531 w 531"/>
                <a:gd name="T13" fmla="*/ 265 h 531"/>
                <a:gd name="T14" fmla="*/ 531 w 531"/>
                <a:gd name="T15" fmla="*/ 265 h 531"/>
                <a:gd name="T16" fmla="*/ 531 w 531"/>
                <a:gd name="T17" fmla="*/ 265 h 531"/>
                <a:gd name="T18" fmla="*/ 454 w 531"/>
                <a:gd name="T19" fmla="*/ 453 h 531"/>
                <a:gd name="T20" fmla="*/ 266 w 531"/>
                <a:gd name="T21" fmla="*/ 531 h 531"/>
                <a:gd name="T22" fmla="*/ 266 w 531"/>
                <a:gd name="T23" fmla="*/ 531 h 531"/>
                <a:gd name="T24" fmla="*/ 266 w 531"/>
                <a:gd name="T25" fmla="*/ 531 h 531"/>
                <a:gd name="T26" fmla="*/ 266 w 531"/>
                <a:gd name="T27" fmla="*/ 531 h 531"/>
                <a:gd name="T28" fmla="*/ 266 w 531"/>
                <a:gd name="T29" fmla="*/ 531 h 531"/>
                <a:gd name="T30" fmla="*/ 78 w 531"/>
                <a:gd name="T31" fmla="*/ 453 h 531"/>
                <a:gd name="T32" fmla="*/ 0 w 531"/>
                <a:gd name="T33" fmla="*/ 265 h 531"/>
                <a:gd name="T34" fmla="*/ 0 w 531"/>
                <a:gd name="T35" fmla="*/ 265 h 531"/>
                <a:gd name="T36" fmla="*/ 0 w 531"/>
                <a:gd name="T37" fmla="*/ 265 h 531"/>
                <a:gd name="T38" fmla="*/ 0 w 531"/>
                <a:gd name="T39" fmla="*/ 265 h 531"/>
                <a:gd name="T40" fmla="*/ 0 w 531"/>
                <a:gd name="T41" fmla="*/ 265 h 531"/>
                <a:gd name="T42" fmla="*/ 78 w 531"/>
                <a:gd name="T43" fmla="*/ 78 h 531"/>
                <a:gd name="T44" fmla="*/ 266 w 531"/>
                <a:gd name="T45" fmla="*/ 0 h 531"/>
                <a:gd name="T46" fmla="*/ 266 w 531"/>
                <a:gd name="T47" fmla="*/ 0 h 531"/>
                <a:gd name="T48" fmla="*/ 266 w 531"/>
                <a:gd name="T49" fmla="*/ 0 h 531"/>
                <a:gd name="T50" fmla="*/ 266 w 531"/>
                <a:gd name="T51" fmla="*/ 6 h 531"/>
                <a:gd name="T52" fmla="*/ 266 w 531"/>
                <a:gd name="T53" fmla="*/ 6 h 531"/>
                <a:gd name="T54" fmla="*/ 266 w 531"/>
                <a:gd name="T55" fmla="*/ 6 h 531"/>
                <a:gd name="T56" fmla="*/ 266 w 531"/>
                <a:gd name="T57" fmla="*/ 6 h 531"/>
                <a:gd name="T58" fmla="*/ 266 w 531"/>
                <a:gd name="T59" fmla="*/ 6 h 531"/>
                <a:gd name="T60" fmla="*/ 82 w 531"/>
                <a:gd name="T61" fmla="*/ 82 h 531"/>
                <a:gd name="T62" fmla="*/ 6 w 531"/>
                <a:gd name="T63" fmla="*/ 265 h 531"/>
                <a:gd name="T64" fmla="*/ 6 w 531"/>
                <a:gd name="T65" fmla="*/ 265 h 531"/>
                <a:gd name="T66" fmla="*/ 6 w 531"/>
                <a:gd name="T67" fmla="*/ 265 h 531"/>
                <a:gd name="T68" fmla="*/ 6 w 531"/>
                <a:gd name="T69" fmla="*/ 265 h 531"/>
                <a:gd name="T70" fmla="*/ 6 w 531"/>
                <a:gd name="T71" fmla="*/ 265 h 531"/>
                <a:gd name="T72" fmla="*/ 82 w 531"/>
                <a:gd name="T73" fmla="*/ 449 h 531"/>
                <a:gd name="T74" fmla="*/ 266 w 531"/>
                <a:gd name="T75" fmla="*/ 525 h 531"/>
                <a:gd name="T76" fmla="*/ 266 w 531"/>
                <a:gd name="T77" fmla="*/ 525 h 531"/>
                <a:gd name="T78" fmla="*/ 266 w 531"/>
                <a:gd name="T79" fmla="*/ 525 h 531"/>
                <a:gd name="T80" fmla="*/ 266 w 531"/>
                <a:gd name="T81" fmla="*/ 525 h 531"/>
                <a:gd name="T82" fmla="*/ 266 w 531"/>
                <a:gd name="T83" fmla="*/ 525 h 531"/>
                <a:gd name="T84" fmla="*/ 449 w 531"/>
                <a:gd name="T85" fmla="*/ 449 h 531"/>
                <a:gd name="T86" fmla="*/ 525 w 531"/>
                <a:gd name="T87" fmla="*/ 265 h 531"/>
                <a:gd name="T88" fmla="*/ 525 w 531"/>
                <a:gd name="T89" fmla="*/ 265 h 531"/>
                <a:gd name="T90" fmla="*/ 525 w 531"/>
                <a:gd name="T91" fmla="*/ 265 h 531"/>
                <a:gd name="T92" fmla="*/ 525 w 531"/>
                <a:gd name="T93" fmla="*/ 265 h 531"/>
                <a:gd name="T94" fmla="*/ 525 w 531"/>
                <a:gd name="T95" fmla="*/ 265 h 531"/>
                <a:gd name="T96" fmla="*/ 449 w 531"/>
                <a:gd name="T97" fmla="*/ 82 h 531"/>
                <a:gd name="T98" fmla="*/ 266 w 531"/>
                <a:gd name="T99" fmla="*/ 6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31" h="531">
                  <a:moveTo>
                    <a:pt x="266" y="0"/>
                  </a:moveTo>
                  <a:cubicBezTo>
                    <a:pt x="266" y="0"/>
                    <a:pt x="266" y="0"/>
                    <a:pt x="266" y="0"/>
                  </a:cubicBezTo>
                  <a:cubicBezTo>
                    <a:pt x="266" y="0"/>
                    <a:pt x="266" y="0"/>
                    <a:pt x="266" y="0"/>
                  </a:cubicBezTo>
                  <a:cubicBezTo>
                    <a:pt x="339" y="0"/>
                    <a:pt x="405" y="30"/>
                    <a:pt x="454" y="78"/>
                  </a:cubicBezTo>
                  <a:cubicBezTo>
                    <a:pt x="502" y="126"/>
                    <a:pt x="531" y="192"/>
                    <a:pt x="531" y="265"/>
                  </a:cubicBezTo>
                  <a:cubicBezTo>
                    <a:pt x="531" y="265"/>
                    <a:pt x="531" y="265"/>
                    <a:pt x="531" y="265"/>
                  </a:cubicBezTo>
                  <a:cubicBezTo>
                    <a:pt x="531" y="265"/>
                    <a:pt x="531" y="265"/>
                    <a:pt x="531" y="265"/>
                  </a:cubicBezTo>
                  <a:cubicBezTo>
                    <a:pt x="531" y="265"/>
                    <a:pt x="531" y="265"/>
                    <a:pt x="531" y="265"/>
                  </a:cubicBezTo>
                  <a:cubicBezTo>
                    <a:pt x="531" y="265"/>
                    <a:pt x="531" y="265"/>
                    <a:pt x="531" y="265"/>
                  </a:cubicBezTo>
                  <a:cubicBezTo>
                    <a:pt x="531" y="339"/>
                    <a:pt x="502" y="405"/>
                    <a:pt x="454" y="453"/>
                  </a:cubicBezTo>
                  <a:cubicBezTo>
                    <a:pt x="405" y="501"/>
                    <a:pt x="339" y="531"/>
                    <a:pt x="266" y="531"/>
                  </a:cubicBezTo>
                  <a:cubicBezTo>
                    <a:pt x="266" y="531"/>
                    <a:pt x="266" y="531"/>
                    <a:pt x="266" y="531"/>
                  </a:cubicBezTo>
                  <a:cubicBezTo>
                    <a:pt x="266" y="531"/>
                    <a:pt x="266" y="531"/>
                    <a:pt x="266" y="531"/>
                  </a:cubicBezTo>
                  <a:cubicBezTo>
                    <a:pt x="266" y="531"/>
                    <a:pt x="266" y="531"/>
                    <a:pt x="266" y="531"/>
                  </a:cubicBezTo>
                  <a:cubicBezTo>
                    <a:pt x="266" y="531"/>
                    <a:pt x="266" y="531"/>
                    <a:pt x="266" y="531"/>
                  </a:cubicBezTo>
                  <a:cubicBezTo>
                    <a:pt x="193" y="531"/>
                    <a:pt x="126" y="501"/>
                    <a:pt x="78" y="453"/>
                  </a:cubicBezTo>
                  <a:cubicBezTo>
                    <a:pt x="30" y="405"/>
                    <a:pt x="0" y="339"/>
                    <a:pt x="0" y="265"/>
                  </a:cubicBezTo>
                  <a:cubicBezTo>
                    <a:pt x="0" y="265"/>
                    <a:pt x="0" y="265"/>
                    <a:pt x="0" y="265"/>
                  </a:cubicBezTo>
                  <a:cubicBezTo>
                    <a:pt x="0" y="265"/>
                    <a:pt x="0" y="265"/>
                    <a:pt x="0" y="265"/>
                  </a:cubicBezTo>
                  <a:cubicBezTo>
                    <a:pt x="0" y="265"/>
                    <a:pt x="0" y="265"/>
                    <a:pt x="0" y="265"/>
                  </a:cubicBezTo>
                  <a:cubicBezTo>
                    <a:pt x="0" y="265"/>
                    <a:pt x="0" y="265"/>
                    <a:pt x="0" y="265"/>
                  </a:cubicBezTo>
                  <a:cubicBezTo>
                    <a:pt x="0" y="192"/>
                    <a:pt x="30" y="126"/>
                    <a:pt x="78" y="78"/>
                  </a:cubicBezTo>
                  <a:cubicBezTo>
                    <a:pt x="126" y="30"/>
                    <a:pt x="193" y="0"/>
                    <a:pt x="266" y="0"/>
                  </a:cubicBezTo>
                  <a:cubicBezTo>
                    <a:pt x="266" y="0"/>
                    <a:pt x="266" y="0"/>
                    <a:pt x="266" y="0"/>
                  </a:cubicBezTo>
                  <a:cubicBezTo>
                    <a:pt x="266" y="0"/>
                    <a:pt x="266" y="0"/>
                    <a:pt x="266" y="0"/>
                  </a:cubicBezTo>
                  <a:close/>
                  <a:moveTo>
                    <a:pt x="266" y="6"/>
                  </a:moveTo>
                  <a:cubicBezTo>
                    <a:pt x="266" y="6"/>
                    <a:pt x="266" y="6"/>
                    <a:pt x="266" y="6"/>
                  </a:cubicBezTo>
                  <a:cubicBezTo>
                    <a:pt x="266" y="6"/>
                    <a:pt x="266" y="6"/>
                    <a:pt x="266" y="6"/>
                  </a:cubicBezTo>
                  <a:cubicBezTo>
                    <a:pt x="266" y="6"/>
                    <a:pt x="266" y="6"/>
                    <a:pt x="266" y="6"/>
                  </a:cubicBezTo>
                  <a:cubicBezTo>
                    <a:pt x="266" y="6"/>
                    <a:pt x="266" y="6"/>
                    <a:pt x="266" y="6"/>
                  </a:cubicBezTo>
                  <a:cubicBezTo>
                    <a:pt x="194" y="6"/>
                    <a:pt x="129" y="35"/>
                    <a:pt x="82" y="82"/>
                  </a:cubicBezTo>
                  <a:cubicBezTo>
                    <a:pt x="35" y="129"/>
                    <a:pt x="6" y="194"/>
                    <a:pt x="6" y="265"/>
                  </a:cubicBezTo>
                  <a:cubicBezTo>
                    <a:pt x="6" y="265"/>
                    <a:pt x="6" y="265"/>
                    <a:pt x="6" y="265"/>
                  </a:cubicBezTo>
                  <a:cubicBezTo>
                    <a:pt x="6" y="265"/>
                    <a:pt x="6" y="265"/>
                    <a:pt x="6" y="265"/>
                  </a:cubicBezTo>
                  <a:cubicBezTo>
                    <a:pt x="6" y="265"/>
                    <a:pt x="6" y="265"/>
                    <a:pt x="6" y="265"/>
                  </a:cubicBezTo>
                  <a:cubicBezTo>
                    <a:pt x="6" y="265"/>
                    <a:pt x="6" y="265"/>
                    <a:pt x="6" y="265"/>
                  </a:cubicBezTo>
                  <a:cubicBezTo>
                    <a:pt x="6" y="337"/>
                    <a:pt x="35" y="402"/>
                    <a:pt x="82" y="449"/>
                  </a:cubicBezTo>
                  <a:cubicBezTo>
                    <a:pt x="129" y="496"/>
                    <a:pt x="194" y="525"/>
                    <a:pt x="266" y="525"/>
                  </a:cubicBezTo>
                  <a:cubicBezTo>
                    <a:pt x="266" y="525"/>
                    <a:pt x="266" y="525"/>
                    <a:pt x="266" y="525"/>
                  </a:cubicBezTo>
                  <a:cubicBezTo>
                    <a:pt x="266" y="525"/>
                    <a:pt x="266" y="525"/>
                    <a:pt x="266" y="525"/>
                  </a:cubicBezTo>
                  <a:cubicBezTo>
                    <a:pt x="266" y="525"/>
                    <a:pt x="266" y="525"/>
                    <a:pt x="266" y="525"/>
                  </a:cubicBezTo>
                  <a:cubicBezTo>
                    <a:pt x="266" y="525"/>
                    <a:pt x="266" y="525"/>
                    <a:pt x="266" y="525"/>
                  </a:cubicBezTo>
                  <a:cubicBezTo>
                    <a:pt x="337" y="525"/>
                    <a:pt x="402" y="496"/>
                    <a:pt x="449" y="449"/>
                  </a:cubicBezTo>
                  <a:cubicBezTo>
                    <a:pt x="496" y="402"/>
                    <a:pt x="525" y="337"/>
                    <a:pt x="525" y="265"/>
                  </a:cubicBezTo>
                  <a:cubicBezTo>
                    <a:pt x="525" y="265"/>
                    <a:pt x="525" y="265"/>
                    <a:pt x="525" y="265"/>
                  </a:cubicBezTo>
                  <a:cubicBezTo>
                    <a:pt x="525" y="265"/>
                    <a:pt x="525" y="265"/>
                    <a:pt x="525" y="265"/>
                  </a:cubicBezTo>
                  <a:cubicBezTo>
                    <a:pt x="525" y="265"/>
                    <a:pt x="525" y="265"/>
                    <a:pt x="525" y="265"/>
                  </a:cubicBezTo>
                  <a:cubicBezTo>
                    <a:pt x="525" y="265"/>
                    <a:pt x="525" y="265"/>
                    <a:pt x="525" y="265"/>
                  </a:cubicBezTo>
                  <a:cubicBezTo>
                    <a:pt x="525" y="194"/>
                    <a:pt x="496" y="129"/>
                    <a:pt x="449" y="82"/>
                  </a:cubicBezTo>
                  <a:cubicBezTo>
                    <a:pt x="402" y="35"/>
                    <a:pt x="337" y="6"/>
                    <a:pt x="26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 name="îṧlïḑe"/>
            <p:cNvSpPr/>
            <p:nvPr/>
          </p:nvSpPr>
          <p:spPr bwMode="auto">
            <a:xfrm>
              <a:off x="3346268" y="2769404"/>
              <a:ext cx="1277451" cy="1281541"/>
            </a:xfrm>
            <a:custGeom>
              <a:avLst/>
              <a:gdLst>
                <a:gd name="T0" fmla="*/ 198 w 396"/>
                <a:gd name="T1" fmla="*/ 0 h 396"/>
                <a:gd name="T2" fmla="*/ 198 w 396"/>
                <a:gd name="T3" fmla="*/ 0 h 396"/>
                <a:gd name="T4" fmla="*/ 198 w 396"/>
                <a:gd name="T5" fmla="*/ 0 h 396"/>
                <a:gd name="T6" fmla="*/ 338 w 396"/>
                <a:gd name="T7" fmla="*/ 58 h 396"/>
                <a:gd name="T8" fmla="*/ 396 w 396"/>
                <a:gd name="T9" fmla="*/ 198 h 396"/>
                <a:gd name="T10" fmla="*/ 396 w 396"/>
                <a:gd name="T11" fmla="*/ 198 h 396"/>
                <a:gd name="T12" fmla="*/ 396 w 396"/>
                <a:gd name="T13" fmla="*/ 198 h 396"/>
                <a:gd name="T14" fmla="*/ 396 w 396"/>
                <a:gd name="T15" fmla="*/ 198 h 396"/>
                <a:gd name="T16" fmla="*/ 396 w 396"/>
                <a:gd name="T17" fmla="*/ 198 h 396"/>
                <a:gd name="T18" fmla="*/ 338 w 396"/>
                <a:gd name="T19" fmla="*/ 338 h 396"/>
                <a:gd name="T20" fmla="*/ 198 w 396"/>
                <a:gd name="T21" fmla="*/ 396 h 396"/>
                <a:gd name="T22" fmla="*/ 198 w 396"/>
                <a:gd name="T23" fmla="*/ 396 h 396"/>
                <a:gd name="T24" fmla="*/ 198 w 396"/>
                <a:gd name="T25" fmla="*/ 396 h 396"/>
                <a:gd name="T26" fmla="*/ 198 w 396"/>
                <a:gd name="T27" fmla="*/ 396 h 396"/>
                <a:gd name="T28" fmla="*/ 198 w 396"/>
                <a:gd name="T29" fmla="*/ 396 h 396"/>
                <a:gd name="T30" fmla="*/ 58 w 396"/>
                <a:gd name="T31" fmla="*/ 338 h 396"/>
                <a:gd name="T32" fmla="*/ 0 w 396"/>
                <a:gd name="T33" fmla="*/ 198 h 396"/>
                <a:gd name="T34" fmla="*/ 0 w 396"/>
                <a:gd name="T35" fmla="*/ 198 h 396"/>
                <a:gd name="T36" fmla="*/ 0 w 396"/>
                <a:gd name="T37" fmla="*/ 198 h 396"/>
                <a:gd name="T38" fmla="*/ 0 w 396"/>
                <a:gd name="T39" fmla="*/ 198 h 396"/>
                <a:gd name="T40" fmla="*/ 0 w 396"/>
                <a:gd name="T41" fmla="*/ 198 h 396"/>
                <a:gd name="T42" fmla="*/ 58 w 396"/>
                <a:gd name="T43" fmla="*/ 58 h 396"/>
                <a:gd name="T44" fmla="*/ 198 w 396"/>
                <a:gd name="T45" fmla="*/ 0 h 396"/>
                <a:gd name="T46" fmla="*/ 198 w 396"/>
                <a:gd name="T47" fmla="*/ 0 h 396"/>
                <a:gd name="T48" fmla="*/ 198 w 396"/>
                <a:gd name="T49" fmla="*/ 0 h 396"/>
                <a:gd name="T50" fmla="*/ 198 w 396"/>
                <a:gd name="T51" fmla="*/ 6 h 396"/>
                <a:gd name="T52" fmla="*/ 198 w 396"/>
                <a:gd name="T53" fmla="*/ 6 h 396"/>
                <a:gd name="T54" fmla="*/ 198 w 396"/>
                <a:gd name="T55" fmla="*/ 6 h 396"/>
                <a:gd name="T56" fmla="*/ 198 w 396"/>
                <a:gd name="T57" fmla="*/ 6 h 396"/>
                <a:gd name="T58" fmla="*/ 198 w 396"/>
                <a:gd name="T59" fmla="*/ 6 h 396"/>
                <a:gd name="T60" fmla="*/ 62 w 396"/>
                <a:gd name="T61" fmla="*/ 62 h 396"/>
                <a:gd name="T62" fmla="*/ 6 w 396"/>
                <a:gd name="T63" fmla="*/ 198 h 396"/>
                <a:gd name="T64" fmla="*/ 6 w 396"/>
                <a:gd name="T65" fmla="*/ 198 h 396"/>
                <a:gd name="T66" fmla="*/ 6 w 396"/>
                <a:gd name="T67" fmla="*/ 198 h 396"/>
                <a:gd name="T68" fmla="*/ 6 w 396"/>
                <a:gd name="T69" fmla="*/ 198 h 396"/>
                <a:gd name="T70" fmla="*/ 6 w 396"/>
                <a:gd name="T71" fmla="*/ 198 h 396"/>
                <a:gd name="T72" fmla="*/ 62 w 396"/>
                <a:gd name="T73" fmla="*/ 334 h 396"/>
                <a:gd name="T74" fmla="*/ 198 w 396"/>
                <a:gd name="T75" fmla="*/ 391 h 396"/>
                <a:gd name="T76" fmla="*/ 198 w 396"/>
                <a:gd name="T77" fmla="*/ 391 h 396"/>
                <a:gd name="T78" fmla="*/ 198 w 396"/>
                <a:gd name="T79" fmla="*/ 391 h 396"/>
                <a:gd name="T80" fmla="*/ 198 w 396"/>
                <a:gd name="T81" fmla="*/ 391 h 396"/>
                <a:gd name="T82" fmla="*/ 198 w 396"/>
                <a:gd name="T83" fmla="*/ 391 h 396"/>
                <a:gd name="T84" fmla="*/ 334 w 396"/>
                <a:gd name="T85" fmla="*/ 334 h 396"/>
                <a:gd name="T86" fmla="*/ 390 w 396"/>
                <a:gd name="T87" fmla="*/ 198 h 396"/>
                <a:gd name="T88" fmla="*/ 390 w 396"/>
                <a:gd name="T89" fmla="*/ 198 h 396"/>
                <a:gd name="T90" fmla="*/ 390 w 396"/>
                <a:gd name="T91" fmla="*/ 198 h 396"/>
                <a:gd name="T92" fmla="*/ 390 w 396"/>
                <a:gd name="T93" fmla="*/ 198 h 396"/>
                <a:gd name="T94" fmla="*/ 390 w 396"/>
                <a:gd name="T95" fmla="*/ 198 h 396"/>
                <a:gd name="T96" fmla="*/ 334 w 396"/>
                <a:gd name="T97" fmla="*/ 62 h 396"/>
                <a:gd name="T98" fmla="*/ 198 w 396"/>
                <a:gd name="T99" fmla="*/ 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96" h="396">
                  <a:moveTo>
                    <a:pt x="198" y="0"/>
                  </a:moveTo>
                  <a:cubicBezTo>
                    <a:pt x="198" y="0"/>
                    <a:pt x="198" y="0"/>
                    <a:pt x="198" y="0"/>
                  </a:cubicBezTo>
                  <a:cubicBezTo>
                    <a:pt x="198" y="0"/>
                    <a:pt x="198" y="0"/>
                    <a:pt x="198" y="0"/>
                  </a:cubicBezTo>
                  <a:cubicBezTo>
                    <a:pt x="253" y="0"/>
                    <a:pt x="302" y="22"/>
                    <a:pt x="338" y="58"/>
                  </a:cubicBezTo>
                  <a:cubicBezTo>
                    <a:pt x="374" y="94"/>
                    <a:pt x="396" y="144"/>
                    <a:pt x="396" y="198"/>
                  </a:cubicBezTo>
                  <a:cubicBezTo>
                    <a:pt x="396" y="198"/>
                    <a:pt x="396" y="198"/>
                    <a:pt x="396" y="198"/>
                  </a:cubicBezTo>
                  <a:cubicBezTo>
                    <a:pt x="396" y="198"/>
                    <a:pt x="396" y="198"/>
                    <a:pt x="396" y="198"/>
                  </a:cubicBezTo>
                  <a:cubicBezTo>
                    <a:pt x="396" y="198"/>
                    <a:pt x="396" y="198"/>
                    <a:pt x="396" y="198"/>
                  </a:cubicBezTo>
                  <a:cubicBezTo>
                    <a:pt x="396" y="198"/>
                    <a:pt x="396" y="198"/>
                    <a:pt x="396" y="198"/>
                  </a:cubicBezTo>
                  <a:cubicBezTo>
                    <a:pt x="396" y="253"/>
                    <a:pt x="374" y="303"/>
                    <a:pt x="338" y="338"/>
                  </a:cubicBezTo>
                  <a:cubicBezTo>
                    <a:pt x="302" y="374"/>
                    <a:pt x="253" y="396"/>
                    <a:pt x="198" y="396"/>
                  </a:cubicBezTo>
                  <a:cubicBezTo>
                    <a:pt x="198" y="396"/>
                    <a:pt x="198" y="396"/>
                    <a:pt x="198" y="396"/>
                  </a:cubicBezTo>
                  <a:cubicBezTo>
                    <a:pt x="198" y="396"/>
                    <a:pt x="198" y="396"/>
                    <a:pt x="198" y="396"/>
                  </a:cubicBezTo>
                  <a:cubicBezTo>
                    <a:pt x="198" y="396"/>
                    <a:pt x="198" y="396"/>
                    <a:pt x="198" y="396"/>
                  </a:cubicBezTo>
                  <a:cubicBezTo>
                    <a:pt x="198" y="396"/>
                    <a:pt x="198" y="396"/>
                    <a:pt x="198" y="396"/>
                  </a:cubicBezTo>
                  <a:cubicBezTo>
                    <a:pt x="143" y="396"/>
                    <a:pt x="94" y="374"/>
                    <a:pt x="58" y="338"/>
                  </a:cubicBezTo>
                  <a:cubicBezTo>
                    <a:pt x="22" y="303"/>
                    <a:pt x="0" y="253"/>
                    <a:pt x="0" y="198"/>
                  </a:cubicBezTo>
                  <a:cubicBezTo>
                    <a:pt x="0" y="198"/>
                    <a:pt x="0" y="198"/>
                    <a:pt x="0" y="198"/>
                  </a:cubicBezTo>
                  <a:cubicBezTo>
                    <a:pt x="0" y="198"/>
                    <a:pt x="0" y="198"/>
                    <a:pt x="0" y="198"/>
                  </a:cubicBezTo>
                  <a:cubicBezTo>
                    <a:pt x="0" y="198"/>
                    <a:pt x="0" y="198"/>
                    <a:pt x="0" y="198"/>
                  </a:cubicBezTo>
                  <a:cubicBezTo>
                    <a:pt x="0" y="198"/>
                    <a:pt x="0" y="198"/>
                    <a:pt x="0" y="198"/>
                  </a:cubicBezTo>
                  <a:cubicBezTo>
                    <a:pt x="0" y="144"/>
                    <a:pt x="22" y="94"/>
                    <a:pt x="58" y="58"/>
                  </a:cubicBezTo>
                  <a:cubicBezTo>
                    <a:pt x="94" y="22"/>
                    <a:pt x="143" y="0"/>
                    <a:pt x="198" y="0"/>
                  </a:cubicBezTo>
                  <a:cubicBezTo>
                    <a:pt x="198" y="0"/>
                    <a:pt x="198" y="0"/>
                    <a:pt x="198" y="0"/>
                  </a:cubicBezTo>
                  <a:cubicBezTo>
                    <a:pt x="198" y="0"/>
                    <a:pt x="198" y="0"/>
                    <a:pt x="198" y="0"/>
                  </a:cubicBezTo>
                  <a:close/>
                  <a:moveTo>
                    <a:pt x="198" y="6"/>
                  </a:moveTo>
                  <a:cubicBezTo>
                    <a:pt x="198" y="6"/>
                    <a:pt x="198" y="6"/>
                    <a:pt x="198" y="6"/>
                  </a:cubicBezTo>
                  <a:cubicBezTo>
                    <a:pt x="198" y="6"/>
                    <a:pt x="198" y="6"/>
                    <a:pt x="198" y="6"/>
                  </a:cubicBezTo>
                  <a:cubicBezTo>
                    <a:pt x="198" y="6"/>
                    <a:pt x="198" y="6"/>
                    <a:pt x="198" y="6"/>
                  </a:cubicBezTo>
                  <a:cubicBezTo>
                    <a:pt x="198" y="6"/>
                    <a:pt x="198" y="6"/>
                    <a:pt x="198" y="6"/>
                  </a:cubicBezTo>
                  <a:cubicBezTo>
                    <a:pt x="145" y="6"/>
                    <a:pt x="97" y="28"/>
                    <a:pt x="62" y="62"/>
                  </a:cubicBezTo>
                  <a:cubicBezTo>
                    <a:pt x="27" y="97"/>
                    <a:pt x="6" y="145"/>
                    <a:pt x="6" y="198"/>
                  </a:cubicBezTo>
                  <a:cubicBezTo>
                    <a:pt x="6" y="198"/>
                    <a:pt x="6" y="198"/>
                    <a:pt x="6" y="198"/>
                  </a:cubicBezTo>
                  <a:cubicBezTo>
                    <a:pt x="6" y="198"/>
                    <a:pt x="6" y="198"/>
                    <a:pt x="6" y="198"/>
                  </a:cubicBezTo>
                  <a:cubicBezTo>
                    <a:pt x="6" y="198"/>
                    <a:pt x="6" y="198"/>
                    <a:pt x="6" y="198"/>
                  </a:cubicBezTo>
                  <a:cubicBezTo>
                    <a:pt x="6" y="198"/>
                    <a:pt x="6" y="198"/>
                    <a:pt x="6" y="198"/>
                  </a:cubicBezTo>
                  <a:cubicBezTo>
                    <a:pt x="6" y="251"/>
                    <a:pt x="27" y="299"/>
                    <a:pt x="62" y="334"/>
                  </a:cubicBezTo>
                  <a:cubicBezTo>
                    <a:pt x="97" y="369"/>
                    <a:pt x="145" y="391"/>
                    <a:pt x="198" y="391"/>
                  </a:cubicBezTo>
                  <a:cubicBezTo>
                    <a:pt x="198" y="391"/>
                    <a:pt x="198" y="391"/>
                    <a:pt x="198" y="391"/>
                  </a:cubicBezTo>
                  <a:cubicBezTo>
                    <a:pt x="198" y="391"/>
                    <a:pt x="198" y="391"/>
                    <a:pt x="198" y="391"/>
                  </a:cubicBezTo>
                  <a:cubicBezTo>
                    <a:pt x="198" y="391"/>
                    <a:pt x="198" y="391"/>
                    <a:pt x="198" y="391"/>
                  </a:cubicBezTo>
                  <a:cubicBezTo>
                    <a:pt x="198" y="391"/>
                    <a:pt x="198" y="391"/>
                    <a:pt x="198" y="391"/>
                  </a:cubicBezTo>
                  <a:cubicBezTo>
                    <a:pt x="251" y="391"/>
                    <a:pt x="299" y="369"/>
                    <a:pt x="334" y="334"/>
                  </a:cubicBezTo>
                  <a:cubicBezTo>
                    <a:pt x="369" y="299"/>
                    <a:pt x="390" y="251"/>
                    <a:pt x="390" y="198"/>
                  </a:cubicBezTo>
                  <a:cubicBezTo>
                    <a:pt x="390" y="198"/>
                    <a:pt x="390" y="198"/>
                    <a:pt x="390" y="198"/>
                  </a:cubicBezTo>
                  <a:cubicBezTo>
                    <a:pt x="390" y="198"/>
                    <a:pt x="390" y="198"/>
                    <a:pt x="390" y="198"/>
                  </a:cubicBezTo>
                  <a:cubicBezTo>
                    <a:pt x="390" y="198"/>
                    <a:pt x="390" y="198"/>
                    <a:pt x="390" y="198"/>
                  </a:cubicBezTo>
                  <a:cubicBezTo>
                    <a:pt x="390" y="198"/>
                    <a:pt x="390" y="198"/>
                    <a:pt x="390" y="198"/>
                  </a:cubicBezTo>
                  <a:cubicBezTo>
                    <a:pt x="390" y="145"/>
                    <a:pt x="369" y="97"/>
                    <a:pt x="334" y="62"/>
                  </a:cubicBezTo>
                  <a:cubicBezTo>
                    <a:pt x="299" y="28"/>
                    <a:pt x="251" y="6"/>
                    <a:pt x="19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 name="í$1iḓe"/>
            <p:cNvSpPr/>
            <p:nvPr/>
          </p:nvSpPr>
          <p:spPr bwMode="auto">
            <a:xfrm>
              <a:off x="3610756" y="2938459"/>
              <a:ext cx="738931" cy="957066"/>
            </a:xfrm>
            <a:custGeom>
              <a:avLst/>
              <a:gdLst>
                <a:gd name="T0" fmla="*/ 168 w 229"/>
                <a:gd name="T1" fmla="*/ 184 h 296"/>
                <a:gd name="T2" fmla="*/ 223 w 229"/>
                <a:gd name="T3" fmla="*/ 184 h 296"/>
                <a:gd name="T4" fmla="*/ 223 w 229"/>
                <a:gd name="T5" fmla="*/ 220 h 296"/>
                <a:gd name="T6" fmla="*/ 185 w 229"/>
                <a:gd name="T7" fmla="*/ 220 h 296"/>
                <a:gd name="T8" fmla="*/ 168 w 229"/>
                <a:gd name="T9" fmla="*/ 204 h 296"/>
                <a:gd name="T10" fmla="*/ 168 w 229"/>
                <a:gd name="T11" fmla="*/ 184 h 296"/>
                <a:gd name="T12" fmla="*/ 226 w 229"/>
                <a:gd name="T13" fmla="*/ 37 h 296"/>
                <a:gd name="T14" fmla="*/ 191 w 229"/>
                <a:gd name="T15" fmla="*/ 0 h 296"/>
                <a:gd name="T16" fmla="*/ 34 w 229"/>
                <a:gd name="T17" fmla="*/ 0 h 296"/>
                <a:gd name="T18" fmla="*/ 0 w 229"/>
                <a:gd name="T19" fmla="*/ 35 h 296"/>
                <a:gd name="T20" fmla="*/ 0 w 229"/>
                <a:gd name="T21" fmla="*/ 248 h 296"/>
                <a:gd name="T22" fmla="*/ 37 w 229"/>
                <a:gd name="T23" fmla="*/ 294 h 296"/>
                <a:gd name="T24" fmla="*/ 120 w 229"/>
                <a:gd name="T25" fmla="*/ 294 h 296"/>
                <a:gd name="T26" fmla="*/ 133 w 229"/>
                <a:gd name="T27" fmla="*/ 278 h 296"/>
                <a:gd name="T28" fmla="*/ 148 w 229"/>
                <a:gd name="T29" fmla="*/ 295 h 296"/>
                <a:gd name="T30" fmla="*/ 191 w 229"/>
                <a:gd name="T31" fmla="*/ 295 h 296"/>
                <a:gd name="T32" fmla="*/ 229 w 229"/>
                <a:gd name="T33" fmla="*/ 257 h 296"/>
                <a:gd name="T34" fmla="*/ 162 w 229"/>
                <a:gd name="T35" fmla="*/ 257 h 296"/>
                <a:gd name="T36" fmla="*/ 148 w 229"/>
                <a:gd name="T37" fmla="*/ 238 h 296"/>
                <a:gd name="T38" fmla="*/ 137 w 229"/>
                <a:gd name="T39" fmla="*/ 253 h 296"/>
                <a:gd name="T40" fmla="*/ 125 w 229"/>
                <a:gd name="T41" fmla="*/ 258 h 296"/>
                <a:gd name="T42" fmla="*/ 67 w 229"/>
                <a:gd name="T43" fmla="*/ 258 h 296"/>
                <a:gd name="T44" fmla="*/ 35 w 229"/>
                <a:gd name="T45" fmla="*/ 224 h 296"/>
                <a:gd name="T46" fmla="*/ 35 w 229"/>
                <a:gd name="T47" fmla="*/ 52 h 296"/>
                <a:gd name="T48" fmla="*/ 47 w 229"/>
                <a:gd name="T49" fmla="*/ 37 h 296"/>
                <a:gd name="T50" fmla="*/ 226 w 229"/>
                <a:gd name="T51" fmla="*/ 37 h 296"/>
                <a:gd name="T52" fmla="*/ 168 w 229"/>
                <a:gd name="T53" fmla="*/ 109 h 296"/>
                <a:gd name="T54" fmla="*/ 223 w 229"/>
                <a:gd name="T55" fmla="*/ 109 h 296"/>
                <a:gd name="T56" fmla="*/ 223 w 229"/>
                <a:gd name="T57" fmla="*/ 148 h 296"/>
                <a:gd name="T58" fmla="*/ 168 w 229"/>
                <a:gd name="T59" fmla="*/ 148 h 296"/>
                <a:gd name="T60" fmla="*/ 168 w 229"/>
                <a:gd name="T61" fmla="*/ 109 h 296"/>
                <a:gd name="T62" fmla="*/ 74 w 229"/>
                <a:gd name="T63" fmla="*/ 109 h 296"/>
                <a:gd name="T64" fmla="*/ 132 w 229"/>
                <a:gd name="T65" fmla="*/ 109 h 296"/>
                <a:gd name="T66" fmla="*/ 132 w 229"/>
                <a:gd name="T67" fmla="*/ 148 h 296"/>
                <a:gd name="T68" fmla="*/ 74 w 229"/>
                <a:gd name="T69" fmla="*/ 148 h 296"/>
                <a:gd name="T70" fmla="*/ 74 w 229"/>
                <a:gd name="T71" fmla="*/ 109 h 296"/>
                <a:gd name="T72" fmla="*/ 74 w 229"/>
                <a:gd name="T73" fmla="*/ 184 h 296"/>
                <a:gd name="T74" fmla="*/ 132 w 229"/>
                <a:gd name="T75" fmla="*/ 184 h 296"/>
                <a:gd name="T76" fmla="*/ 132 w 229"/>
                <a:gd name="T77" fmla="*/ 204 h 296"/>
                <a:gd name="T78" fmla="*/ 115 w 229"/>
                <a:gd name="T79" fmla="*/ 220 h 296"/>
                <a:gd name="T80" fmla="*/ 83 w 229"/>
                <a:gd name="T81" fmla="*/ 220 h 296"/>
                <a:gd name="T82" fmla="*/ 74 w 229"/>
                <a:gd name="T83" fmla="*/ 210 h 296"/>
                <a:gd name="T84" fmla="*/ 74 w 229"/>
                <a:gd name="T85" fmla="*/ 184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9" h="296">
                  <a:moveTo>
                    <a:pt x="168" y="184"/>
                  </a:moveTo>
                  <a:cubicBezTo>
                    <a:pt x="223" y="184"/>
                    <a:pt x="223" y="184"/>
                    <a:pt x="223" y="184"/>
                  </a:cubicBezTo>
                  <a:cubicBezTo>
                    <a:pt x="223" y="220"/>
                    <a:pt x="223" y="220"/>
                    <a:pt x="223" y="220"/>
                  </a:cubicBezTo>
                  <a:cubicBezTo>
                    <a:pt x="185" y="220"/>
                    <a:pt x="185" y="220"/>
                    <a:pt x="185" y="220"/>
                  </a:cubicBezTo>
                  <a:cubicBezTo>
                    <a:pt x="176" y="220"/>
                    <a:pt x="168" y="213"/>
                    <a:pt x="168" y="204"/>
                  </a:cubicBezTo>
                  <a:cubicBezTo>
                    <a:pt x="168" y="184"/>
                    <a:pt x="168" y="184"/>
                    <a:pt x="168" y="184"/>
                  </a:cubicBezTo>
                  <a:close/>
                  <a:moveTo>
                    <a:pt x="226" y="37"/>
                  </a:moveTo>
                  <a:cubicBezTo>
                    <a:pt x="191" y="0"/>
                    <a:pt x="191" y="0"/>
                    <a:pt x="191" y="0"/>
                  </a:cubicBezTo>
                  <a:cubicBezTo>
                    <a:pt x="191" y="0"/>
                    <a:pt x="68" y="0"/>
                    <a:pt x="34" y="0"/>
                  </a:cubicBezTo>
                  <a:cubicBezTo>
                    <a:pt x="0" y="0"/>
                    <a:pt x="0" y="35"/>
                    <a:pt x="0" y="35"/>
                  </a:cubicBezTo>
                  <a:cubicBezTo>
                    <a:pt x="0" y="35"/>
                    <a:pt x="0" y="204"/>
                    <a:pt x="0" y="248"/>
                  </a:cubicBezTo>
                  <a:cubicBezTo>
                    <a:pt x="0" y="292"/>
                    <a:pt x="37" y="294"/>
                    <a:pt x="37" y="294"/>
                  </a:cubicBezTo>
                  <a:cubicBezTo>
                    <a:pt x="37" y="294"/>
                    <a:pt x="111" y="296"/>
                    <a:pt x="120" y="294"/>
                  </a:cubicBezTo>
                  <a:cubicBezTo>
                    <a:pt x="129" y="292"/>
                    <a:pt x="133" y="278"/>
                    <a:pt x="133" y="278"/>
                  </a:cubicBezTo>
                  <a:cubicBezTo>
                    <a:pt x="136" y="294"/>
                    <a:pt x="148" y="295"/>
                    <a:pt x="148" y="295"/>
                  </a:cubicBezTo>
                  <a:cubicBezTo>
                    <a:pt x="191" y="295"/>
                    <a:pt x="191" y="295"/>
                    <a:pt x="191" y="295"/>
                  </a:cubicBezTo>
                  <a:cubicBezTo>
                    <a:pt x="229" y="257"/>
                    <a:pt x="229" y="257"/>
                    <a:pt x="229" y="257"/>
                  </a:cubicBezTo>
                  <a:cubicBezTo>
                    <a:pt x="229" y="257"/>
                    <a:pt x="174" y="259"/>
                    <a:pt x="162" y="257"/>
                  </a:cubicBezTo>
                  <a:cubicBezTo>
                    <a:pt x="151" y="255"/>
                    <a:pt x="148" y="238"/>
                    <a:pt x="148" y="238"/>
                  </a:cubicBezTo>
                  <a:cubicBezTo>
                    <a:pt x="148" y="238"/>
                    <a:pt x="143" y="248"/>
                    <a:pt x="137" y="253"/>
                  </a:cubicBezTo>
                  <a:cubicBezTo>
                    <a:pt x="132" y="258"/>
                    <a:pt x="125" y="258"/>
                    <a:pt x="125" y="258"/>
                  </a:cubicBezTo>
                  <a:cubicBezTo>
                    <a:pt x="67" y="258"/>
                    <a:pt x="67" y="258"/>
                    <a:pt x="67" y="258"/>
                  </a:cubicBezTo>
                  <a:cubicBezTo>
                    <a:pt x="33" y="254"/>
                    <a:pt x="35" y="224"/>
                    <a:pt x="35" y="224"/>
                  </a:cubicBezTo>
                  <a:cubicBezTo>
                    <a:pt x="35" y="224"/>
                    <a:pt x="35" y="65"/>
                    <a:pt x="35" y="52"/>
                  </a:cubicBezTo>
                  <a:cubicBezTo>
                    <a:pt x="36" y="38"/>
                    <a:pt x="47" y="37"/>
                    <a:pt x="47" y="37"/>
                  </a:cubicBezTo>
                  <a:cubicBezTo>
                    <a:pt x="226" y="37"/>
                    <a:pt x="226" y="37"/>
                    <a:pt x="226" y="37"/>
                  </a:cubicBezTo>
                  <a:close/>
                  <a:moveTo>
                    <a:pt x="168" y="109"/>
                  </a:moveTo>
                  <a:cubicBezTo>
                    <a:pt x="223" y="109"/>
                    <a:pt x="223" y="109"/>
                    <a:pt x="223" y="109"/>
                  </a:cubicBezTo>
                  <a:cubicBezTo>
                    <a:pt x="223" y="148"/>
                    <a:pt x="223" y="148"/>
                    <a:pt x="223" y="148"/>
                  </a:cubicBezTo>
                  <a:cubicBezTo>
                    <a:pt x="168" y="148"/>
                    <a:pt x="168" y="148"/>
                    <a:pt x="168" y="148"/>
                  </a:cubicBezTo>
                  <a:cubicBezTo>
                    <a:pt x="168" y="109"/>
                    <a:pt x="168" y="109"/>
                    <a:pt x="168" y="109"/>
                  </a:cubicBezTo>
                  <a:close/>
                  <a:moveTo>
                    <a:pt x="74" y="109"/>
                  </a:moveTo>
                  <a:cubicBezTo>
                    <a:pt x="132" y="109"/>
                    <a:pt x="132" y="109"/>
                    <a:pt x="132" y="109"/>
                  </a:cubicBezTo>
                  <a:cubicBezTo>
                    <a:pt x="132" y="148"/>
                    <a:pt x="132" y="148"/>
                    <a:pt x="132" y="148"/>
                  </a:cubicBezTo>
                  <a:cubicBezTo>
                    <a:pt x="74" y="148"/>
                    <a:pt x="74" y="148"/>
                    <a:pt x="74" y="148"/>
                  </a:cubicBezTo>
                  <a:cubicBezTo>
                    <a:pt x="74" y="109"/>
                    <a:pt x="74" y="109"/>
                    <a:pt x="74" y="109"/>
                  </a:cubicBezTo>
                  <a:close/>
                  <a:moveTo>
                    <a:pt x="74" y="184"/>
                  </a:moveTo>
                  <a:cubicBezTo>
                    <a:pt x="132" y="184"/>
                    <a:pt x="132" y="184"/>
                    <a:pt x="132" y="184"/>
                  </a:cubicBezTo>
                  <a:cubicBezTo>
                    <a:pt x="132" y="204"/>
                    <a:pt x="132" y="204"/>
                    <a:pt x="132" y="204"/>
                  </a:cubicBezTo>
                  <a:cubicBezTo>
                    <a:pt x="132" y="213"/>
                    <a:pt x="124" y="220"/>
                    <a:pt x="115" y="220"/>
                  </a:cubicBezTo>
                  <a:cubicBezTo>
                    <a:pt x="83" y="220"/>
                    <a:pt x="83" y="220"/>
                    <a:pt x="83" y="220"/>
                  </a:cubicBezTo>
                  <a:cubicBezTo>
                    <a:pt x="78" y="220"/>
                    <a:pt x="74" y="215"/>
                    <a:pt x="74" y="210"/>
                  </a:cubicBezTo>
                  <a:lnTo>
                    <a:pt x="74" y="18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 name="íŝ1ïḍê"/>
            <p:cNvSpPr/>
            <p:nvPr/>
          </p:nvSpPr>
          <p:spPr bwMode="auto">
            <a:xfrm>
              <a:off x="3579399" y="4005955"/>
              <a:ext cx="128154" cy="118611"/>
            </a:xfrm>
            <a:custGeom>
              <a:avLst/>
              <a:gdLst>
                <a:gd name="T0" fmla="*/ 21 w 40"/>
                <a:gd name="T1" fmla="*/ 11 h 37"/>
                <a:gd name="T2" fmla="*/ 11 w 40"/>
                <a:gd name="T3" fmla="*/ 6 h 37"/>
                <a:gd name="T4" fmla="*/ 7 w 40"/>
                <a:gd name="T5" fmla="*/ 13 h 37"/>
                <a:gd name="T6" fmla="*/ 17 w 40"/>
                <a:gd name="T7" fmla="*/ 18 h 37"/>
                <a:gd name="T8" fmla="*/ 18 w 40"/>
                <a:gd name="T9" fmla="*/ 16 h 37"/>
                <a:gd name="T10" fmla="*/ 21 w 40"/>
                <a:gd name="T11" fmla="*/ 11 h 37"/>
                <a:gd name="T12" fmla="*/ 36 w 40"/>
                <a:gd name="T13" fmla="*/ 14 h 37"/>
                <a:gd name="T14" fmla="*/ 37 w 40"/>
                <a:gd name="T15" fmla="*/ 15 h 37"/>
                <a:gd name="T16" fmla="*/ 39 w 40"/>
                <a:gd name="T17" fmla="*/ 16 h 37"/>
                <a:gd name="T18" fmla="*/ 40 w 40"/>
                <a:gd name="T19" fmla="*/ 17 h 37"/>
                <a:gd name="T20" fmla="*/ 35 w 40"/>
                <a:gd name="T21" fmla="*/ 25 h 37"/>
                <a:gd name="T22" fmla="*/ 31 w 40"/>
                <a:gd name="T23" fmla="*/ 32 h 37"/>
                <a:gd name="T24" fmla="*/ 31 w 40"/>
                <a:gd name="T25" fmla="*/ 32 h 37"/>
                <a:gd name="T26" fmla="*/ 28 w 40"/>
                <a:gd name="T27" fmla="*/ 31 h 37"/>
                <a:gd name="T28" fmla="*/ 27 w 40"/>
                <a:gd name="T29" fmla="*/ 30 h 37"/>
                <a:gd name="T30" fmla="*/ 28 w 40"/>
                <a:gd name="T31" fmla="*/ 28 h 37"/>
                <a:gd name="T32" fmla="*/ 19 w 40"/>
                <a:gd name="T33" fmla="*/ 24 h 37"/>
                <a:gd name="T34" fmla="*/ 15 w 40"/>
                <a:gd name="T35" fmla="*/ 32 h 37"/>
                <a:gd name="T36" fmla="*/ 12 w 40"/>
                <a:gd name="T37" fmla="*/ 36 h 37"/>
                <a:gd name="T38" fmla="*/ 12 w 40"/>
                <a:gd name="T39" fmla="*/ 36 h 37"/>
                <a:gd name="T40" fmla="*/ 8 w 40"/>
                <a:gd name="T41" fmla="*/ 34 h 37"/>
                <a:gd name="T42" fmla="*/ 8 w 40"/>
                <a:gd name="T43" fmla="*/ 34 h 37"/>
                <a:gd name="T44" fmla="*/ 15 w 40"/>
                <a:gd name="T45" fmla="*/ 22 h 37"/>
                <a:gd name="T46" fmla="*/ 5 w 40"/>
                <a:gd name="T47" fmla="*/ 16 h 37"/>
                <a:gd name="T48" fmla="*/ 5 w 40"/>
                <a:gd name="T49" fmla="*/ 18 h 37"/>
                <a:gd name="T50" fmla="*/ 4 w 40"/>
                <a:gd name="T51" fmla="*/ 19 h 37"/>
                <a:gd name="T52" fmla="*/ 4 w 40"/>
                <a:gd name="T53" fmla="*/ 19 h 37"/>
                <a:gd name="T54" fmla="*/ 2 w 40"/>
                <a:gd name="T55" fmla="*/ 18 h 37"/>
                <a:gd name="T56" fmla="*/ 1 w 40"/>
                <a:gd name="T57" fmla="*/ 17 h 37"/>
                <a:gd name="T58" fmla="*/ 0 w 40"/>
                <a:gd name="T59" fmla="*/ 17 h 37"/>
                <a:gd name="T60" fmla="*/ 1 w 40"/>
                <a:gd name="T61" fmla="*/ 16 h 37"/>
                <a:gd name="T62" fmla="*/ 2 w 40"/>
                <a:gd name="T63" fmla="*/ 14 h 37"/>
                <a:gd name="T64" fmla="*/ 5 w 40"/>
                <a:gd name="T65" fmla="*/ 8 h 37"/>
                <a:gd name="T66" fmla="*/ 9 w 40"/>
                <a:gd name="T67" fmla="*/ 1 h 37"/>
                <a:gd name="T68" fmla="*/ 10 w 40"/>
                <a:gd name="T69" fmla="*/ 0 h 37"/>
                <a:gd name="T70" fmla="*/ 13 w 40"/>
                <a:gd name="T71" fmla="*/ 2 h 37"/>
                <a:gd name="T72" fmla="*/ 23 w 40"/>
                <a:gd name="T73" fmla="*/ 7 h 37"/>
                <a:gd name="T74" fmla="*/ 26 w 40"/>
                <a:gd name="T75" fmla="*/ 2 h 37"/>
                <a:gd name="T76" fmla="*/ 26 w 40"/>
                <a:gd name="T77" fmla="*/ 1 h 37"/>
                <a:gd name="T78" fmla="*/ 26 w 40"/>
                <a:gd name="T79" fmla="*/ 0 h 37"/>
                <a:gd name="T80" fmla="*/ 29 w 40"/>
                <a:gd name="T81" fmla="*/ 2 h 37"/>
                <a:gd name="T82" fmla="*/ 30 w 40"/>
                <a:gd name="T83" fmla="*/ 3 h 37"/>
                <a:gd name="T84" fmla="*/ 30 w 40"/>
                <a:gd name="T85" fmla="*/ 4 h 37"/>
                <a:gd name="T86" fmla="*/ 29 w 40"/>
                <a:gd name="T87" fmla="*/ 5 h 37"/>
                <a:gd name="T88" fmla="*/ 26 w 40"/>
                <a:gd name="T89" fmla="*/ 9 h 37"/>
                <a:gd name="T90" fmla="*/ 36 w 40"/>
                <a:gd name="T91" fmla="*/ 14 h 37"/>
                <a:gd name="T92" fmla="*/ 30 w 40"/>
                <a:gd name="T93" fmla="*/ 25 h 37"/>
                <a:gd name="T94" fmla="*/ 21 w 40"/>
                <a:gd name="T95" fmla="*/ 20 h 37"/>
                <a:gd name="T96" fmla="*/ 22 w 40"/>
                <a:gd name="T97" fmla="*/ 18 h 37"/>
                <a:gd name="T98" fmla="*/ 25 w 40"/>
                <a:gd name="T99" fmla="*/ 13 h 37"/>
                <a:gd name="T100" fmla="*/ 34 w 40"/>
                <a:gd name="T101" fmla="*/ 18 h 37"/>
                <a:gd name="T102" fmla="*/ 30 w 40"/>
                <a:gd name="T103" fmla="*/ 2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 h="37">
                  <a:moveTo>
                    <a:pt x="21" y="11"/>
                  </a:moveTo>
                  <a:cubicBezTo>
                    <a:pt x="11" y="6"/>
                    <a:pt x="11" y="6"/>
                    <a:pt x="11" y="6"/>
                  </a:cubicBezTo>
                  <a:cubicBezTo>
                    <a:pt x="7" y="13"/>
                    <a:pt x="7" y="13"/>
                    <a:pt x="7" y="13"/>
                  </a:cubicBezTo>
                  <a:cubicBezTo>
                    <a:pt x="17" y="18"/>
                    <a:pt x="17" y="18"/>
                    <a:pt x="17" y="18"/>
                  </a:cubicBezTo>
                  <a:cubicBezTo>
                    <a:pt x="18" y="16"/>
                    <a:pt x="18" y="16"/>
                    <a:pt x="18" y="16"/>
                  </a:cubicBezTo>
                  <a:cubicBezTo>
                    <a:pt x="21" y="11"/>
                    <a:pt x="21" y="11"/>
                    <a:pt x="21" y="11"/>
                  </a:cubicBezTo>
                  <a:close/>
                  <a:moveTo>
                    <a:pt x="36" y="14"/>
                  </a:moveTo>
                  <a:cubicBezTo>
                    <a:pt x="36" y="15"/>
                    <a:pt x="37" y="15"/>
                    <a:pt x="37" y="15"/>
                  </a:cubicBezTo>
                  <a:cubicBezTo>
                    <a:pt x="38" y="16"/>
                    <a:pt x="39" y="16"/>
                    <a:pt x="39" y="16"/>
                  </a:cubicBezTo>
                  <a:cubicBezTo>
                    <a:pt x="40" y="16"/>
                    <a:pt x="40" y="16"/>
                    <a:pt x="40" y="17"/>
                  </a:cubicBezTo>
                  <a:cubicBezTo>
                    <a:pt x="38" y="20"/>
                    <a:pt x="36" y="23"/>
                    <a:pt x="35" y="25"/>
                  </a:cubicBezTo>
                  <a:cubicBezTo>
                    <a:pt x="34" y="28"/>
                    <a:pt x="33" y="30"/>
                    <a:pt x="31" y="32"/>
                  </a:cubicBezTo>
                  <a:cubicBezTo>
                    <a:pt x="31" y="32"/>
                    <a:pt x="31" y="32"/>
                    <a:pt x="31" y="32"/>
                  </a:cubicBezTo>
                  <a:cubicBezTo>
                    <a:pt x="28" y="31"/>
                    <a:pt x="28" y="31"/>
                    <a:pt x="28" y="31"/>
                  </a:cubicBezTo>
                  <a:cubicBezTo>
                    <a:pt x="27" y="30"/>
                    <a:pt x="27" y="30"/>
                    <a:pt x="27" y="30"/>
                  </a:cubicBezTo>
                  <a:cubicBezTo>
                    <a:pt x="28" y="28"/>
                    <a:pt x="28" y="28"/>
                    <a:pt x="28" y="28"/>
                  </a:cubicBezTo>
                  <a:cubicBezTo>
                    <a:pt x="19" y="24"/>
                    <a:pt x="19" y="24"/>
                    <a:pt x="19" y="24"/>
                  </a:cubicBezTo>
                  <a:cubicBezTo>
                    <a:pt x="18" y="26"/>
                    <a:pt x="16" y="29"/>
                    <a:pt x="15" y="32"/>
                  </a:cubicBezTo>
                  <a:cubicBezTo>
                    <a:pt x="13" y="34"/>
                    <a:pt x="13" y="36"/>
                    <a:pt x="12" y="36"/>
                  </a:cubicBezTo>
                  <a:cubicBezTo>
                    <a:pt x="12" y="36"/>
                    <a:pt x="12" y="37"/>
                    <a:pt x="12" y="36"/>
                  </a:cubicBezTo>
                  <a:cubicBezTo>
                    <a:pt x="8" y="34"/>
                    <a:pt x="8" y="34"/>
                    <a:pt x="8" y="34"/>
                  </a:cubicBezTo>
                  <a:cubicBezTo>
                    <a:pt x="8" y="34"/>
                    <a:pt x="8" y="34"/>
                    <a:pt x="8" y="34"/>
                  </a:cubicBezTo>
                  <a:cubicBezTo>
                    <a:pt x="15" y="22"/>
                    <a:pt x="15" y="22"/>
                    <a:pt x="15" y="22"/>
                  </a:cubicBezTo>
                  <a:cubicBezTo>
                    <a:pt x="5" y="16"/>
                    <a:pt x="5" y="16"/>
                    <a:pt x="5" y="16"/>
                  </a:cubicBezTo>
                  <a:cubicBezTo>
                    <a:pt x="5" y="18"/>
                    <a:pt x="5" y="18"/>
                    <a:pt x="5" y="18"/>
                  </a:cubicBezTo>
                  <a:cubicBezTo>
                    <a:pt x="4" y="18"/>
                    <a:pt x="4" y="19"/>
                    <a:pt x="4" y="19"/>
                  </a:cubicBezTo>
                  <a:cubicBezTo>
                    <a:pt x="4" y="19"/>
                    <a:pt x="4" y="19"/>
                    <a:pt x="4" y="19"/>
                  </a:cubicBezTo>
                  <a:cubicBezTo>
                    <a:pt x="3" y="18"/>
                    <a:pt x="3" y="18"/>
                    <a:pt x="2" y="18"/>
                  </a:cubicBezTo>
                  <a:cubicBezTo>
                    <a:pt x="2" y="18"/>
                    <a:pt x="2" y="18"/>
                    <a:pt x="1" y="17"/>
                  </a:cubicBezTo>
                  <a:cubicBezTo>
                    <a:pt x="1" y="17"/>
                    <a:pt x="1" y="17"/>
                    <a:pt x="0" y="17"/>
                  </a:cubicBezTo>
                  <a:cubicBezTo>
                    <a:pt x="0" y="17"/>
                    <a:pt x="0" y="16"/>
                    <a:pt x="1" y="16"/>
                  </a:cubicBezTo>
                  <a:cubicBezTo>
                    <a:pt x="1" y="15"/>
                    <a:pt x="1" y="15"/>
                    <a:pt x="2" y="14"/>
                  </a:cubicBezTo>
                  <a:cubicBezTo>
                    <a:pt x="3" y="13"/>
                    <a:pt x="3" y="11"/>
                    <a:pt x="5" y="8"/>
                  </a:cubicBezTo>
                  <a:cubicBezTo>
                    <a:pt x="6" y="6"/>
                    <a:pt x="8" y="3"/>
                    <a:pt x="9" y="1"/>
                  </a:cubicBezTo>
                  <a:cubicBezTo>
                    <a:pt x="9" y="0"/>
                    <a:pt x="9" y="0"/>
                    <a:pt x="10" y="0"/>
                  </a:cubicBezTo>
                  <a:cubicBezTo>
                    <a:pt x="13" y="2"/>
                    <a:pt x="13" y="2"/>
                    <a:pt x="13" y="2"/>
                  </a:cubicBezTo>
                  <a:cubicBezTo>
                    <a:pt x="23" y="7"/>
                    <a:pt x="23" y="7"/>
                    <a:pt x="23" y="7"/>
                  </a:cubicBezTo>
                  <a:cubicBezTo>
                    <a:pt x="26" y="2"/>
                    <a:pt x="26" y="2"/>
                    <a:pt x="26" y="2"/>
                  </a:cubicBezTo>
                  <a:cubicBezTo>
                    <a:pt x="26" y="1"/>
                    <a:pt x="26" y="1"/>
                    <a:pt x="26" y="1"/>
                  </a:cubicBezTo>
                  <a:cubicBezTo>
                    <a:pt x="26" y="0"/>
                    <a:pt x="26" y="0"/>
                    <a:pt x="26" y="0"/>
                  </a:cubicBezTo>
                  <a:cubicBezTo>
                    <a:pt x="27" y="1"/>
                    <a:pt x="28" y="2"/>
                    <a:pt x="29" y="2"/>
                  </a:cubicBezTo>
                  <a:cubicBezTo>
                    <a:pt x="30" y="3"/>
                    <a:pt x="30" y="3"/>
                    <a:pt x="30" y="3"/>
                  </a:cubicBezTo>
                  <a:cubicBezTo>
                    <a:pt x="31" y="3"/>
                    <a:pt x="30" y="4"/>
                    <a:pt x="30" y="4"/>
                  </a:cubicBezTo>
                  <a:cubicBezTo>
                    <a:pt x="30" y="4"/>
                    <a:pt x="29" y="4"/>
                    <a:pt x="29" y="5"/>
                  </a:cubicBezTo>
                  <a:cubicBezTo>
                    <a:pt x="26" y="9"/>
                    <a:pt x="26" y="9"/>
                    <a:pt x="26" y="9"/>
                  </a:cubicBezTo>
                  <a:cubicBezTo>
                    <a:pt x="36" y="14"/>
                    <a:pt x="36" y="14"/>
                    <a:pt x="36" y="14"/>
                  </a:cubicBezTo>
                  <a:close/>
                  <a:moveTo>
                    <a:pt x="30" y="25"/>
                  </a:moveTo>
                  <a:cubicBezTo>
                    <a:pt x="21" y="20"/>
                    <a:pt x="21" y="20"/>
                    <a:pt x="21" y="20"/>
                  </a:cubicBezTo>
                  <a:cubicBezTo>
                    <a:pt x="22" y="18"/>
                    <a:pt x="22" y="18"/>
                    <a:pt x="22" y="18"/>
                  </a:cubicBezTo>
                  <a:cubicBezTo>
                    <a:pt x="25" y="13"/>
                    <a:pt x="25" y="13"/>
                    <a:pt x="25" y="13"/>
                  </a:cubicBezTo>
                  <a:cubicBezTo>
                    <a:pt x="34" y="18"/>
                    <a:pt x="34" y="18"/>
                    <a:pt x="34" y="18"/>
                  </a:cubicBezTo>
                  <a:lnTo>
                    <a:pt x="30"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 name="ï$ľîḋè"/>
            <p:cNvSpPr/>
            <p:nvPr/>
          </p:nvSpPr>
          <p:spPr bwMode="auto">
            <a:xfrm>
              <a:off x="3707553" y="4053672"/>
              <a:ext cx="132244" cy="136334"/>
            </a:xfrm>
            <a:custGeom>
              <a:avLst/>
              <a:gdLst>
                <a:gd name="T0" fmla="*/ 15 w 41"/>
                <a:gd name="T1" fmla="*/ 8 h 42"/>
                <a:gd name="T2" fmla="*/ 19 w 41"/>
                <a:gd name="T3" fmla="*/ 19 h 42"/>
                <a:gd name="T4" fmla="*/ 22 w 41"/>
                <a:gd name="T5" fmla="*/ 10 h 42"/>
                <a:gd name="T6" fmla="*/ 37 w 41"/>
                <a:gd name="T7" fmla="*/ 9 h 42"/>
                <a:gd name="T8" fmla="*/ 38 w 41"/>
                <a:gd name="T9" fmla="*/ 10 h 42"/>
                <a:gd name="T10" fmla="*/ 36 w 41"/>
                <a:gd name="T11" fmla="*/ 23 h 42"/>
                <a:gd name="T12" fmla="*/ 40 w 41"/>
                <a:gd name="T13" fmla="*/ 24 h 42"/>
                <a:gd name="T14" fmla="*/ 40 w 41"/>
                <a:gd name="T15" fmla="*/ 27 h 42"/>
                <a:gd name="T16" fmla="*/ 39 w 41"/>
                <a:gd name="T17" fmla="*/ 28 h 42"/>
                <a:gd name="T18" fmla="*/ 25 w 41"/>
                <a:gd name="T19" fmla="*/ 24 h 42"/>
                <a:gd name="T20" fmla="*/ 28 w 41"/>
                <a:gd name="T21" fmla="*/ 31 h 42"/>
                <a:gd name="T22" fmla="*/ 36 w 41"/>
                <a:gd name="T23" fmla="*/ 38 h 42"/>
                <a:gd name="T24" fmla="*/ 38 w 41"/>
                <a:gd name="T25" fmla="*/ 40 h 42"/>
                <a:gd name="T26" fmla="*/ 30 w 41"/>
                <a:gd name="T27" fmla="*/ 39 h 42"/>
                <a:gd name="T28" fmla="*/ 22 w 41"/>
                <a:gd name="T29" fmla="*/ 29 h 42"/>
                <a:gd name="T30" fmla="*/ 13 w 41"/>
                <a:gd name="T31" fmla="*/ 32 h 42"/>
                <a:gd name="T32" fmla="*/ 2 w 41"/>
                <a:gd name="T33" fmla="*/ 35 h 42"/>
                <a:gd name="T34" fmla="*/ 0 w 41"/>
                <a:gd name="T35" fmla="*/ 31 h 42"/>
                <a:gd name="T36" fmla="*/ 3 w 41"/>
                <a:gd name="T37" fmla="*/ 30 h 42"/>
                <a:gd name="T38" fmla="*/ 17 w 41"/>
                <a:gd name="T39" fmla="*/ 22 h 42"/>
                <a:gd name="T40" fmla="*/ 4 w 41"/>
                <a:gd name="T41" fmla="*/ 20 h 42"/>
                <a:gd name="T42" fmla="*/ 3 w 41"/>
                <a:gd name="T43" fmla="*/ 19 h 42"/>
                <a:gd name="T44" fmla="*/ 5 w 41"/>
                <a:gd name="T45" fmla="*/ 15 h 42"/>
                <a:gd name="T46" fmla="*/ 9 w 41"/>
                <a:gd name="T47" fmla="*/ 17 h 42"/>
                <a:gd name="T48" fmla="*/ 13 w 41"/>
                <a:gd name="T49" fmla="*/ 4 h 42"/>
                <a:gd name="T50" fmla="*/ 16 w 41"/>
                <a:gd name="T51" fmla="*/ 5 h 42"/>
                <a:gd name="T52" fmla="*/ 24 w 41"/>
                <a:gd name="T53" fmla="*/ 2 h 42"/>
                <a:gd name="T54" fmla="*/ 24 w 41"/>
                <a:gd name="T55" fmla="*/ 0 h 42"/>
                <a:gd name="T56" fmla="*/ 26 w 41"/>
                <a:gd name="T57" fmla="*/ 1 h 42"/>
                <a:gd name="T58" fmla="*/ 29 w 41"/>
                <a:gd name="T59" fmla="*/ 2 h 42"/>
                <a:gd name="T60" fmla="*/ 28 w 41"/>
                <a:gd name="T61" fmla="*/ 3 h 42"/>
                <a:gd name="T62" fmla="*/ 35 w 41"/>
                <a:gd name="T63" fmla="*/ 9 h 42"/>
                <a:gd name="T64" fmla="*/ 34 w 41"/>
                <a:gd name="T65" fmla="*/ 13 h 42"/>
                <a:gd name="T66" fmla="*/ 25 w 41"/>
                <a:gd name="T67" fmla="*/ 16 h 42"/>
                <a:gd name="T68" fmla="*/ 32 w 41"/>
                <a:gd name="T69" fmla="*/ 2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42">
                  <a:moveTo>
                    <a:pt x="22" y="10"/>
                  </a:moveTo>
                  <a:cubicBezTo>
                    <a:pt x="15" y="8"/>
                    <a:pt x="15" y="8"/>
                    <a:pt x="15" y="8"/>
                  </a:cubicBezTo>
                  <a:cubicBezTo>
                    <a:pt x="13" y="18"/>
                    <a:pt x="13" y="18"/>
                    <a:pt x="13" y="18"/>
                  </a:cubicBezTo>
                  <a:cubicBezTo>
                    <a:pt x="19" y="19"/>
                    <a:pt x="19" y="19"/>
                    <a:pt x="19" y="19"/>
                  </a:cubicBezTo>
                  <a:cubicBezTo>
                    <a:pt x="20" y="18"/>
                    <a:pt x="20" y="16"/>
                    <a:pt x="21" y="15"/>
                  </a:cubicBezTo>
                  <a:cubicBezTo>
                    <a:pt x="21" y="13"/>
                    <a:pt x="22" y="12"/>
                    <a:pt x="22" y="10"/>
                  </a:cubicBezTo>
                  <a:close/>
                  <a:moveTo>
                    <a:pt x="35" y="9"/>
                  </a:moveTo>
                  <a:cubicBezTo>
                    <a:pt x="36" y="9"/>
                    <a:pt x="36" y="9"/>
                    <a:pt x="37" y="9"/>
                  </a:cubicBezTo>
                  <a:cubicBezTo>
                    <a:pt x="38" y="9"/>
                    <a:pt x="38" y="10"/>
                    <a:pt x="38" y="10"/>
                  </a:cubicBezTo>
                  <a:cubicBezTo>
                    <a:pt x="38" y="10"/>
                    <a:pt x="38" y="10"/>
                    <a:pt x="38" y="10"/>
                  </a:cubicBezTo>
                  <a:cubicBezTo>
                    <a:pt x="38" y="12"/>
                    <a:pt x="37" y="14"/>
                    <a:pt x="37" y="16"/>
                  </a:cubicBezTo>
                  <a:cubicBezTo>
                    <a:pt x="36" y="19"/>
                    <a:pt x="36" y="21"/>
                    <a:pt x="36" y="23"/>
                  </a:cubicBezTo>
                  <a:cubicBezTo>
                    <a:pt x="40" y="23"/>
                    <a:pt x="40" y="23"/>
                    <a:pt x="40" y="23"/>
                  </a:cubicBezTo>
                  <a:cubicBezTo>
                    <a:pt x="40" y="23"/>
                    <a:pt x="40" y="24"/>
                    <a:pt x="40" y="24"/>
                  </a:cubicBezTo>
                  <a:cubicBezTo>
                    <a:pt x="41" y="24"/>
                    <a:pt x="41" y="24"/>
                    <a:pt x="41" y="24"/>
                  </a:cubicBezTo>
                  <a:cubicBezTo>
                    <a:pt x="40" y="27"/>
                    <a:pt x="40" y="27"/>
                    <a:pt x="40" y="27"/>
                  </a:cubicBezTo>
                  <a:cubicBezTo>
                    <a:pt x="40" y="28"/>
                    <a:pt x="40" y="28"/>
                    <a:pt x="40" y="28"/>
                  </a:cubicBezTo>
                  <a:cubicBezTo>
                    <a:pt x="40" y="28"/>
                    <a:pt x="39" y="28"/>
                    <a:pt x="39" y="28"/>
                  </a:cubicBezTo>
                  <a:cubicBezTo>
                    <a:pt x="39" y="28"/>
                    <a:pt x="39" y="28"/>
                    <a:pt x="39" y="27"/>
                  </a:cubicBezTo>
                  <a:cubicBezTo>
                    <a:pt x="25" y="24"/>
                    <a:pt x="25" y="24"/>
                    <a:pt x="25" y="24"/>
                  </a:cubicBezTo>
                  <a:cubicBezTo>
                    <a:pt x="26" y="26"/>
                    <a:pt x="26" y="27"/>
                    <a:pt x="27" y="29"/>
                  </a:cubicBezTo>
                  <a:cubicBezTo>
                    <a:pt x="27" y="30"/>
                    <a:pt x="28" y="31"/>
                    <a:pt x="28" y="31"/>
                  </a:cubicBezTo>
                  <a:cubicBezTo>
                    <a:pt x="29" y="33"/>
                    <a:pt x="30" y="34"/>
                    <a:pt x="32" y="36"/>
                  </a:cubicBezTo>
                  <a:cubicBezTo>
                    <a:pt x="33" y="36"/>
                    <a:pt x="35" y="37"/>
                    <a:pt x="36" y="38"/>
                  </a:cubicBezTo>
                  <a:cubicBezTo>
                    <a:pt x="37" y="39"/>
                    <a:pt x="38" y="39"/>
                    <a:pt x="38" y="39"/>
                  </a:cubicBezTo>
                  <a:cubicBezTo>
                    <a:pt x="38" y="39"/>
                    <a:pt x="38" y="40"/>
                    <a:pt x="38" y="40"/>
                  </a:cubicBezTo>
                  <a:cubicBezTo>
                    <a:pt x="37" y="40"/>
                    <a:pt x="36" y="41"/>
                    <a:pt x="34" y="42"/>
                  </a:cubicBezTo>
                  <a:cubicBezTo>
                    <a:pt x="34" y="42"/>
                    <a:pt x="32" y="41"/>
                    <a:pt x="30" y="39"/>
                  </a:cubicBezTo>
                  <a:cubicBezTo>
                    <a:pt x="27" y="37"/>
                    <a:pt x="25" y="35"/>
                    <a:pt x="24" y="33"/>
                  </a:cubicBezTo>
                  <a:cubicBezTo>
                    <a:pt x="23" y="32"/>
                    <a:pt x="23" y="30"/>
                    <a:pt x="22" y="29"/>
                  </a:cubicBezTo>
                  <a:cubicBezTo>
                    <a:pt x="22" y="27"/>
                    <a:pt x="21" y="26"/>
                    <a:pt x="21" y="24"/>
                  </a:cubicBezTo>
                  <a:cubicBezTo>
                    <a:pt x="19" y="28"/>
                    <a:pt x="16" y="30"/>
                    <a:pt x="13" y="32"/>
                  </a:cubicBezTo>
                  <a:cubicBezTo>
                    <a:pt x="10" y="33"/>
                    <a:pt x="8" y="34"/>
                    <a:pt x="5" y="35"/>
                  </a:cubicBezTo>
                  <a:cubicBezTo>
                    <a:pt x="3" y="35"/>
                    <a:pt x="2" y="35"/>
                    <a:pt x="2" y="35"/>
                  </a:cubicBezTo>
                  <a:cubicBezTo>
                    <a:pt x="2" y="34"/>
                    <a:pt x="1" y="33"/>
                    <a:pt x="0" y="32"/>
                  </a:cubicBezTo>
                  <a:cubicBezTo>
                    <a:pt x="0" y="31"/>
                    <a:pt x="0" y="31"/>
                    <a:pt x="0" y="31"/>
                  </a:cubicBezTo>
                  <a:cubicBezTo>
                    <a:pt x="0" y="31"/>
                    <a:pt x="0" y="30"/>
                    <a:pt x="0" y="30"/>
                  </a:cubicBezTo>
                  <a:cubicBezTo>
                    <a:pt x="0" y="31"/>
                    <a:pt x="1" y="30"/>
                    <a:pt x="3" y="30"/>
                  </a:cubicBezTo>
                  <a:cubicBezTo>
                    <a:pt x="6" y="30"/>
                    <a:pt x="8" y="29"/>
                    <a:pt x="10" y="28"/>
                  </a:cubicBezTo>
                  <a:cubicBezTo>
                    <a:pt x="13" y="27"/>
                    <a:pt x="16" y="25"/>
                    <a:pt x="17" y="22"/>
                  </a:cubicBezTo>
                  <a:cubicBezTo>
                    <a:pt x="16" y="22"/>
                    <a:pt x="14" y="21"/>
                    <a:pt x="11" y="21"/>
                  </a:cubicBezTo>
                  <a:cubicBezTo>
                    <a:pt x="9" y="21"/>
                    <a:pt x="7" y="20"/>
                    <a:pt x="4" y="20"/>
                  </a:cubicBezTo>
                  <a:cubicBezTo>
                    <a:pt x="4" y="20"/>
                    <a:pt x="4" y="19"/>
                    <a:pt x="3" y="19"/>
                  </a:cubicBezTo>
                  <a:cubicBezTo>
                    <a:pt x="3" y="19"/>
                    <a:pt x="3" y="19"/>
                    <a:pt x="3" y="19"/>
                  </a:cubicBezTo>
                  <a:cubicBezTo>
                    <a:pt x="4" y="16"/>
                    <a:pt x="4" y="16"/>
                    <a:pt x="4" y="16"/>
                  </a:cubicBezTo>
                  <a:cubicBezTo>
                    <a:pt x="4" y="15"/>
                    <a:pt x="4" y="15"/>
                    <a:pt x="5" y="15"/>
                  </a:cubicBezTo>
                  <a:cubicBezTo>
                    <a:pt x="5" y="15"/>
                    <a:pt x="5" y="15"/>
                    <a:pt x="5" y="16"/>
                  </a:cubicBezTo>
                  <a:cubicBezTo>
                    <a:pt x="9" y="17"/>
                    <a:pt x="9" y="17"/>
                    <a:pt x="9" y="17"/>
                  </a:cubicBezTo>
                  <a:cubicBezTo>
                    <a:pt x="12" y="4"/>
                    <a:pt x="12" y="4"/>
                    <a:pt x="12" y="4"/>
                  </a:cubicBezTo>
                  <a:cubicBezTo>
                    <a:pt x="12" y="4"/>
                    <a:pt x="12" y="4"/>
                    <a:pt x="13" y="4"/>
                  </a:cubicBezTo>
                  <a:cubicBezTo>
                    <a:pt x="13" y="4"/>
                    <a:pt x="14" y="4"/>
                    <a:pt x="15" y="4"/>
                  </a:cubicBezTo>
                  <a:cubicBezTo>
                    <a:pt x="16" y="4"/>
                    <a:pt x="16" y="5"/>
                    <a:pt x="16" y="5"/>
                  </a:cubicBezTo>
                  <a:cubicBezTo>
                    <a:pt x="23" y="6"/>
                    <a:pt x="23" y="6"/>
                    <a:pt x="23" y="6"/>
                  </a:cubicBezTo>
                  <a:cubicBezTo>
                    <a:pt x="24" y="2"/>
                    <a:pt x="24" y="2"/>
                    <a:pt x="24" y="2"/>
                  </a:cubicBezTo>
                  <a:cubicBezTo>
                    <a:pt x="24" y="2"/>
                    <a:pt x="24" y="1"/>
                    <a:pt x="24" y="1"/>
                  </a:cubicBezTo>
                  <a:cubicBezTo>
                    <a:pt x="24" y="1"/>
                    <a:pt x="24" y="0"/>
                    <a:pt x="24" y="0"/>
                  </a:cubicBezTo>
                  <a:cubicBezTo>
                    <a:pt x="25" y="0"/>
                    <a:pt x="25" y="0"/>
                    <a:pt x="25" y="1"/>
                  </a:cubicBezTo>
                  <a:cubicBezTo>
                    <a:pt x="25" y="1"/>
                    <a:pt x="26" y="1"/>
                    <a:pt x="26" y="1"/>
                  </a:cubicBezTo>
                  <a:cubicBezTo>
                    <a:pt x="27" y="1"/>
                    <a:pt x="28" y="1"/>
                    <a:pt x="28" y="1"/>
                  </a:cubicBezTo>
                  <a:cubicBezTo>
                    <a:pt x="29" y="1"/>
                    <a:pt x="29" y="2"/>
                    <a:pt x="29" y="2"/>
                  </a:cubicBezTo>
                  <a:cubicBezTo>
                    <a:pt x="29" y="2"/>
                    <a:pt x="29" y="2"/>
                    <a:pt x="28" y="2"/>
                  </a:cubicBezTo>
                  <a:cubicBezTo>
                    <a:pt x="28" y="3"/>
                    <a:pt x="28" y="3"/>
                    <a:pt x="28" y="3"/>
                  </a:cubicBezTo>
                  <a:cubicBezTo>
                    <a:pt x="27" y="7"/>
                    <a:pt x="27" y="7"/>
                    <a:pt x="27" y="7"/>
                  </a:cubicBezTo>
                  <a:cubicBezTo>
                    <a:pt x="35" y="9"/>
                    <a:pt x="35" y="9"/>
                    <a:pt x="35" y="9"/>
                  </a:cubicBezTo>
                  <a:close/>
                  <a:moveTo>
                    <a:pt x="32" y="22"/>
                  </a:moveTo>
                  <a:cubicBezTo>
                    <a:pt x="34" y="13"/>
                    <a:pt x="34" y="13"/>
                    <a:pt x="34" y="13"/>
                  </a:cubicBezTo>
                  <a:cubicBezTo>
                    <a:pt x="26" y="11"/>
                    <a:pt x="26" y="11"/>
                    <a:pt x="26" y="11"/>
                  </a:cubicBezTo>
                  <a:cubicBezTo>
                    <a:pt x="26" y="12"/>
                    <a:pt x="25" y="14"/>
                    <a:pt x="25" y="16"/>
                  </a:cubicBezTo>
                  <a:cubicBezTo>
                    <a:pt x="24" y="17"/>
                    <a:pt x="24" y="19"/>
                    <a:pt x="23" y="20"/>
                  </a:cubicBezTo>
                  <a:lnTo>
                    <a:pt x="32"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7" name="iṧlíďè"/>
            <p:cNvSpPr/>
            <p:nvPr/>
          </p:nvSpPr>
          <p:spPr bwMode="auto">
            <a:xfrm>
              <a:off x="3872518" y="4083665"/>
              <a:ext cx="113157" cy="118611"/>
            </a:xfrm>
            <a:custGeom>
              <a:avLst/>
              <a:gdLst>
                <a:gd name="T0" fmla="*/ 6 w 35"/>
                <a:gd name="T1" fmla="*/ 12 h 37"/>
                <a:gd name="T2" fmla="*/ 16 w 35"/>
                <a:gd name="T3" fmla="*/ 17 h 37"/>
                <a:gd name="T4" fmla="*/ 16 w 35"/>
                <a:gd name="T5" fmla="*/ 13 h 37"/>
                <a:gd name="T6" fmla="*/ 31 w 35"/>
                <a:gd name="T7" fmla="*/ 1 h 37"/>
                <a:gd name="T8" fmla="*/ 32 w 35"/>
                <a:gd name="T9" fmla="*/ 13 h 37"/>
                <a:gd name="T10" fmla="*/ 28 w 35"/>
                <a:gd name="T11" fmla="*/ 13 h 37"/>
                <a:gd name="T12" fmla="*/ 20 w 35"/>
                <a:gd name="T13" fmla="*/ 13 h 37"/>
                <a:gd name="T14" fmla="*/ 20 w 35"/>
                <a:gd name="T15" fmla="*/ 18 h 37"/>
                <a:gd name="T16" fmla="*/ 32 w 35"/>
                <a:gd name="T17" fmla="*/ 18 h 37"/>
                <a:gd name="T18" fmla="*/ 33 w 35"/>
                <a:gd name="T19" fmla="*/ 18 h 37"/>
                <a:gd name="T20" fmla="*/ 33 w 35"/>
                <a:gd name="T21" fmla="*/ 22 h 37"/>
                <a:gd name="T22" fmla="*/ 20 w 35"/>
                <a:gd name="T23" fmla="*/ 21 h 37"/>
                <a:gd name="T24" fmla="*/ 21 w 35"/>
                <a:gd name="T25" fmla="*/ 24 h 37"/>
                <a:gd name="T26" fmla="*/ 30 w 35"/>
                <a:gd name="T27" fmla="*/ 32 h 37"/>
                <a:gd name="T28" fmla="*/ 31 w 35"/>
                <a:gd name="T29" fmla="*/ 28 h 37"/>
                <a:gd name="T30" fmla="*/ 33 w 35"/>
                <a:gd name="T31" fmla="*/ 29 h 37"/>
                <a:gd name="T32" fmla="*/ 35 w 35"/>
                <a:gd name="T33" fmla="*/ 30 h 37"/>
                <a:gd name="T34" fmla="*/ 31 w 35"/>
                <a:gd name="T35" fmla="*/ 37 h 37"/>
                <a:gd name="T36" fmla="*/ 22 w 35"/>
                <a:gd name="T37" fmla="*/ 32 h 37"/>
                <a:gd name="T38" fmla="*/ 17 w 35"/>
                <a:gd name="T39" fmla="*/ 21 h 37"/>
                <a:gd name="T40" fmla="*/ 5 w 35"/>
                <a:gd name="T41" fmla="*/ 31 h 37"/>
                <a:gd name="T42" fmla="*/ 17 w 35"/>
                <a:gd name="T43" fmla="*/ 29 h 37"/>
                <a:gd name="T44" fmla="*/ 18 w 35"/>
                <a:gd name="T45" fmla="*/ 29 h 37"/>
                <a:gd name="T46" fmla="*/ 17 w 35"/>
                <a:gd name="T47" fmla="*/ 33 h 37"/>
                <a:gd name="T48" fmla="*/ 3 w 35"/>
                <a:gd name="T49" fmla="*/ 36 h 37"/>
                <a:gd name="T50" fmla="*/ 2 w 35"/>
                <a:gd name="T51" fmla="*/ 36 h 37"/>
                <a:gd name="T52" fmla="*/ 0 w 35"/>
                <a:gd name="T53" fmla="*/ 32 h 37"/>
                <a:gd name="T54" fmla="*/ 1 w 35"/>
                <a:gd name="T55" fmla="*/ 25 h 37"/>
                <a:gd name="T56" fmla="*/ 2 w 35"/>
                <a:gd name="T57" fmla="*/ 2 h 37"/>
                <a:gd name="T58" fmla="*/ 2 w 35"/>
                <a:gd name="T59" fmla="*/ 0 h 37"/>
                <a:gd name="T60" fmla="*/ 4 w 35"/>
                <a:gd name="T61" fmla="*/ 0 h 37"/>
                <a:gd name="T62" fmla="*/ 28 w 35"/>
                <a:gd name="T63" fmla="*/ 9 h 37"/>
                <a:gd name="T64" fmla="*/ 6 w 35"/>
                <a:gd name="T65" fmla="*/ 4 h 37"/>
                <a:gd name="T66" fmla="*/ 28 w 35"/>
                <a:gd name="T67" fmla="*/ 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37">
                  <a:moveTo>
                    <a:pt x="16" y="13"/>
                  </a:moveTo>
                  <a:cubicBezTo>
                    <a:pt x="6" y="12"/>
                    <a:pt x="6" y="12"/>
                    <a:pt x="6" y="12"/>
                  </a:cubicBezTo>
                  <a:cubicBezTo>
                    <a:pt x="6" y="17"/>
                    <a:pt x="6" y="17"/>
                    <a:pt x="6" y="17"/>
                  </a:cubicBezTo>
                  <a:cubicBezTo>
                    <a:pt x="16" y="17"/>
                    <a:pt x="16" y="17"/>
                    <a:pt x="16" y="17"/>
                  </a:cubicBezTo>
                  <a:cubicBezTo>
                    <a:pt x="16" y="17"/>
                    <a:pt x="16" y="16"/>
                    <a:pt x="16" y="15"/>
                  </a:cubicBezTo>
                  <a:cubicBezTo>
                    <a:pt x="16" y="14"/>
                    <a:pt x="16" y="13"/>
                    <a:pt x="16" y="13"/>
                  </a:cubicBezTo>
                  <a:close/>
                  <a:moveTo>
                    <a:pt x="29" y="1"/>
                  </a:moveTo>
                  <a:cubicBezTo>
                    <a:pt x="31" y="1"/>
                    <a:pt x="31" y="1"/>
                    <a:pt x="31" y="1"/>
                  </a:cubicBezTo>
                  <a:cubicBezTo>
                    <a:pt x="32" y="1"/>
                    <a:pt x="32" y="1"/>
                    <a:pt x="32" y="1"/>
                  </a:cubicBezTo>
                  <a:cubicBezTo>
                    <a:pt x="32" y="8"/>
                    <a:pt x="32" y="12"/>
                    <a:pt x="32" y="13"/>
                  </a:cubicBezTo>
                  <a:cubicBezTo>
                    <a:pt x="32" y="13"/>
                    <a:pt x="31" y="13"/>
                    <a:pt x="31" y="13"/>
                  </a:cubicBezTo>
                  <a:cubicBezTo>
                    <a:pt x="28" y="13"/>
                    <a:pt x="28" y="13"/>
                    <a:pt x="28" y="13"/>
                  </a:cubicBezTo>
                  <a:cubicBezTo>
                    <a:pt x="28" y="13"/>
                    <a:pt x="28" y="13"/>
                    <a:pt x="28" y="13"/>
                  </a:cubicBezTo>
                  <a:cubicBezTo>
                    <a:pt x="20" y="13"/>
                    <a:pt x="20" y="13"/>
                    <a:pt x="20" y="13"/>
                  </a:cubicBezTo>
                  <a:cubicBezTo>
                    <a:pt x="20" y="14"/>
                    <a:pt x="20" y="14"/>
                    <a:pt x="20" y="15"/>
                  </a:cubicBezTo>
                  <a:cubicBezTo>
                    <a:pt x="20" y="16"/>
                    <a:pt x="20" y="17"/>
                    <a:pt x="20" y="18"/>
                  </a:cubicBezTo>
                  <a:cubicBezTo>
                    <a:pt x="22" y="18"/>
                    <a:pt x="23" y="18"/>
                    <a:pt x="24" y="18"/>
                  </a:cubicBezTo>
                  <a:cubicBezTo>
                    <a:pt x="29" y="18"/>
                    <a:pt x="32" y="18"/>
                    <a:pt x="32" y="18"/>
                  </a:cubicBezTo>
                  <a:cubicBezTo>
                    <a:pt x="33" y="18"/>
                    <a:pt x="33" y="18"/>
                    <a:pt x="33" y="18"/>
                  </a:cubicBezTo>
                  <a:cubicBezTo>
                    <a:pt x="33" y="18"/>
                    <a:pt x="33" y="18"/>
                    <a:pt x="33" y="18"/>
                  </a:cubicBezTo>
                  <a:cubicBezTo>
                    <a:pt x="33" y="22"/>
                    <a:pt x="33" y="22"/>
                    <a:pt x="33" y="22"/>
                  </a:cubicBezTo>
                  <a:cubicBezTo>
                    <a:pt x="33" y="22"/>
                    <a:pt x="33" y="22"/>
                    <a:pt x="33" y="22"/>
                  </a:cubicBezTo>
                  <a:cubicBezTo>
                    <a:pt x="33" y="22"/>
                    <a:pt x="32" y="22"/>
                    <a:pt x="32" y="22"/>
                  </a:cubicBezTo>
                  <a:cubicBezTo>
                    <a:pt x="20" y="21"/>
                    <a:pt x="20" y="21"/>
                    <a:pt x="20" y="21"/>
                  </a:cubicBezTo>
                  <a:cubicBezTo>
                    <a:pt x="21" y="22"/>
                    <a:pt x="21" y="22"/>
                    <a:pt x="21" y="23"/>
                  </a:cubicBezTo>
                  <a:cubicBezTo>
                    <a:pt x="21" y="23"/>
                    <a:pt x="21" y="24"/>
                    <a:pt x="21" y="24"/>
                  </a:cubicBezTo>
                  <a:cubicBezTo>
                    <a:pt x="22" y="26"/>
                    <a:pt x="23" y="28"/>
                    <a:pt x="25" y="29"/>
                  </a:cubicBezTo>
                  <a:cubicBezTo>
                    <a:pt x="28" y="32"/>
                    <a:pt x="29" y="32"/>
                    <a:pt x="30" y="32"/>
                  </a:cubicBezTo>
                  <a:cubicBezTo>
                    <a:pt x="30" y="32"/>
                    <a:pt x="31" y="31"/>
                    <a:pt x="31" y="29"/>
                  </a:cubicBezTo>
                  <a:cubicBezTo>
                    <a:pt x="31" y="29"/>
                    <a:pt x="31" y="29"/>
                    <a:pt x="31" y="28"/>
                  </a:cubicBezTo>
                  <a:cubicBezTo>
                    <a:pt x="31" y="28"/>
                    <a:pt x="31" y="28"/>
                    <a:pt x="31" y="28"/>
                  </a:cubicBezTo>
                  <a:cubicBezTo>
                    <a:pt x="32" y="28"/>
                    <a:pt x="33" y="29"/>
                    <a:pt x="33" y="29"/>
                  </a:cubicBezTo>
                  <a:cubicBezTo>
                    <a:pt x="34" y="29"/>
                    <a:pt x="34" y="29"/>
                    <a:pt x="35" y="29"/>
                  </a:cubicBezTo>
                  <a:cubicBezTo>
                    <a:pt x="35" y="29"/>
                    <a:pt x="35" y="30"/>
                    <a:pt x="35" y="30"/>
                  </a:cubicBezTo>
                  <a:cubicBezTo>
                    <a:pt x="35" y="31"/>
                    <a:pt x="35" y="32"/>
                    <a:pt x="34" y="34"/>
                  </a:cubicBezTo>
                  <a:cubicBezTo>
                    <a:pt x="33" y="36"/>
                    <a:pt x="32" y="37"/>
                    <a:pt x="31" y="37"/>
                  </a:cubicBezTo>
                  <a:cubicBezTo>
                    <a:pt x="30" y="37"/>
                    <a:pt x="29" y="37"/>
                    <a:pt x="28" y="36"/>
                  </a:cubicBezTo>
                  <a:cubicBezTo>
                    <a:pt x="25" y="35"/>
                    <a:pt x="23" y="34"/>
                    <a:pt x="22" y="32"/>
                  </a:cubicBezTo>
                  <a:cubicBezTo>
                    <a:pt x="20" y="30"/>
                    <a:pt x="18" y="28"/>
                    <a:pt x="17" y="25"/>
                  </a:cubicBezTo>
                  <a:cubicBezTo>
                    <a:pt x="17" y="24"/>
                    <a:pt x="17" y="22"/>
                    <a:pt x="17" y="21"/>
                  </a:cubicBezTo>
                  <a:cubicBezTo>
                    <a:pt x="6" y="21"/>
                    <a:pt x="6" y="21"/>
                    <a:pt x="6" y="21"/>
                  </a:cubicBezTo>
                  <a:cubicBezTo>
                    <a:pt x="5" y="31"/>
                    <a:pt x="5" y="31"/>
                    <a:pt x="5" y="31"/>
                  </a:cubicBezTo>
                  <a:cubicBezTo>
                    <a:pt x="7" y="31"/>
                    <a:pt x="9" y="31"/>
                    <a:pt x="11" y="30"/>
                  </a:cubicBezTo>
                  <a:cubicBezTo>
                    <a:pt x="12" y="30"/>
                    <a:pt x="14" y="30"/>
                    <a:pt x="17" y="29"/>
                  </a:cubicBezTo>
                  <a:cubicBezTo>
                    <a:pt x="18" y="29"/>
                    <a:pt x="18" y="29"/>
                    <a:pt x="18" y="29"/>
                  </a:cubicBezTo>
                  <a:cubicBezTo>
                    <a:pt x="18" y="29"/>
                    <a:pt x="18" y="29"/>
                    <a:pt x="18" y="29"/>
                  </a:cubicBezTo>
                  <a:cubicBezTo>
                    <a:pt x="18" y="32"/>
                    <a:pt x="18" y="32"/>
                    <a:pt x="18" y="32"/>
                  </a:cubicBezTo>
                  <a:cubicBezTo>
                    <a:pt x="18" y="33"/>
                    <a:pt x="18" y="33"/>
                    <a:pt x="17" y="33"/>
                  </a:cubicBezTo>
                  <a:cubicBezTo>
                    <a:pt x="15" y="33"/>
                    <a:pt x="13" y="34"/>
                    <a:pt x="11" y="34"/>
                  </a:cubicBezTo>
                  <a:cubicBezTo>
                    <a:pt x="8" y="35"/>
                    <a:pt x="6" y="35"/>
                    <a:pt x="3" y="36"/>
                  </a:cubicBezTo>
                  <a:cubicBezTo>
                    <a:pt x="3" y="36"/>
                    <a:pt x="3" y="36"/>
                    <a:pt x="3" y="36"/>
                  </a:cubicBezTo>
                  <a:cubicBezTo>
                    <a:pt x="3" y="36"/>
                    <a:pt x="2" y="36"/>
                    <a:pt x="2" y="36"/>
                  </a:cubicBezTo>
                  <a:cubicBezTo>
                    <a:pt x="2" y="36"/>
                    <a:pt x="1" y="36"/>
                    <a:pt x="1" y="34"/>
                  </a:cubicBezTo>
                  <a:cubicBezTo>
                    <a:pt x="0" y="33"/>
                    <a:pt x="0" y="32"/>
                    <a:pt x="0" y="32"/>
                  </a:cubicBezTo>
                  <a:cubicBezTo>
                    <a:pt x="0" y="32"/>
                    <a:pt x="1" y="31"/>
                    <a:pt x="1" y="30"/>
                  </a:cubicBezTo>
                  <a:cubicBezTo>
                    <a:pt x="1" y="29"/>
                    <a:pt x="1" y="27"/>
                    <a:pt x="1" y="25"/>
                  </a:cubicBezTo>
                  <a:cubicBezTo>
                    <a:pt x="1" y="22"/>
                    <a:pt x="1" y="19"/>
                    <a:pt x="1" y="15"/>
                  </a:cubicBezTo>
                  <a:cubicBezTo>
                    <a:pt x="1" y="11"/>
                    <a:pt x="2" y="6"/>
                    <a:pt x="2" y="2"/>
                  </a:cubicBezTo>
                  <a:cubicBezTo>
                    <a:pt x="2" y="1"/>
                    <a:pt x="2" y="1"/>
                    <a:pt x="2" y="1"/>
                  </a:cubicBezTo>
                  <a:cubicBezTo>
                    <a:pt x="2" y="0"/>
                    <a:pt x="2" y="0"/>
                    <a:pt x="2" y="0"/>
                  </a:cubicBezTo>
                  <a:cubicBezTo>
                    <a:pt x="2" y="0"/>
                    <a:pt x="2" y="0"/>
                    <a:pt x="2" y="0"/>
                  </a:cubicBezTo>
                  <a:cubicBezTo>
                    <a:pt x="3" y="0"/>
                    <a:pt x="3" y="0"/>
                    <a:pt x="4" y="0"/>
                  </a:cubicBezTo>
                  <a:cubicBezTo>
                    <a:pt x="29" y="1"/>
                    <a:pt x="29" y="1"/>
                    <a:pt x="29" y="1"/>
                  </a:cubicBezTo>
                  <a:close/>
                  <a:moveTo>
                    <a:pt x="28" y="9"/>
                  </a:moveTo>
                  <a:cubicBezTo>
                    <a:pt x="28" y="5"/>
                    <a:pt x="28" y="5"/>
                    <a:pt x="28" y="5"/>
                  </a:cubicBezTo>
                  <a:cubicBezTo>
                    <a:pt x="6" y="4"/>
                    <a:pt x="6" y="4"/>
                    <a:pt x="6" y="4"/>
                  </a:cubicBezTo>
                  <a:cubicBezTo>
                    <a:pt x="6" y="8"/>
                    <a:pt x="6" y="8"/>
                    <a:pt x="6" y="8"/>
                  </a:cubicBezTo>
                  <a:lnTo>
                    <a:pt x="28"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ïṣḷiḋè"/>
            <p:cNvSpPr/>
            <p:nvPr/>
          </p:nvSpPr>
          <p:spPr bwMode="auto">
            <a:xfrm>
              <a:off x="4011579" y="4076849"/>
              <a:ext cx="134971" cy="125427"/>
            </a:xfrm>
            <a:custGeom>
              <a:avLst/>
              <a:gdLst>
                <a:gd name="T0" fmla="*/ 1 w 42"/>
                <a:gd name="T1" fmla="*/ 11 h 39"/>
                <a:gd name="T2" fmla="*/ 1 w 42"/>
                <a:gd name="T3" fmla="*/ 7 h 39"/>
                <a:gd name="T4" fmla="*/ 9 w 42"/>
                <a:gd name="T5" fmla="*/ 7 h 39"/>
                <a:gd name="T6" fmla="*/ 17 w 42"/>
                <a:gd name="T7" fmla="*/ 6 h 39"/>
                <a:gd name="T8" fmla="*/ 17 w 42"/>
                <a:gd name="T9" fmla="*/ 10 h 39"/>
                <a:gd name="T10" fmla="*/ 9 w 42"/>
                <a:gd name="T11" fmla="*/ 10 h 39"/>
                <a:gd name="T12" fmla="*/ 9 w 42"/>
                <a:gd name="T13" fmla="*/ 15 h 39"/>
                <a:gd name="T14" fmla="*/ 16 w 42"/>
                <a:gd name="T15" fmla="*/ 16 h 39"/>
                <a:gd name="T16" fmla="*/ 14 w 42"/>
                <a:gd name="T17" fmla="*/ 37 h 39"/>
                <a:gd name="T18" fmla="*/ 9 w 42"/>
                <a:gd name="T19" fmla="*/ 36 h 39"/>
                <a:gd name="T20" fmla="*/ 9 w 42"/>
                <a:gd name="T21" fmla="*/ 35 h 39"/>
                <a:gd name="T22" fmla="*/ 12 w 42"/>
                <a:gd name="T23" fmla="*/ 34 h 39"/>
                <a:gd name="T24" fmla="*/ 13 w 42"/>
                <a:gd name="T25" fmla="*/ 18 h 39"/>
                <a:gd name="T26" fmla="*/ 9 w 42"/>
                <a:gd name="T27" fmla="*/ 25 h 39"/>
                <a:gd name="T28" fmla="*/ 7 w 42"/>
                <a:gd name="T29" fmla="*/ 39 h 39"/>
                <a:gd name="T30" fmla="*/ 4 w 42"/>
                <a:gd name="T31" fmla="*/ 35 h 39"/>
                <a:gd name="T32" fmla="*/ 5 w 42"/>
                <a:gd name="T33" fmla="*/ 19 h 39"/>
                <a:gd name="T34" fmla="*/ 10 w 42"/>
                <a:gd name="T35" fmla="*/ 3 h 39"/>
                <a:gd name="T36" fmla="*/ 6 w 42"/>
                <a:gd name="T37" fmla="*/ 0 h 39"/>
                <a:gd name="T38" fmla="*/ 7 w 42"/>
                <a:gd name="T39" fmla="*/ 6 h 39"/>
                <a:gd name="T40" fmla="*/ 11 w 42"/>
                <a:gd name="T41" fmla="*/ 5 h 39"/>
                <a:gd name="T42" fmla="*/ 33 w 42"/>
                <a:gd name="T43" fmla="*/ 13 h 39"/>
                <a:gd name="T44" fmla="*/ 37 w 42"/>
                <a:gd name="T45" fmla="*/ 13 h 39"/>
                <a:gd name="T46" fmla="*/ 37 w 42"/>
                <a:gd name="T47" fmla="*/ 16 h 39"/>
                <a:gd name="T48" fmla="*/ 32 w 42"/>
                <a:gd name="T49" fmla="*/ 17 h 39"/>
                <a:gd name="T50" fmla="*/ 36 w 42"/>
                <a:gd name="T51" fmla="*/ 21 h 39"/>
                <a:gd name="T52" fmla="*/ 40 w 42"/>
                <a:gd name="T53" fmla="*/ 21 h 39"/>
                <a:gd name="T54" fmla="*/ 40 w 42"/>
                <a:gd name="T55" fmla="*/ 25 h 39"/>
                <a:gd name="T56" fmla="*/ 34 w 42"/>
                <a:gd name="T57" fmla="*/ 27 h 39"/>
                <a:gd name="T58" fmla="*/ 41 w 42"/>
                <a:gd name="T59" fmla="*/ 33 h 39"/>
                <a:gd name="T60" fmla="*/ 40 w 42"/>
                <a:gd name="T61" fmla="*/ 36 h 39"/>
                <a:gd name="T62" fmla="*/ 33 w 42"/>
                <a:gd name="T63" fmla="*/ 31 h 39"/>
                <a:gd name="T64" fmla="*/ 24 w 42"/>
                <a:gd name="T65" fmla="*/ 37 h 39"/>
                <a:gd name="T66" fmla="*/ 19 w 42"/>
                <a:gd name="T67" fmla="*/ 35 h 39"/>
                <a:gd name="T68" fmla="*/ 27 w 42"/>
                <a:gd name="T69" fmla="*/ 28 h 39"/>
                <a:gd name="T70" fmla="*/ 24 w 42"/>
                <a:gd name="T71" fmla="*/ 26 h 39"/>
                <a:gd name="T72" fmla="*/ 20 w 42"/>
                <a:gd name="T73" fmla="*/ 26 h 39"/>
                <a:gd name="T74" fmla="*/ 20 w 42"/>
                <a:gd name="T75" fmla="*/ 22 h 39"/>
                <a:gd name="T76" fmla="*/ 28 w 42"/>
                <a:gd name="T77" fmla="*/ 20 h 39"/>
                <a:gd name="T78" fmla="*/ 26 w 42"/>
                <a:gd name="T79" fmla="*/ 17 h 39"/>
                <a:gd name="T80" fmla="*/ 21 w 42"/>
                <a:gd name="T81" fmla="*/ 20 h 39"/>
                <a:gd name="T82" fmla="*/ 23 w 42"/>
                <a:gd name="T83" fmla="*/ 15 h 39"/>
                <a:gd name="T84" fmla="*/ 24 w 42"/>
                <a:gd name="T85" fmla="*/ 10 h 39"/>
                <a:gd name="T86" fmla="*/ 28 w 42"/>
                <a:gd name="T87" fmla="*/ 12 h 39"/>
                <a:gd name="T88" fmla="*/ 24 w 42"/>
                <a:gd name="T89" fmla="*/ 4 h 39"/>
                <a:gd name="T90" fmla="*/ 24 w 42"/>
                <a:gd name="T91" fmla="*/ 1 h 39"/>
                <a:gd name="T92" fmla="*/ 20 w 42"/>
                <a:gd name="T93" fmla="*/ 0 h 39"/>
                <a:gd name="T94" fmla="*/ 19 w 42"/>
                <a:gd name="T95" fmla="*/ 8 h 39"/>
                <a:gd name="T96" fmla="*/ 17 w 42"/>
                <a:gd name="T97" fmla="*/ 14 h 39"/>
                <a:gd name="T98" fmla="*/ 23 w 42"/>
                <a:gd name="T99" fmla="*/ 9 h 39"/>
                <a:gd name="T100" fmla="*/ 30 w 42"/>
                <a:gd name="T101" fmla="*/ 7 h 39"/>
                <a:gd name="T102" fmla="*/ 38 w 42"/>
                <a:gd name="T103" fmla="*/ 7 h 39"/>
                <a:gd name="T104" fmla="*/ 38 w 42"/>
                <a:gd name="T105" fmla="*/ 3 h 39"/>
                <a:gd name="T106" fmla="*/ 30 w 42"/>
                <a:gd name="T107"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39">
                  <a:moveTo>
                    <a:pt x="4" y="11"/>
                  </a:moveTo>
                  <a:cubicBezTo>
                    <a:pt x="2" y="11"/>
                    <a:pt x="2" y="11"/>
                    <a:pt x="2" y="11"/>
                  </a:cubicBezTo>
                  <a:cubicBezTo>
                    <a:pt x="1" y="11"/>
                    <a:pt x="1" y="11"/>
                    <a:pt x="1" y="11"/>
                  </a:cubicBezTo>
                  <a:cubicBezTo>
                    <a:pt x="1" y="11"/>
                    <a:pt x="1" y="11"/>
                    <a:pt x="1" y="11"/>
                  </a:cubicBezTo>
                  <a:cubicBezTo>
                    <a:pt x="0" y="7"/>
                    <a:pt x="0" y="7"/>
                    <a:pt x="0" y="7"/>
                  </a:cubicBezTo>
                  <a:cubicBezTo>
                    <a:pt x="0" y="7"/>
                    <a:pt x="0" y="7"/>
                    <a:pt x="1" y="7"/>
                  </a:cubicBezTo>
                  <a:cubicBezTo>
                    <a:pt x="1" y="7"/>
                    <a:pt x="1" y="7"/>
                    <a:pt x="1" y="7"/>
                  </a:cubicBezTo>
                  <a:cubicBezTo>
                    <a:pt x="2" y="7"/>
                    <a:pt x="3" y="7"/>
                    <a:pt x="5" y="7"/>
                  </a:cubicBezTo>
                  <a:cubicBezTo>
                    <a:pt x="7" y="7"/>
                    <a:pt x="8" y="7"/>
                    <a:pt x="9" y="7"/>
                  </a:cubicBezTo>
                  <a:cubicBezTo>
                    <a:pt x="10" y="6"/>
                    <a:pt x="11" y="6"/>
                    <a:pt x="13" y="6"/>
                  </a:cubicBezTo>
                  <a:cubicBezTo>
                    <a:pt x="14" y="6"/>
                    <a:pt x="15" y="6"/>
                    <a:pt x="16" y="6"/>
                  </a:cubicBezTo>
                  <a:cubicBezTo>
                    <a:pt x="16" y="6"/>
                    <a:pt x="17" y="6"/>
                    <a:pt x="17" y="6"/>
                  </a:cubicBezTo>
                  <a:cubicBezTo>
                    <a:pt x="17" y="6"/>
                    <a:pt x="17" y="6"/>
                    <a:pt x="17" y="6"/>
                  </a:cubicBezTo>
                  <a:cubicBezTo>
                    <a:pt x="17" y="10"/>
                    <a:pt x="17" y="10"/>
                    <a:pt x="17" y="10"/>
                  </a:cubicBezTo>
                  <a:cubicBezTo>
                    <a:pt x="17" y="10"/>
                    <a:pt x="17" y="10"/>
                    <a:pt x="17" y="10"/>
                  </a:cubicBezTo>
                  <a:cubicBezTo>
                    <a:pt x="17" y="10"/>
                    <a:pt x="16" y="10"/>
                    <a:pt x="16" y="10"/>
                  </a:cubicBezTo>
                  <a:cubicBezTo>
                    <a:pt x="15" y="10"/>
                    <a:pt x="14" y="10"/>
                    <a:pt x="12" y="10"/>
                  </a:cubicBezTo>
                  <a:cubicBezTo>
                    <a:pt x="10" y="10"/>
                    <a:pt x="9" y="10"/>
                    <a:pt x="9" y="10"/>
                  </a:cubicBezTo>
                  <a:cubicBezTo>
                    <a:pt x="8" y="10"/>
                    <a:pt x="8" y="10"/>
                    <a:pt x="8" y="10"/>
                  </a:cubicBezTo>
                  <a:cubicBezTo>
                    <a:pt x="8" y="11"/>
                    <a:pt x="8" y="12"/>
                    <a:pt x="8" y="12"/>
                  </a:cubicBezTo>
                  <a:cubicBezTo>
                    <a:pt x="8" y="13"/>
                    <a:pt x="9" y="14"/>
                    <a:pt x="9" y="15"/>
                  </a:cubicBezTo>
                  <a:cubicBezTo>
                    <a:pt x="13" y="15"/>
                    <a:pt x="13" y="15"/>
                    <a:pt x="13" y="15"/>
                  </a:cubicBezTo>
                  <a:cubicBezTo>
                    <a:pt x="16" y="14"/>
                    <a:pt x="16" y="14"/>
                    <a:pt x="16" y="14"/>
                  </a:cubicBezTo>
                  <a:cubicBezTo>
                    <a:pt x="16" y="14"/>
                    <a:pt x="16" y="15"/>
                    <a:pt x="16" y="16"/>
                  </a:cubicBezTo>
                  <a:cubicBezTo>
                    <a:pt x="17" y="19"/>
                    <a:pt x="17" y="22"/>
                    <a:pt x="17" y="26"/>
                  </a:cubicBezTo>
                  <a:cubicBezTo>
                    <a:pt x="17" y="31"/>
                    <a:pt x="17" y="33"/>
                    <a:pt x="17" y="34"/>
                  </a:cubicBezTo>
                  <a:cubicBezTo>
                    <a:pt x="16" y="36"/>
                    <a:pt x="16" y="37"/>
                    <a:pt x="14" y="37"/>
                  </a:cubicBezTo>
                  <a:cubicBezTo>
                    <a:pt x="13" y="38"/>
                    <a:pt x="12" y="38"/>
                    <a:pt x="11" y="38"/>
                  </a:cubicBezTo>
                  <a:cubicBezTo>
                    <a:pt x="10" y="38"/>
                    <a:pt x="10" y="38"/>
                    <a:pt x="10" y="38"/>
                  </a:cubicBezTo>
                  <a:cubicBezTo>
                    <a:pt x="9" y="38"/>
                    <a:pt x="9" y="37"/>
                    <a:pt x="9" y="36"/>
                  </a:cubicBezTo>
                  <a:cubicBezTo>
                    <a:pt x="9" y="36"/>
                    <a:pt x="8" y="35"/>
                    <a:pt x="8" y="35"/>
                  </a:cubicBezTo>
                  <a:cubicBezTo>
                    <a:pt x="8" y="35"/>
                    <a:pt x="8" y="35"/>
                    <a:pt x="8" y="35"/>
                  </a:cubicBezTo>
                  <a:cubicBezTo>
                    <a:pt x="8" y="35"/>
                    <a:pt x="8" y="35"/>
                    <a:pt x="9" y="35"/>
                  </a:cubicBezTo>
                  <a:cubicBezTo>
                    <a:pt x="9" y="35"/>
                    <a:pt x="9" y="35"/>
                    <a:pt x="9" y="35"/>
                  </a:cubicBezTo>
                  <a:cubicBezTo>
                    <a:pt x="10" y="35"/>
                    <a:pt x="10" y="35"/>
                    <a:pt x="10" y="35"/>
                  </a:cubicBezTo>
                  <a:cubicBezTo>
                    <a:pt x="11" y="35"/>
                    <a:pt x="11" y="35"/>
                    <a:pt x="12" y="34"/>
                  </a:cubicBezTo>
                  <a:cubicBezTo>
                    <a:pt x="12" y="34"/>
                    <a:pt x="13" y="34"/>
                    <a:pt x="13" y="33"/>
                  </a:cubicBezTo>
                  <a:cubicBezTo>
                    <a:pt x="13" y="32"/>
                    <a:pt x="13" y="29"/>
                    <a:pt x="13" y="25"/>
                  </a:cubicBezTo>
                  <a:cubicBezTo>
                    <a:pt x="13" y="23"/>
                    <a:pt x="13" y="20"/>
                    <a:pt x="13" y="18"/>
                  </a:cubicBezTo>
                  <a:cubicBezTo>
                    <a:pt x="9" y="19"/>
                    <a:pt x="9" y="19"/>
                    <a:pt x="9" y="19"/>
                  </a:cubicBezTo>
                  <a:cubicBezTo>
                    <a:pt x="9" y="19"/>
                    <a:pt x="9" y="19"/>
                    <a:pt x="9" y="19"/>
                  </a:cubicBezTo>
                  <a:cubicBezTo>
                    <a:pt x="9" y="20"/>
                    <a:pt x="9" y="23"/>
                    <a:pt x="9" y="25"/>
                  </a:cubicBezTo>
                  <a:cubicBezTo>
                    <a:pt x="9" y="28"/>
                    <a:pt x="9" y="31"/>
                    <a:pt x="9" y="32"/>
                  </a:cubicBezTo>
                  <a:cubicBezTo>
                    <a:pt x="8" y="35"/>
                    <a:pt x="8" y="36"/>
                    <a:pt x="7" y="38"/>
                  </a:cubicBezTo>
                  <a:cubicBezTo>
                    <a:pt x="7" y="38"/>
                    <a:pt x="7" y="38"/>
                    <a:pt x="7" y="39"/>
                  </a:cubicBezTo>
                  <a:cubicBezTo>
                    <a:pt x="6" y="38"/>
                    <a:pt x="5" y="38"/>
                    <a:pt x="4" y="38"/>
                  </a:cubicBezTo>
                  <a:cubicBezTo>
                    <a:pt x="3" y="37"/>
                    <a:pt x="3" y="37"/>
                    <a:pt x="3" y="37"/>
                  </a:cubicBezTo>
                  <a:cubicBezTo>
                    <a:pt x="3" y="36"/>
                    <a:pt x="4" y="36"/>
                    <a:pt x="4" y="35"/>
                  </a:cubicBezTo>
                  <a:cubicBezTo>
                    <a:pt x="4" y="34"/>
                    <a:pt x="4" y="33"/>
                    <a:pt x="5" y="31"/>
                  </a:cubicBezTo>
                  <a:cubicBezTo>
                    <a:pt x="5" y="30"/>
                    <a:pt x="5" y="28"/>
                    <a:pt x="5" y="26"/>
                  </a:cubicBezTo>
                  <a:cubicBezTo>
                    <a:pt x="5" y="24"/>
                    <a:pt x="5" y="22"/>
                    <a:pt x="5" y="19"/>
                  </a:cubicBezTo>
                  <a:cubicBezTo>
                    <a:pt x="4" y="11"/>
                    <a:pt x="4" y="11"/>
                    <a:pt x="4" y="11"/>
                  </a:cubicBezTo>
                  <a:close/>
                  <a:moveTo>
                    <a:pt x="11" y="5"/>
                  </a:moveTo>
                  <a:cubicBezTo>
                    <a:pt x="11" y="5"/>
                    <a:pt x="11" y="5"/>
                    <a:pt x="10" y="3"/>
                  </a:cubicBezTo>
                  <a:cubicBezTo>
                    <a:pt x="10" y="2"/>
                    <a:pt x="9" y="1"/>
                    <a:pt x="8" y="0"/>
                  </a:cubicBezTo>
                  <a:cubicBezTo>
                    <a:pt x="8" y="0"/>
                    <a:pt x="8" y="0"/>
                    <a:pt x="8" y="0"/>
                  </a:cubicBezTo>
                  <a:cubicBezTo>
                    <a:pt x="8" y="0"/>
                    <a:pt x="7" y="0"/>
                    <a:pt x="6" y="0"/>
                  </a:cubicBezTo>
                  <a:cubicBezTo>
                    <a:pt x="5" y="0"/>
                    <a:pt x="5" y="0"/>
                    <a:pt x="4" y="1"/>
                  </a:cubicBezTo>
                  <a:cubicBezTo>
                    <a:pt x="4" y="1"/>
                    <a:pt x="4" y="1"/>
                    <a:pt x="4" y="1"/>
                  </a:cubicBezTo>
                  <a:cubicBezTo>
                    <a:pt x="5" y="2"/>
                    <a:pt x="6" y="4"/>
                    <a:pt x="7" y="6"/>
                  </a:cubicBezTo>
                  <a:cubicBezTo>
                    <a:pt x="7" y="6"/>
                    <a:pt x="7" y="6"/>
                    <a:pt x="7" y="6"/>
                  </a:cubicBezTo>
                  <a:cubicBezTo>
                    <a:pt x="8" y="6"/>
                    <a:pt x="8" y="6"/>
                    <a:pt x="9" y="6"/>
                  </a:cubicBezTo>
                  <a:cubicBezTo>
                    <a:pt x="10" y="6"/>
                    <a:pt x="11" y="6"/>
                    <a:pt x="11" y="5"/>
                  </a:cubicBezTo>
                  <a:close/>
                  <a:moveTo>
                    <a:pt x="27" y="13"/>
                  </a:moveTo>
                  <a:cubicBezTo>
                    <a:pt x="30" y="13"/>
                    <a:pt x="30" y="13"/>
                    <a:pt x="30" y="13"/>
                  </a:cubicBezTo>
                  <a:cubicBezTo>
                    <a:pt x="31" y="13"/>
                    <a:pt x="32" y="13"/>
                    <a:pt x="33" y="13"/>
                  </a:cubicBezTo>
                  <a:cubicBezTo>
                    <a:pt x="35" y="13"/>
                    <a:pt x="36" y="13"/>
                    <a:pt x="36" y="13"/>
                  </a:cubicBezTo>
                  <a:cubicBezTo>
                    <a:pt x="36" y="12"/>
                    <a:pt x="37" y="12"/>
                    <a:pt x="37" y="12"/>
                  </a:cubicBezTo>
                  <a:cubicBezTo>
                    <a:pt x="37" y="12"/>
                    <a:pt x="37" y="13"/>
                    <a:pt x="37" y="13"/>
                  </a:cubicBezTo>
                  <a:cubicBezTo>
                    <a:pt x="37" y="16"/>
                    <a:pt x="37" y="16"/>
                    <a:pt x="37" y="16"/>
                  </a:cubicBezTo>
                  <a:cubicBezTo>
                    <a:pt x="37" y="16"/>
                    <a:pt x="37" y="16"/>
                    <a:pt x="37" y="16"/>
                  </a:cubicBezTo>
                  <a:cubicBezTo>
                    <a:pt x="37" y="16"/>
                    <a:pt x="37" y="16"/>
                    <a:pt x="37" y="16"/>
                  </a:cubicBezTo>
                  <a:cubicBezTo>
                    <a:pt x="36" y="17"/>
                    <a:pt x="35" y="17"/>
                    <a:pt x="34" y="17"/>
                  </a:cubicBezTo>
                  <a:cubicBezTo>
                    <a:pt x="33" y="17"/>
                    <a:pt x="32" y="17"/>
                    <a:pt x="32" y="17"/>
                  </a:cubicBezTo>
                  <a:cubicBezTo>
                    <a:pt x="32" y="17"/>
                    <a:pt x="32" y="17"/>
                    <a:pt x="32" y="17"/>
                  </a:cubicBezTo>
                  <a:cubicBezTo>
                    <a:pt x="32" y="18"/>
                    <a:pt x="32" y="19"/>
                    <a:pt x="32" y="20"/>
                  </a:cubicBezTo>
                  <a:cubicBezTo>
                    <a:pt x="32" y="21"/>
                    <a:pt x="32" y="21"/>
                    <a:pt x="32" y="22"/>
                  </a:cubicBezTo>
                  <a:cubicBezTo>
                    <a:pt x="33" y="22"/>
                    <a:pt x="35" y="21"/>
                    <a:pt x="36" y="21"/>
                  </a:cubicBezTo>
                  <a:cubicBezTo>
                    <a:pt x="37" y="21"/>
                    <a:pt x="38" y="21"/>
                    <a:pt x="39" y="21"/>
                  </a:cubicBezTo>
                  <a:cubicBezTo>
                    <a:pt x="40" y="21"/>
                    <a:pt x="40" y="21"/>
                    <a:pt x="40" y="21"/>
                  </a:cubicBezTo>
                  <a:cubicBezTo>
                    <a:pt x="40" y="21"/>
                    <a:pt x="40" y="21"/>
                    <a:pt x="40" y="21"/>
                  </a:cubicBezTo>
                  <a:cubicBezTo>
                    <a:pt x="41" y="25"/>
                    <a:pt x="41" y="25"/>
                    <a:pt x="41" y="25"/>
                  </a:cubicBezTo>
                  <a:cubicBezTo>
                    <a:pt x="41" y="25"/>
                    <a:pt x="41" y="25"/>
                    <a:pt x="40" y="25"/>
                  </a:cubicBezTo>
                  <a:cubicBezTo>
                    <a:pt x="40" y="25"/>
                    <a:pt x="40" y="25"/>
                    <a:pt x="40" y="25"/>
                  </a:cubicBezTo>
                  <a:cubicBezTo>
                    <a:pt x="38" y="25"/>
                    <a:pt x="37" y="25"/>
                    <a:pt x="36" y="25"/>
                  </a:cubicBezTo>
                  <a:cubicBezTo>
                    <a:pt x="35" y="25"/>
                    <a:pt x="34" y="25"/>
                    <a:pt x="33" y="25"/>
                  </a:cubicBezTo>
                  <a:cubicBezTo>
                    <a:pt x="34" y="26"/>
                    <a:pt x="34" y="27"/>
                    <a:pt x="34" y="27"/>
                  </a:cubicBezTo>
                  <a:cubicBezTo>
                    <a:pt x="35" y="29"/>
                    <a:pt x="36" y="29"/>
                    <a:pt x="37" y="30"/>
                  </a:cubicBezTo>
                  <a:cubicBezTo>
                    <a:pt x="38" y="31"/>
                    <a:pt x="39" y="32"/>
                    <a:pt x="40" y="32"/>
                  </a:cubicBezTo>
                  <a:cubicBezTo>
                    <a:pt x="40" y="32"/>
                    <a:pt x="41" y="33"/>
                    <a:pt x="41" y="33"/>
                  </a:cubicBezTo>
                  <a:cubicBezTo>
                    <a:pt x="42" y="33"/>
                    <a:pt x="42" y="33"/>
                    <a:pt x="42" y="33"/>
                  </a:cubicBezTo>
                  <a:cubicBezTo>
                    <a:pt x="42" y="34"/>
                    <a:pt x="42" y="34"/>
                    <a:pt x="41" y="34"/>
                  </a:cubicBezTo>
                  <a:cubicBezTo>
                    <a:pt x="40" y="35"/>
                    <a:pt x="40" y="36"/>
                    <a:pt x="40" y="36"/>
                  </a:cubicBezTo>
                  <a:cubicBezTo>
                    <a:pt x="39" y="36"/>
                    <a:pt x="38" y="36"/>
                    <a:pt x="38" y="36"/>
                  </a:cubicBezTo>
                  <a:cubicBezTo>
                    <a:pt x="36" y="35"/>
                    <a:pt x="35" y="34"/>
                    <a:pt x="34" y="33"/>
                  </a:cubicBezTo>
                  <a:cubicBezTo>
                    <a:pt x="34" y="33"/>
                    <a:pt x="33" y="32"/>
                    <a:pt x="33" y="31"/>
                  </a:cubicBezTo>
                  <a:cubicBezTo>
                    <a:pt x="32" y="31"/>
                    <a:pt x="32" y="30"/>
                    <a:pt x="31" y="29"/>
                  </a:cubicBezTo>
                  <a:cubicBezTo>
                    <a:pt x="30" y="31"/>
                    <a:pt x="29" y="33"/>
                    <a:pt x="28" y="34"/>
                  </a:cubicBezTo>
                  <a:cubicBezTo>
                    <a:pt x="27" y="36"/>
                    <a:pt x="25" y="36"/>
                    <a:pt x="24" y="37"/>
                  </a:cubicBezTo>
                  <a:cubicBezTo>
                    <a:pt x="22" y="38"/>
                    <a:pt x="22" y="38"/>
                    <a:pt x="22" y="38"/>
                  </a:cubicBezTo>
                  <a:cubicBezTo>
                    <a:pt x="21" y="37"/>
                    <a:pt x="21" y="37"/>
                    <a:pt x="20" y="36"/>
                  </a:cubicBezTo>
                  <a:cubicBezTo>
                    <a:pt x="19" y="35"/>
                    <a:pt x="19" y="35"/>
                    <a:pt x="19" y="35"/>
                  </a:cubicBezTo>
                  <a:cubicBezTo>
                    <a:pt x="19" y="35"/>
                    <a:pt x="19" y="34"/>
                    <a:pt x="20" y="34"/>
                  </a:cubicBezTo>
                  <a:cubicBezTo>
                    <a:pt x="21" y="34"/>
                    <a:pt x="22" y="33"/>
                    <a:pt x="23" y="33"/>
                  </a:cubicBezTo>
                  <a:cubicBezTo>
                    <a:pt x="25" y="32"/>
                    <a:pt x="27" y="30"/>
                    <a:pt x="27" y="28"/>
                  </a:cubicBezTo>
                  <a:cubicBezTo>
                    <a:pt x="27" y="28"/>
                    <a:pt x="28" y="27"/>
                    <a:pt x="28" y="27"/>
                  </a:cubicBezTo>
                  <a:cubicBezTo>
                    <a:pt x="28" y="27"/>
                    <a:pt x="28" y="26"/>
                    <a:pt x="28" y="26"/>
                  </a:cubicBezTo>
                  <a:cubicBezTo>
                    <a:pt x="26" y="26"/>
                    <a:pt x="25" y="26"/>
                    <a:pt x="24" y="26"/>
                  </a:cubicBezTo>
                  <a:cubicBezTo>
                    <a:pt x="23" y="26"/>
                    <a:pt x="22" y="26"/>
                    <a:pt x="21" y="27"/>
                  </a:cubicBezTo>
                  <a:cubicBezTo>
                    <a:pt x="20" y="27"/>
                    <a:pt x="20" y="27"/>
                    <a:pt x="20" y="27"/>
                  </a:cubicBezTo>
                  <a:cubicBezTo>
                    <a:pt x="20" y="27"/>
                    <a:pt x="20" y="27"/>
                    <a:pt x="20" y="26"/>
                  </a:cubicBezTo>
                  <a:cubicBezTo>
                    <a:pt x="20" y="23"/>
                    <a:pt x="20" y="23"/>
                    <a:pt x="20" y="23"/>
                  </a:cubicBezTo>
                  <a:cubicBezTo>
                    <a:pt x="20" y="23"/>
                    <a:pt x="20" y="22"/>
                    <a:pt x="20" y="22"/>
                  </a:cubicBezTo>
                  <a:cubicBezTo>
                    <a:pt x="20" y="22"/>
                    <a:pt x="20" y="22"/>
                    <a:pt x="20" y="22"/>
                  </a:cubicBezTo>
                  <a:cubicBezTo>
                    <a:pt x="22" y="22"/>
                    <a:pt x="23" y="22"/>
                    <a:pt x="25" y="22"/>
                  </a:cubicBezTo>
                  <a:cubicBezTo>
                    <a:pt x="26" y="22"/>
                    <a:pt x="27" y="22"/>
                    <a:pt x="28" y="22"/>
                  </a:cubicBezTo>
                  <a:cubicBezTo>
                    <a:pt x="28" y="21"/>
                    <a:pt x="28" y="21"/>
                    <a:pt x="28" y="20"/>
                  </a:cubicBezTo>
                  <a:cubicBezTo>
                    <a:pt x="28" y="19"/>
                    <a:pt x="28" y="19"/>
                    <a:pt x="28" y="18"/>
                  </a:cubicBezTo>
                  <a:cubicBezTo>
                    <a:pt x="28" y="18"/>
                    <a:pt x="28" y="17"/>
                    <a:pt x="28" y="17"/>
                  </a:cubicBezTo>
                  <a:cubicBezTo>
                    <a:pt x="26" y="17"/>
                    <a:pt x="26" y="17"/>
                    <a:pt x="26" y="17"/>
                  </a:cubicBezTo>
                  <a:cubicBezTo>
                    <a:pt x="25" y="20"/>
                    <a:pt x="24" y="21"/>
                    <a:pt x="24" y="21"/>
                  </a:cubicBezTo>
                  <a:cubicBezTo>
                    <a:pt x="24" y="21"/>
                    <a:pt x="23" y="21"/>
                    <a:pt x="23" y="21"/>
                  </a:cubicBezTo>
                  <a:cubicBezTo>
                    <a:pt x="23" y="21"/>
                    <a:pt x="22" y="21"/>
                    <a:pt x="21" y="20"/>
                  </a:cubicBezTo>
                  <a:cubicBezTo>
                    <a:pt x="21" y="20"/>
                    <a:pt x="20" y="20"/>
                    <a:pt x="20" y="20"/>
                  </a:cubicBezTo>
                  <a:cubicBezTo>
                    <a:pt x="20" y="19"/>
                    <a:pt x="21" y="19"/>
                    <a:pt x="21" y="18"/>
                  </a:cubicBezTo>
                  <a:cubicBezTo>
                    <a:pt x="22" y="17"/>
                    <a:pt x="22" y="16"/>
                    <a:pt x="23" y="15"/>
                  </a:cubicBezTo>
                  <a:cubicBezTo>
                    <a:pt x="23" y="13"/>
                    <a:pt x="24" y="11"/>
                    <a:pt x="24" y="11"/>
                  </a:cubicBezTo>
                  <a:cubicBezTo>
                    <a:pt x="24" y="11"/>
                    <a:pt x="24" y="10"/>
                    <a:pt x="24" y="10"/>
                  </a:cubicBezTo>
                  <a:cubicBezTo>
                    <a:pt x="24" y="10"/>
                    <a:pt x="24" y="10"/>
                    <a:pt x="24" y="10"/>
                  </a:cubicBezTo>
                  <a:cubicBezTo>
                    <a:pt x="25" y="10"/>
                    <a:pt x="26" y="10"/>
                    <a:pt x="27" y="10"/>
                  </a:cubicBezTo>
                  <a:cubicBezTo>
                    <a:pt x="28" y="11"/>
                    <a:pt x="28" y="11"/>
                    <a:pt x="28" y="11"/>
                  </a:cubicBezTo>
                  <a:cubicBezTo>
                    <a:pt x="28" y="11"/>
                    <a:pt x="28" y="12"/>
                    <a:pt x="28" y="12"/>
                  </a:cubicBezTo>
                  <a:cubicBezTo>
                    <a:pt x="28" y="12"/>
                    <a:pt x="28" y="12"/>
                    <a:pt x="28" y="12"/>
                  </a:cubicBezTo>
                  <a:cubicBezTo>
                    <a:pt x="27" y="13"/>
                    <a:pt x="27" y="13"/>
                    <a:pt x="27" y="13"/>
                  </a:cubicBezTo>
                  <a:close/>
                  <a:moveTo>
                    <a:pt x="24" y="4"/>
                  </a:moveTo>
                  <a:cubicBezTo>
                    <a:pt x="24" y="3"/>
                    <a:pt x="24" y="3"/>
                    <a:pt x="24" y="3"/>
                  </a:cubicBezTo>
                  <a:cubicBezTo>
                    <a:pt x="24" y="2"/>
                    <a:pt x="24" y="2"/>
                    <a:pt x="24" y="2"/>
                  </a:cubicBezTo>
                  <a:cubicBezTo>
                    <a:pt x="24" y="1"/>
                    <a:pt x="24" y="1"/>
                    <a:pt x="24" y="1"/>
                  </a:cubicBezTo>
                  <a:cubicBezTo>
                    <a:pt x="24" y="0"/>
                    <a:pt x="24" y="0"/>
                    <a:pt x="23" y="0"/>
                  </a:cubicBezTo>
                  <a:cubicBezTo>
                    <a:pt x="21" y="0"/>
                    <a:pt x="20" y="0"/>
                    <a:pt x="20" y="0"/>
                  </a:cubicBezTo>
                  <a:cubicBezTo>
                    <a:pt x="20" y="0"/>
                    <a:pt x="20" y="0"/>
                    <a:pt x="20" y="0"/>
                  </a:cubicBezTo>
                  <a:cubicBezTo>
                    <a:pt x="20" y="1"/>
                    <a:pt x="20" y="1"/>
                    <a:pt x="20" y="1"/>
                  </a:cubicBezTo>
                  <a:cubicBezTo>
                    <a:pt x="20" y="2"/>
                    <a:pt x="20" y="3"/>
                    <a:pt x="20" y="4"/>
                  </a:cubicBezTo>
                  <a:cubicBezTo>
                    <a:pt x="19" y="5"/>
                    <a:pt x="19" y="6"/>
                    <a:pt x="19" y="8"/>
                  </a:cubicBezTo>
                  <a:cubicBezTo>
                    <a:pt x="19" y="9"/>
                    <a:pt x="18" y="10"/>
                    <a:pt x="17" y="11"/>
                  </a:cubicBezTo>
                  <a:cubicBezTo>
                    <a:pt x="17" y="12"/>
                    <a:pt x="16" y="13"/>
                    <a:pt x="16" y="14"/>
                  </a:cubicBezTo>
                  <a:cubicBezTo>
                    <a:pt x="16" y="14"/>
                    <a:pt x="17" y="14"/>
                    <a:pt x="17" y="14"/>
                  </a:cubicBezTo>
                  <a:cubicBezTo>
                    <a:pt x="19" y="15"/>
                    <a:pt x="19" y="15"/>
                    <a:pt x="20" y="15"/>
                  </a:cubicBezTo>
                  <a:cubicBezTo>
                    <a:pt x="20" y="15"/>
                    <a:pt x="20" y="14"/>
                    <a:pt x="21" y="13"/>
                  </a:cubicBezTo>
                  <a:cubicBezTo>
                    <a:pt x="22" y="11"/>
                    <a:pt x="22" y="10"/>
                    <a:pt x="23" y="9"/>
                  </a:cubicBezTo>
                  <a:cubicBezTo>
                    <a:pt x="23" y="8"/>
                    <a:pt x="23" y="8"/>
                    <a:pt x="23" y="8"/>
                  </a:cubicBezTo>
                  <a:cubicBezTo>
                    <a:pt x="24" y="8"/>
                    <a:pt x="26" y="8"/>
                    <a:pt x="27" y="8"/>
                  </a:cubicBezTo>
                  <a:cubicBezTo>
                    <a:pt x="28" y="8"/>
                    <a:pt x="29" y="7"/>
                    <a:pt x="30" y="7"/>
                  </a:cubicBezTo>
                  <a:cubicBezTo>
                    <a:pt x="31" y="7"/>
                    <a:pt x="32" y="7"/>
                    <a:pt x="34" y="7"/>
                  </a:cubicBezTo>
                  <a:cubicBezTo>
                    <a:pt x="36" y="7"/>
                    <a:pt x="37" y="7"/>
                    <a:pt x="37" y="7"/>
                  </a:cubicBezTo>
                  <a:cubicBezTo>
                    <a:pt x="37" y="7"/>
                    <a:pt x="38" y="7"/>
                    <a:pt x="38" y="7"/>
                  </a:cubicBezTo>
                  <a:cubicBezTo>
                    <a:pt x="38" y="7"/>
                    <a:pt x="38" y="7"/>
                    <a:pt x="38" y="7"/>
                  </a:cubicBezTo>
                  <a:cubicBezTo>
                    <a:pt x="38" y="3"/>
                    <a:pt x="38" y="3"/>
                    <a:pt x="38" y="3"/>
                  </a:cubicBezTo>
                  <a:cubicBezTo>
                    <a:pt x="38" y="3"/>
                    <a:pt x="38" y="3"/>
                    <a:pt x="38" y="3"/>
                  </a:cubicBezTo>
                  <a:cubicBezTo>
                    <a:pt x="37" y="3"/>
                    <a:pt x="37" y="3"/>
                    <a:pt x="37" y="3"/>
                  </a:cubicBezTo>
                  <a:cubicBezTo>
                    <a:pt x="35" y="3"/>
                    <a:pt x="34" y="3"/>
                    <a:pt x="33" y="3"/>
                  </a:cubicBezTo>
                  <a:cubicBezTo>
                    <a:pt x="32" y="3"/>
                    <a:pt x="31" y="3"/>
                    <a:pt x="30" y="4"/>
                  </a:cubicBezTo>
                  <a:lnTo>
                    <a:pt x="24"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íṥļidè"/>
            <p:cNvSpPr/>
            <p:nvPr/>
          </p:nvSpPr>
          <p:spPr bwMode="auto">
            <a:xfrm>
              <a:off x="4158820" y="4044128"/>
              <a:ext cx="136334" cy="132244"/>
            </a:xfrm>
            <a:custGeom>
              <a:avLst/>
              <a:gdLst>
                <a:gd name="T0" fmla="*/ 19 w 42"/>
                <a:gd name="T1" fmla="*/ 11 h 41"/>
                <a:gd name="T2" fmla="*/ 25 w 42"/>
                <a:gd name="T3" fmla="*/ 9 h 41"/>
                <a:gd name="T4" fmla="*/ 34 w 42"/>
                <a:gd name="T5" fmla="*/ 6 h 41"/>
                <a:gd name="T6" fmla="*/ 34 w 42"/>
                <a:gd name="T7" fmla="*/ 6 h 41"/>
                <a:gd name="T8" fmla="*/ 35 w 42"/>
                <a:gd name="T9" fmla="*/ 6 h 41"/>
                <a:gd name="T10" fmla="*/ 35 w 42"/>
                <a:gd name="T11" fmla="*/ 6 h 41"/>
                <a:gd name="T12" fmla="*/ 36 w 42"/>
                <a:gd name="T13" fmla="*/ 10 h 41"/>
                <a:gd name="T14" fmla="*/ 36 w 42"/>
                <a:gd name="T15" fmla="*/ 10 h 41"/>
                <a:gd name="T16" fmla="*/ 35 w 42"/>
                <a:gd name="T17" fmla="*/ 10 h 41"/>
                <a:gd name="T18" fmla="*/ 28 w 42"/>
                <a:gd name="T19" fmla="*/ 12 h 41"/>
                <a:gd name="T20" fmla="*/ 21 w 42"/>
                <a:gd name="T21" fmla="*/ 14 h 41"/>
                <a:gd name="T22" fmla="*/ 24 w 42"/>
                <a:gd name="T23" fmla="*/ 19 h 41"/>
                <a:gd name="T24" fmla="*/ 28 w 42"/>
                <a:gd name="T25" fmla="*/ 22 h 41"/>
                <a:gd name="T26" fmla="*/ 34 w 42"/>
                <a:gd name="T27" fmla="*/ 25 h 41"/>
                <a:gd name="T28" fmla="*/ 39 w 42"/>
                <a:gd name="T29" fmla="*/ 27 h 41"/>
                <a:gd name="T30" fmla="*/ 42 w 42"/>
                <a:gd name="T31" fmla="*/ 27 h 41"/>
                <a:gd name="T32" fmla="*/ 42 w 42"/>
                <a:gd name="T33" fmla="*/ 29 h 41"/>
                <a:gd name="T34" fmla="*/ 40 w 42"/>
                <a:gd name="T35" fmla="*/ 32 h 41"/>
                <a:gd name="T36" fmla="*/ 37 w 42"/>
                <a:gd name="T37" fmla="*/ 31 h 41"/>
                <a:gd name="T38" fmla="*/ 31 w 42"/>
                <a:gd name="T39" fmla="*/ 29 h 41"/>
                <a:gd name="T40" fmla="*/ 24 w 42"/>
                <a:gd name="T41" fmla="*/ 25 h 41"/>
                <a:gd name="T42" fmla="*/ 22 w 42"/>
                <a:gd name="T43" fmla="*/ 23 h 41"/>
                <a:gd name="T44" fmla="*/ 20 w 42"/>
                <a:gd name="T45" fmla="*/ 20 h 41"/>
                <a:gd name="T46" fmla="*/ 20 w 42"/>
                <a:gd name="T47" fmla="*/ 21 h 41"/>
                <a:gd name="T48" fmla="*/ 17 w 42"/>
                <a:gd name="T49" fmla="*/ 32 h 41"/>
                <a:gd name="T50" fmla="*/ 12 w 42"/>
                <a:gd name="T51" fmla="*/ 39 h 41"/>
                <a:gd name="T52" fmla="*/ 10 w 42"/>
                <a:gd name="T53" fmla="*/ 41 h 41"/>
                <a:gd name="T54" fmla="*/ 7 w 42"/>
                <a:gd name="T55" fmla="*/ 40 h 41"/>
                <a:gd name="T56" fmla="*/ 6 w 42"/>
                <a:gd name="T57" fmla="*/ 38 h 41"/>
                <a:gd name="T58" fmla="*/ 6 w 42"/>
                <a:gd name="T59" fmla="*/ 38 h 41"/>
                <a:gd name="T60" fmla="*/ 8 w 42"/>
                <a:gd name="T61" fmla="*/ 36 h 41"/>
                <a:gd name="T62" fmla="*/ 13 w 42"/>
                <a:gd name="T63" fmla="*/ 30 h 41"/>
                <a:gd name="T64" fmla="*/ 16 w 42"/>
                <a:gd name="T65" fmla="*/ 20 h 41"/>
                <a:gd name="T66" fmla="*/ 16 w 42"/>
                <a:gd name="T67" fmla="*/ 16 h 41"/>
                <a:gd name="T68" fmla="*/ 2 w 42"/>
                <a:gd name="T69" fmla="*/ 20 h 41"/>
                <a:gd name="T70" fmla="*/ 2 w 42"/>
                <a:gd name="T71" fmla="*/ 20 h 41"/>
                <a:gd name="T72" fmla="*/ 1 w 42"/>
                <a:gd name="T73" fmla="*/ 20 h 41"/>
                <a:gd name="T74" fmla="*/ 0 w 42"/>
                <a:gd name="T75" fmla="*/ 17 h 41"/>
                <a:gd name="T76" fmla="*/ 1 w 42"/>
                <a:gd name="T77" fmla="*/ 16 h 41"/>
                <a:gd name="T78" fmla="*/ 1 w 42"/>
                <a:gd name="T79" fmla="*/ 16 h 41"/>
                <a:gd name="T80" fmla="*/ 15 w 42"/>
                <a:gd name="T81" fmla="*/ 12 h 41"/>
                <a:gd name="T82" fmla="*/ 14 w 42"/>
                <a:gd name="T83" fmla="*/ 8 h 41"/>
                <a:gd name="T84" fmla="*/ 13 w 42"/>
                <a:gd name="T85" fmla="*/ 5 h 41"/>
                <a:gd name="T86" fmla="*/ 13 w 42"/>
                <a:gd name="T87" fmla="*/ 4 h 41"/>
                <a:gd name="T88" fmla="*/ 13 w 42"/>
                <a:gd name="T89" fmla="*/ 3 h 41"/>
                <a:gd name="T90" fmla="*/ 12 w 42"/>
                <a:gd name="T91" fmla="*/ 2 h 41"/>
                <a:gd name="T92" fmla="*/ 12 w 42"/>
                <a:gd name="T93" fmla="*/ 2 h 41"/>
                <a:gd name="T94" fmla="*/ 12 w 42"/>
                <a:gd name="T95" fmla="*/ 1 h 41"/>
                <a:gd name="T96" fmla="*/ 13 w 42"/>
                <a:gd name="T97" fmla="*/ 1 h 41"/>
                <a:gd name="T98" fmla="*/ 13 w 42"/>
                <a:gd name="T99" fmla="*/ 1 h 41"/>
                <a:gd name="T100" fmla="*/ 16 w 42"/>
                <a:gd name="T101" fmla="*/ 0 h 41"/>
                <a:gd name="T102" fmla="*/ 17 w 42"/>
                <a:gd name="T103" fmla="*/ 0 h 41"/>
                <a:gd name="T104" fmla="*/ 17 w 42"/>
                <a:gd name="T105" fmla="*/ 1 h 41"/>
                <a:gd name="T106" fmla="*/ 17 w 42"/>
                <a:gd name="T107" fmla="*/ 2 h 41"/>
                <a:gd name="T108" fmla="*/ 18 w 42"/>
                <a:gd name="T109" fmla="*/ 4 h 41"/>
                <a:gd name="T110" fmla="*/ 19 w 42"/>
                <a:gd name="T111" fmla="*/ 1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 h="41">
                  <a:moveTo>
                    <a:pt x="19" y="11"/>
                  </a:moveTo>
                  <a:cubicBezTo>
                    <a:pt x="21" y="10"/>
                    <a:pt x="23" y="10"/>
                    <a:pt x="25" y="9"/>
                  </a:cubicBezTo>
                  <a:cubicBezTo>
                    <a:pt x="30" y="7"/>
                    <a:pt x="33" y="6"/>
                    <a:pt x="34" y="6"/>
                  </a:cubicBezTo>
                  <a:cubicBezTo>
                    <a:pt x="34" y="6"/>
                    <a:pt x="34" y="6"/>
                    <a:pt x="34" y="6"/>
                  </a:cubicBezTo>
                  <a:cubicBezTo>
                    <a:pt x="34" y="6"/>
                    <a:pt x="34" y="6"/>
                    <a:pt x="35" y="6"/>
                  </a:cubicBezTo>
                  <a:cubicBezTo>
                    <a:pt x="35" y="6"/>
                    <a:pt x="35" y="6"/>
                    <a:pt x="35" y="6"/>
                  </a:cubicBezTo>
                  <a:cubicBezTo>
                    <a:pt x="36" y="10"/>
                    <a:pt x="36" y="10"/>
                    <a:pt x="36" y="10"/>
                  </a:cubicBezTo>
                  <a:cubicBezTo>
                    <a:pt x="36" y="10"/>
                    <a:pt x="36" y="10"/>
                    <a:pt x="36" y="10"/>
                  </a:cubicBezTo>
                  <a:cubicBezTo>
                    <a:pt x="35" y="10"/>
                    <a:pt x="35" y="10"/>
                    <a:pt x="35" y="10"/>
                  </a:cubicBezTo>
                  <a:cubicBezTo>
                    <a:pt x="34" y="11"/>
                    <a:pt x="31" y="11"/>
                    <a:pt x="28" y="12"/>
                  </a:cubicBezTo>
                  <a:cubicBezTo>
                    <a:pt x="25" y="13"/>
                    <a:pt x="22" y="14"/>
                    <a:pt x="21" y="14"/>
                  </a:cubicBezTo>
                  <a:cubicBezTo>
                    <a:pt x="22" y="16"/>
                    <a:pt x="23" y="18"/>
                    <a:pt x="24" y="19"/>
                  </a:cubicBezTo>
                  <a:cubicBezTo>
                    <a:pt x="25" y="20"/>
                    <a:pt x="26" y="21"/>
                    <a:pt x="28" y="22"/>
                  </a:cubicBezTo>
                  <a:cubicBezTo>
                    <a:pt x="29" y="23"/>
                    <a:pt x="31" y="24"/>
                    <a:pt x="34" y="25"/>
                  </a:cubicBezTo>
                  <a:cubicBezTo>
                    <a:pt x="36" y="26"/>
                    <a:pt x="37" y="26"/>
                    <a:pt x="39" y="27"/>
                  </a:cubicBezTo>
                  <a:cubicBezTo>
                    <a:pt x="40" y="27"/>
                    <a:pt x="41" y="27"/>
                    <a:pt x="42" y="27"/>
                  </a:cubicBezTo>
                  <a:cubicBezTo>
                    <a:pt x="42" y="28"/>
                    <a:pt x="42" y="28"/>
                    <a:pt x="42" y="29"/>
                  </a:cubicBezTo>
                  <a:cubicBezTo>
                    <a:pt x="42" y="30"/>
                    <a:pt x="41" y="31"/>
                    <a:pt x="40" y="32"/>
                  </a:cubicBezTo>
                  <a:cubicBezTo>
                    <a:pt x="40" y="32"/>
                    <a:pt x="39" y="32"/>
                    <a:pt x="37" y="31"/>
                  </a:cubicBezTo>
                  <a:cubicBezTo>
                    <a:pt x="35" y="31"/>
                    <a:pt x="33" y="30"/>
                    <a:pt x="31" y="29"/>
                  </a:cubicBezTo>
                  <a:cubicBezTo>
                    <a:pt x="28" y="28"/>
                    <a:pt x="26" y="27"/>
                    <a:pt x="24" y="25"/>
                  </a:cubicBezTo>
                  <a:cubicBezTo>
                    <a:pt x="24" y="24"/>
                    <a:pt x="23" y="23"/>
                    <a:pt x="22" y="23"/>
                  </a:cubicBezTo>
                  <a:cubicBezTo>
                    <a:pt x="21" y="22"/>
                    <a:pt x="21" y="21"/>
                    <a:pt x="20" y="20"/>
                  </a:cubicBezTo>
                  <a:cubicBezTo>
                    <a:pt x="20" y="21"/>
                    <a:pt x="20" y="21"/>
                    <a:pt x="20" y="21"/>
                  </a:cubicBezTo>
                  <a:cubicBezTo>
                    <a:pt x="20" y="25"/>
                    <a:pt x="19" y="29"/>
                    <a:pt x="17" y="32"/>
                  </a:cubicBezTo>
                  <a:cubicBezTo>
                    <a:pt x="16" y="35"/>
                    <a:pt x="14" y="37"/>
                    <a:pt x="12" y="39"/>
                  </a:cubicBezTo>
                  <a:cubicBezTo>
                    <a:pt x="11" y="41"/>
                    <a:pt x="10" y="41"/>
                    <a:pt x="10" y="41"/>
                  </a:cubicBezTo>
                  <a:cubicBezTo>
                    <a:pt x="9" y="41"/>
                    <a:pt x="8" y="40"/>
                    <a:pt x="7" y="40"/>
                  </a:cubicBezTo>
                  <a:cubicBezTo>
                    <a:pt x="6" y="39"/>
                    <a:pt x="6" y="39"/>
                    <a:pt x="6" y="38"/>
                  </a:cubicBezTo>
                  <a:cubicBezTo>
                    <a:pt x="6" y="38"/>
                    <a:pt x="6" y="38"/>
                    <a:pt x="6" y="38"/>
                  </a:cubicBezTo>
                  <a:cubicBezTo>
                    <a:pt x="6" y="38"/>
                    <a:pt x="7" y="37"/>
                    <a:pt x="8" y="36"/>
                  </a:cubicBezTo>
                  <a:cubicBezTo>
                    <a:pt x="10" y="34"/>
                    <a:pt x="12" y="32"/>
                    <a:pt x="13" y="30"/>
                  </a:cubicBezTo>
                  <a:cubicBezTo>
                    <a:pt x="15" y="27"/>
                    <a:pt x="16" y="24"/>
                    <a:pt x="16" y="20"/>
                  </a:cubicBezTo>
                  <a:cubicBezTo>
                    <a:pt x="16" y="19"/>
                    <a:pt x="16" y="17"/>
                    <a:pt x="16" y="16"/>
                  </a:cubicBezTo>
                  <a:cubicBezTo>
                    <a:pt x="2" y="20"/>
                    <a:pt x="2" y="20"/>
                    <a:pt x="2" y="20"/>
                  </a:cubicBezTo>
                  <a:cubicBezTo>
                    <a:pt x="2" y="20"/>
                    <a:pt x="2" y="20"/>
                    <a:pt x="2" y="20"/>
                  </a:cubicBezTo>
                  <a:cubicBezTo>
                    <a:pt x="2" y="20"/>
                    <a:pt x="1" y="20"/>
                    <a:pt x="1" y="20"/>
                  </a:cubicBezTo>
                  <a:cubicBezTo>
                    <a:pt x="0" y="17"/>
                    <a:pt x="0" y="17"/>
                    <a:pt x="0" y="17"/>
                  </a:cubicBezTo>
                  <a:cubicBezTo>
                    <a:pt x="0" y="16"/>
                    <a:pt x="0" y="16"/>
                    <a:pt x="1" y="16"/>
                  </a:cubicBezTo>
                  <a:cubicBezTo>
                    <a:pt x="1" y="16"/>
                    <a:pt x="1" y="16"/>
                    <a:pt x="1" y="16"/>
                  </a:cubicBezTo>
                  <a:cubicBezTo>
                    <a:pt x="15" y="12"/>
                    <a:pt x="15" y="12"/>
                    <a:pt x="15" y="12"/>
                  </a:cubicBezTo>
                  <a:cubicBezTo>
                    <a:pt x="15" y="11"/>
                    <a:pt x="15" y="9"/>
                    <a:pt x="14" y="8"/>
                  </a:cubicBezTo>
                  <a:cubicBezTo>
                    <a:pt x="14" y="7"/>
                    <a:pt x="14" y="6"/>
                    <a:pt x="13" y="5"/>
                  </a:cubicBezTo>
                  <a:cubicBezTo>
                    <a:pt x="13" y="4"/>
                    <a:pt x="13" y="4"/>
                    <a:pt x="13" y="4"/>
                  </a:cubicBezTo>
                  <a:cubicBezTo>
                    <a:pt x="13" y="3"/>
                    <a:pt x="13" y="3"/>
                    <a:pt x="13" y="3"/>
                  </a:cubicBezTo>
                  <a:cubicBezTo>
                    <a:pt x="13" y="3"/>
                    <a:pt x="13" y="2"/>
                    <a:pt x="12" y="2"/>
                  </a:cubicBezTo>
                  <a:cubicBezTo>
                    <a:pt x="12" y="2"/>
                    <a:pt x="12" y="2"/>
                    <a:pt x="12" y="2"/>
                  </a:cubicBezTo>
                  <a:cubicBezTo>
                    <a:pt x="12" y="1"/>
                    <a:pt x="12" y="1"/>
                    <a:pt x="12" y="1"/>
                  </a:cubicBezTo>
                  <a:cubicBezTo>
                    <a:pt x="13" y="1"/>
                    <a:pt x="13" y="1"/>
                    <a:pt x="13" y="1"/>
                  </a:cubicBezTo>
                  <a:cubicBezTo>
                    <a:pt x="13" y="1"/>
                    <a:pt x="13" y="1"/>
                    <a:pt x="13" y="1"/>
                  </a:cubicBezTo>
                  <a:cubicBezTo>
                    <a:pt x="14" y="0"/>
                    <a:pt x="15" y="0"/>
                    <a:pt x="16" y="0"/>
                  </a:cubicBezTo>
                  <a:cubicBezTo>
                    <a:pt x="17" y="0"/>
                    <a:pt x="17" y="0"/>
                    <a:pt x="17" y="0"/>
                  </a:cubicBezTo>
                  <a:cubicBezTo>
                    <a:pt x="17" y="0"/>
                    <a:pt x="17" y="1"/>
                    <a:pt x="17" y="1"/>
                  </a:cubicBezTo>
                  <a:cubicBezTo>
                    <a:pt x="17" y="1"/>
                    <a:pt x="17" y="2"/>
                    <a:pt x="17" y="2"/>
                  </a:cubicBezTo>
                  <a:cubicBezTo>
                    <a:pt x="17" y="2"/>
                    <a:pt x="18" y="3"/>
                    <a:pt x="18" y="4"/>
                  </a:cubicBezTo>
                  <a:cubicBezTo>
                    <a:pt x="18" y="7"/>
                    <a:pt x="19" y="9"/>
                    <a:pt x="1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0" name="íŝ1ïďè"/>
            <p:cNvSpPr/>
            <p:nvPr/>
          </p:nvSpPr>
          <p:spPr bwMode="auto">
            <a:xfrm>
              <a:off x="4295154" y="3975961"/>
              <a:ext cx="132244" cy="133607"/>
            </a:xfrm>
            <a:custGeom>
              <a:avLst/>
              <a:gdLst>
                <a:gd name="T0" fmla="*/ 7 w 41"/>
                <a:gd name="T1" fmla="*/ 16 h 41"/>
                <a:gd name="T2" fmla="*/ 3 w 41"/>
                <a:gd name="T3" fmla="*/ 17 h 41"/>
                <a:gd name="T4" fmla="*/ 0 w 41"/>
                <a:gd name="T5" fmla="*/ 14 h 41"/>
                <a:gd name="T6" fmla="*/ 2 w 41"/>
                <a:gd name="T7" fmla="*/ 11 h 41"/>
                <a:gd name="T8" fmla="*/ 7 w 41"/>
                <a:gd name="T9" fmla="*/ 13 h 41"/>
                <a:gd name="T10" fmla="*/ 16 w 41"/>
                <a:gd name="T11" fmla="*/ 10 h 41"/>
                <a:gd name="T12" fmla="*/ 11 w 41"/>
                <a:gd name="T13" fmla="*/ 5 h 41"/>
                <a:gd name="T14" fmla="*/ 9 w 41"/>
                <a:gd name="T15" fmla="*/ 6 h 41"/>
                <a:gd name="T16" fmla="*/ 8 w 41"/>
                <a:gd name="T17" fmla="*/ 8 h 41"/>
                <a:gd name="T18" fmla="*/ 13 w 41"/>
                <a:gd name="T19" fmla="*/ 12 h 41"/>
                <a:gd name="T20" fmla="*/ 16 w 41"/>
                <a:gd name="T21" fmla="*/ 10 h 41"/>
                <a:gd name="T22" fmla="*/ 2 w 41"/>
                <a:gd name="T23" fmla="*/ 21 h 41"/>
                <a:gd name="T24" fmla="*/ 0 w 41"/>
                <a:gd name="T25" fmla="*/ 23 h 41"/>
                <a:gd name="T26" fmla="*/ 4 w 41"/>
                <a:gd name="T27" fmla="*/ 30 h 41"/>
                <a:gd name="T28" fmla="*/ 6 w 41"/>
                <a:gd name="T29" fmla="*/ 29 h 41"/>
                <a:gd name="T30" fmla="*/ 7 w 41"/>
                <a:gd name="T31" fmla="*/ 28 h 41"/>
                <a:gd name="T32" fmla="*/ 5 w 41"/>
                <a:gd name="T33" fmla="*/ 24 h 41"/>
                <a:gd name="T34" fmla="*/ 32 w 41"/>
                <a:gd name="T35" fmla="*/ 15 h 41"/>
                <a:gd name="T36" fmla="*/ 36 w 41"/>
                <a:gd name="T37" fmla="*/ 14 h 41"/>
                <a:gd name="T38" fmla="*/ 34 w 41"/>
                <a:gd name="T39" fmla="*/ 10 h 41"/>
                <a:gd name="T40" fmla="*/ 32 w 41"/>
                <a:gd name="T41" fmla="*/ 6 h 41"/>
                <a:gd name="T42" fmla="*/ 25 w 41"/>
                <a:gd name="T43" fmla="*/ 1 h 41"/>
                <a:gd name="T44" fmla="*/ 25 w 41"/>
                <a:gd name="T45" fmla="*/ 2 h 41"/>
                <a:gd name="T46" fmla="*/ 24 w 41"/>
                <a:gd name="T47" fmla="*/ 9 h 41"/>
                <a:gd name="T48" fmla="*/ 19 w 41"/>
                <a:gd name="T49" fmla="*/ 10 h 41"/>
                <a:gd name="T50" fmla="*/ 20 w 41"/>
                <a:gd name="T51" fmla="*/ 6 h 41"/>
                <a:gd name="T52" fmla="*/ 20 w 41"/>
                <a:gd name="T53" fmla="*/ 2 h 41"/>
                <a:gd name="T54" fmla="*/ 20 w 41"/>
                <a:gd name="T55" fmla="*/ 0 h 41"/>
                <a:gd name="T56" fmla="*/ 25 w 41"/>
                <a:gd name="T57" fmla="*/ 1 h 41"/>
                <a:gd name="T58" fmla="*/ 23 w 41"/>
                <a:gd name="T59" fmla="*/ 27 h 41"/>
                <a:gd name="T60" fmla="*/ 22 w 41"/>
                <a:gd name="T61" fmla="*/ 29 h 41"/>
                <a:gd name="T62" fmla="*/ 22 w 41"/>
                <a:gd name="T63" fmla="*/ 30 h 41"/>
                <a:gd name="T64" fmla="*/ 8 w 41"/>
                <a:gd name="T65" fmla="*/ 37 h 41"/>
                <a:gd name="T66" fmla="*/ 7 w 41"/>
                <a:gd name="T67" fmla="*/ 37 h 41"/>
                <a:gd name="T68" fmla="*/ 9 w 41"/>
                <a:gd name="T69" fmla="*/ 40 h 41"/>
                <a:gd name="T70" fmla="*/ 17 w 41"/>
                <a:gd name="T71" fmla="*/ 36 h 41"/>
                <a:gd name="T72" fmla="*/ 24 w 41"/>
                <a:gd name="T73" fmla="*/ 34 h 41"/>
                <a:gd name="T74" fmla="*/ 25 w 41"/>
                <a:gd name="T75" fmla="*/ 36 h 41"/>
                <a:gd name="T76" fmla="*/ 25 w 41"/>
                <a:gd name="T77" fmla="*/ 38 h 41"/>
                <a:gd name="T78" fmla="*/ 23 w 41"/>
                <a:gd name="T79" fmla="*/ 38 h 41"/>
                <a:gd name="T80" fmla="*/ 23 w 41"/>
                <a:gd name="T81" fmla="*/ 39 h 41"/>
                <a:gd name="T82" fmla="*/ 26 w 41"/>
                <a:gd name="T83" fmla="*/ 40 h 41"/>
                <a:gd name="T84" fmla="*/ 29 w 41"/>
                <a:gd name="T85" fmla="*/ 38 h 41"/>
                <a:gd name="T86" fmla="*/ 29 w 41"/>
                <a:gd name="T87" fmla="*/ 35 h 41"/>
                <a:gd name="T88" fmla="*/ 40 w 41"/>
                <a:gd name="T89" fmla="*/ 24 h 41"/>
                <a:gd name="T90" fmla="*/ 41 w 41"/>
                <a:gd name="T91" fmla="*/ 24 h 41"/>
                <a:gd name="T92" fmla="*/ 40 w 41"/>
                <a:gd name="T93" fmla="*/ 21 h 41"/>
                <a:gd name="T94" fmla="*/ 39 w 41"/>
                <a:gd name="T95" fmla="*/ 21 h 41"/>
                <a:gd name="T96" fmla="*/ 26 w 41"/>
                <a:gd name="T97" fmla="*/ 27 h 41"/>
                <a:gd name="T98" fmla="*/ 30 w 41"/>
                <a:gd name="T99" fmla="*/ 18 h 41"/>
                <a:gd name="T100" fmla="*/ 28 w 41"/>
                <a:gd name="T101" fmla="*/ 16 h 41"/>
                <a:gd name="T102" fmla="*/ 27 w 41"/>
                <a:gd name="T103" fmla="*/ 17 h 41"/>
                <a:gd name="T104" fmla="*/ 22 w 41"/>
                <a:gd name="T105" fmla="*/ 20 h 41"/>
                <a:gd name="T106" fmla="*/ 13 w 41"/>
                <a:gd name="T107" fmla="*/ 24 h 41"/>
                <a:gd name="T108" fmla="*/ 9 w 41"/>
                <a:gd name="T109" fmla="*/ 27 h 41"/>
                <a:gd name="T110" fmla="*/ 11 w 41"/>
                <a:gd name="T111" fmla="*/ 30 h 41"/>
                <a:gd name="T112" fmla="*/ 14 w 41"/>
                <a:gd name="T113" fmla="*/ 27 h 41"/>
                <a:gd name="T114" fmla="*/ 25 w 41"/>
                <a:gd name="T115" fmla="*/ 2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1" h="41">
                  <a:moveTo>
                    <a:pt x="8" y="15"/>
                  </a:moveTo>
                  <a:cubicBezTo>
                    <a:pt x="8" y="15"/>
                    <a:pt x="8" y="16"/>
                    <a:pt x="7" y="16"/>
                  </a:cubicBezTo>
                  <a:cubicBezTo>
                    <a:pt x="6" y="18"/>
                    <a:pt x="6" y="18"/>
                    <a:pt x="6" y="18"/>
                  </a:cubicBezTo>
                  <a:cubicBezTo>
                    <a:pt x="5" y="18"/>
                    <a:pt x="4" y="17"/>
                    <a:pt x="3" y="17"/>
                  </a:cubicBezTo>
                  <a:cubicBezTo>
                    <a:pt x="2" y="16"/>
                    <a:pt x="1" y="15"/>
                    <a:pt x="0" y="14"/>
                  </a:cubicBezTo>
                  <a:cubicBezTo>
                    <a:pt x="0" y="14"/>
                    <a:pt x="0" y="14"/>
                    <a:pt x="0" y="14"/>
                  </a:cubicBezTo>
                  <a:cubicBezTo>
                    <a:pt x="0" y="13"/>
                    <a:pt x="0" y="13"/>
                    <a:pt x="1" y="13"/>
                  </a:cubicBezTo>
                  <a:cubicBezTo>
                    <a:pt x="2" y="12"/>
                    <a:pt x="2" y="11"/>
                    <a:pt x="2" y="11"/>
                  </a:cubicBezTo>
                  <a:cubicBezTo>
                    <a:pt x="2" y="11"/>
                    <a:pt x="2" y="11"/>
                    <a:pt x="3" y="11"/>
                  </a:cubicBezTo>
                  <a:cubicBezTo>
                    <a:pt x="4" y="11"/>
                    <a:pt x="5" y="12"/>
                    <a:pt x="7" y="13"/>
                  </a:cubicBezTo>
                  <a:cubicBezTo>
                    <a:pt x="8" y="14"/>
                    <a:pt x="9" y="15"/>
                    <a:pt x="8" y="15"/>
                  </a:cubicBezTo>
                  <a:close/>
                  <a:moveTo>
                    <a:pt x="16" y="10"/>
                  </a:moveTo>
                  <a:cubicBezTo>
                    <a:pt x="17" y="10"/>
                    <a:pt x="16" y="9"/>
                    <a:pt x="15" y="8"/>
                  </a:cubicBezTo>
                  <a:cubicBezTo>
                    <a:pt x="14" y="7"/>
                    <a:pt x="13" y="6"/>
                    <a:pt x="11" y="5"/>
                  </a:cubicBezTo>
                  <a:cubicBezTo>
                    <a:pt x="11" y="5"/>
                    <a:pt x="11" y="5"/>
                    <a:pt x="11" y="5"/>
                  </a:cubicBezTo>
                  <a:cubicBezTo>
                    <a:pt x="11" y="5"/>
                    <a:pt x="10" y="6"/>
                    <a:pt x="9" y="6"/>
                  </a:cubicBezTo>
                  <a:cubicBezTo>
                    <a:pt x="8" y="7"/>
                    <a:pt x="8" y="7"/>
                    <a:pt x="8" y="7"/>
                  </a:cubicBezTo>
                  <a:cubicBezTo>
                    <a:pt x="8" y="8"/>
                    <a:pt x="8" y="8"/>
                    <a:pt x="8" y="8"/>
                  </a:cubicBezTo>
                  <a:cubicBezTo>
                    <a:pt x="9" y="9"/>
                    <a:pt x="10" y="10"/>
                    <a:pt x="11" y="11"/>
                  </a:cubicBezTo>
                  <a:cubicBezTo>
                    <a:pt x="13" y="12"/>
                    <a:pt x="13" y="13"/>
                    <a:pt x="13" y="12"/>
                  </a:cubicBezTo>
                  <a:cubicBezTo>
                    <a:pt x="13" y="12"/>
                    <a:pt x="14" y="12"/>
                    <a:pt x="15" y="11"/>
                  </a:cubicBezTo>
                  <a:cubicBezTo>
                    <a:pt x="16" y="11"/>
                    <a:pt x="16" y="10"/>
                    <a:pt x="16" y="10"/>
                  </a:cubicBezTo>
                  <a:close/>
                  <a:moveTo>
                    <a:pt x="29" y="8"/>
                  </a:moveTo>
                  <a:cubicBezTo>
                    <a:pt x="2" y="21"/>
                    <a:pt x="2" y="21"/>
                    <a:pt x="2" y="21"/>
                  </a:cubicBezTo>
                  <a:cubicBezTo>
                    <a:pt x="0" y="22"/>
                    <a:pt x="0" y="22"/>
                    <a:pt x="0" y="22"/>
                  </a:cubicBezTo>
                  <a:cubicBezTo>
                    <a:pt x="0" y="22"/>
                    <a:pt x="0" y="22"/>
                    <a:pt x="0" y="23"/>
                  </a:cubicBezTo>
                  <a:cubicBezTo>
                    <a:pt x="2" y="27"/>
                    <a:pt x="3" y="29"/>
                    <a:pt x="3" y="30"/>
                  </a:cubicBezTo>
                  <a:cubicBezTo>
                    <a:pt x="4" y="30"/>
                    <a:pt x="4" y="30"/>
                    <a:pt x="4" y="30"/>
                  </a:cubicBezTo>
                  <a:cubicBezTo>
                    <a:pt x="4" y="30"/>
                    <a:pt x="4" y="30"/>
                    <a:pt x="5" y="30"/>
                  </a:cubicBezTo>
                  <a:cubicBezTo>
                    <a:pt x="5" y="30"/>
                    <a:pt x="5" y="30"/>
                    <a:pt x="6" y="29"/>
                  </a:cubicBezTo>
                  <a:cubicBezTo>
                    <a:pt x="6" y="29"/>
                    <a:pt x="7" y="29"/>
                    <a:pt x="7" y="29"/>
                  </a:cubicBezTo>
                  <a:cubicBezTo>
                    <a:pt x="7" y="28"/>
                    <a:pt x="7" y="28"/>
                    <a:pt x="7" y="28"/>
                  </a:cubicBezTo>
                  <a:cubicBezTo>
                    <a:pt x="7" y="28"/>
                    <a:pt x="7" y="28"/>
                    <a:pt x="7" y="28"/>
                  </a:cubicBezTo>
                  <a:cubicBezTo>
                    <a:pt x="5" y="24"/>
                    <a:pt x="5" y="24"/>
                    <a:pt x="5" y="24"/>
                  </a:cubicBezTo>
                  <a:cubicBezTo>
                    <a:pt x="30" y="11"/>
                    <a:pt x="30" y="11"/>
                    <a:pt x="30" y="11"/>
                  </a:cubicBezTo>
                  <a:cubicBezTo>
                    <a:pt x="32" y="15"/>
                    <a:pt x="32" y="15"/>
                    <a:pt x="32" y="15"/>
                  </a:cubicBezTo>
                  <a:cubicBezTo>
                    <a:pt x="32" y="16"/>
                    <a:pt x="33" y="16"/>
                    <a:pt x="33" y="16"/>
                  </a:cubicBezTo>
                  <a:cubicBezTo>
                    <a:pt x="36" y="14"/>
                    <a:pt x="36" y="14"/>
                    <a:pt x="36" y="14"/>
                  </a:cubicBezTo>
                  <a:cubicBezTo>
                    <a:pt x="36" y="14"/>
                    <a:pt x="36" y="14"/>
                    <a:pt x="36" y="13"/>
                  </a:cubicBezTo>
                  <a:cubicBezTo>
                    <a:pt x="35" y="13"/>
                    <a:pt x="35" y="12"/>
                    <a:pt x="34" y="10"/>
                  </a:cubicBezTo>
                  <a:cubicBezTo>
                    <a:pt x="32" y="6"/>
                    <a:pt x="32" y="6"/>
                    <a:pt x="32" y="6"/>
                  </a:cubicBezTo>
                  <a:cubicBezTo>
                    <a:pt x="32" y="6"/>
                    <a:pt x="32" y="6"/>
                    <a:pt x="32" y="6"/>
                  </a:cubicBezTo>
                  <a:cubicBezTo>
                    <a:pt x="29" y="8"/>
                    <a:pt x="29" y="8"/>
                    <a:pt x="29" y="8"/>
                  </a:cubicBezTo>
                  <a:close/>
                  <a:moveTo>
                    <a:pt x="25" y="1"/>
                  </a:moveTo>
                  <a:cubicBezTo>
                    <a:pt x="25" y="1"/>
                    <a:pt x="25" y="1"/>
                    <a:pt x="25" y="1"/>
                  </a:cubicBezTo>
                  <a:cubicBezTo>
                    <a:pt x="25" y="1"/>
                    <a:pt x="25" y="2"/>
                    <a:pt x="25" y="2"/>
                  </a:cubicBezTo>
                  <a:cubicBezTo>
                    <a:pt x="24" y="6"/>
                    <a:pt x="24" y="6"/>
                    <a:pt x="24" y="6"/>
                  </a:cubicBezTo>
                  <a:cubicBezTo>
                    <a:pt x="24" y="7"/>
                    <a:pt x="24" y="8"/>
                    <a:pt x="24" y="9"/>
                  </a:cubicBezTo>
                  <a:cubicBezTo>
                    <a:pt x="23" y="10"/>
                    <a:pt x="23" y="10"/>
                    <a:pt x="23" y="10"/>
                  </a:cubicBezTo>
                  <a:cubicBezTo>
                    <a:pt x="19" y="10"/>
                    <a:pt x="19" y="10"/>
                    <a:pt x="19" y="10"/>
                  </a:cubicBezTo>
                  <a:cubicBezTo>
                    <a:pt x="19" y="10"/>
                    <a:pt x="19" y="9"/>
                    <a:pt x="19" y="9"/>
                  </a:cubicBezTo>
                  <a:cubicBezTo>
                    <a:pt x="20" y="8"/>
                    <a:pt x="20" y="7"/>
                    <a:pt x="20" y="6"/>
                  </a:cubicBezTo>
                  <a:cubicBezTo>
                    <a:pt x="20" y="5"/>
                    <a:pt x="20" y="4"/>
                    <a:pt x="20" y="4"/>
                  </a:cubicBezTo>
                  <a:cubicBezTo>
                    <a:pt x="20" y="3"/>
                    <a:pt x="20" y="2"/>
                    <a:pt x="20" y="2"/>
                  </a:cubicBezTo>
                  <a:cubicBezTo>
                    <a:pt x="20" y="1"/>
                    <a:pt x="20" y="1"/>
                    <a:pt x="20" y="1"/>
                  </a:cubicBezTo>
                  <a:cubicBezTo>
                    <a:pt x="20" y="1"/>
                    <a:pt x="20" y="1"/>
                    <a:pt x="20" y="0"/>
                  </a:cubicBezTo>
                  <a:cubicBezTo>
                    <a:pt x="21" y="0"/>
                    <a:pt x="21" y="0"/>
                    <a:pt x="23" y="0"/>
                  </a:cubicBezTo>
                  <a:cubicBezTo>
                    <a:pt x="24" y="0"/>
                    <a:pt x="25" y="0"/>
                    <a:pt x="25" y="1"/>
                  </a:cubicBezTo>
                  <a:close/>
                  <a:moveTo>
                    <a:pt x="25" y="22"/>
                  </a:moveTo>
                  <a:cubicBezTo>
                    <a:pt x="25" y="24"/>
                    <a:pt x="24" y="25"/>
                    <a:pt x="23" y="27"/>
                  </a:cubicBezTo>
                  <a:cubicBezTo>
                    <a:pt x="22" y="27"/>
                    <a:pt x="22" y="28"/>
                    <a:pt x="22" y="29"/>
                  </a:cubicBezTo>
                  <a:cubicBezTo>
                    <a:pt x="21" y="29"/>
                    <a:pt x="21" y="29"/>
                    <a:pt x="22" y="29"/>
                  </a:cubicBezTo>
                  <a:cubicBezTo>
                    <a:pt x="22" y="29"/>
                    <a:pt x="22" y="29"/>
                    <a:pt x="22" y="30"/>
                  </a:cubicBezTo>
                  <a:cubicBezTo>
                    <a:pt x="22" y="30"/>
                    <a:pt x="22" y="30"/>
                    <a:pt x="22" y="30"/>
                  </a:cubicBezTo>
                  <a:cubicBezTo>
                    <a:pt x="20" y="31"/>
                    <a:pt x="18" y="32"/>
                    <a:pt x="15" y="33"/>
                  </a:cubicBezTo>
                  <a:cubicBezTo>
                    <a:pt x="11" y="35"/>
                    <a:pt x="9" y="36"/>
                    <a:pt x="8" y="37"/>
                  </a:cubicBezTo>
                  <a:cubicBezTo>
                    <a:pt x="8" y="37"/>
                    <a:pt x="8" y="37"/>
                    <a:pt x="8" y="37"/>
                  </a:cubicBezTo>
                  <a:cubicBezTo>
                    <a:pt x="7" y="37"/>
                    <a:pt x="7" y="37"/>
                    <a:pt x="7" y="37"/>
                  </a:cubicBezTo>
                  <a:cubicBezTo>
                    <a:pt x="9" y="40"/>
                    <a:pt x="9" y="40"/>
                    <a:pt x="9" y="40"/>
                  </a:cubicBezTo>
                  <a:cubicBezTo>
                    <a:pt x="9" y="40"/>
                    <a:pt x="9" y="40"/>
                    <a:pt x="9" y="40"/>
                  </a:cubicBezTo>
                  <a:cubicBezTo>
                    <a:pt x="9" y="40"/>
                    <a:pt x="10" y="40"/>
                    <a:pt x="10" y="40"/>
                  </a:cubicBezTo>
                  <a:cubicBezTo>
                    <a:pt x="13" y="38"/>
                    <a:pt x="15" y="37"/>
                    <a:pt x="17" y="36"/>
                  </a:cubicBezTo>
                  <a:cubicBezTo>
                    <a:pt x="20" y="35"/>
                    <a:pt x="22" y="33"/>
                    <a:pt x="24" y="32"/>
                  </a:cubicBezTo>
                  <a:cubicBezTo>
                    <a:pt x="24" y="33"/>
                    <a:pt x="24" y="33"/>
                    <a:pt x="24" y="34"/>
                  </a:cubicBezTo>
                  <a:cubicBezTo>
                    <a:pt x="25" y="34"/>
                    <a:pt x="25" y="35"/>
                    <a:pt x="25" y="35"/>
                  </a:cubicBezTo>
                  <a:cubicBezTo>
                    <a:pt x="25" y="35"/>
                    <a:pt x="25" y="35"/>
                    <a:pt x="25" y="36"/>
                  </a:cubicBezTo>
                  <a:cubicBezTo>
                    <a:pt x="26" y="36"/>
                    <a:pt x="26" y="37"/>
                    <a:pt x="26" y="37"/>
                  </a:cubicBezTo>
                  <a:cubicBezTo>
                    <a:pt x="25" y="37"/>
                    <a:pt x="25" y="37"/>
                    <a:pt x="25" y="38"/>
                  </a:cubicBezTo>
                  <a:cubicBezTo>
                    <a:pt x="25" y="38"/>
                    <a:pt x="24" y="38"/>
                    <a:pt x="24" y="38"/>
                  </a:cubicBezTo>
                  <a:cubicBezTo>
                    <a:pt x="24" y="38"/>
                    <a:pt x="23" y="38"/>
                    <a:pt x="23" y="38"/>
                  </a:cubicBezTo>
                  <a:cubicBezTo>
                    <a:pt x="23" y="38"/>
                    <a:pt x="23" y="39"/>
                    <a:pt x="23" y="39"/>
                  </a:cubicBezTo>
                  <a:cubicBezTo>
                    <a:pt x="23" y="39"/>
                    <a:pt x="23" y="39"/>
                    <a:pt x="23" y="39"/>
                  </a:cubicBezTo>
                  <a:cubicBezTo>
                    <a:pt x="24" y="40"/>
                    <a:pt x="25" y="40"/>
                    <a:pt x="25" y="41"/>
                  </a:cubicBezTo>
                  <a:cubicBezTo>
                    <a:pt x="25" y="41"/>
                    <a:pt x="26" y="41"/>
                    <a:pt x="26" y="40"/>
                  </a:cubicBezTo>
                  <a:cubicBezTo>
                    <a:pt x="27" y="40"/>
                    <a:pt x="28" y="40"/>
                    <a:pt x="28" y="39"/>
                  </a:cubicBezTo>
                  <a:cubicBezTo>
                    <a:pt x="29" y="39"/>
                    <a:pt x="29" y="39"/>
                    <a:pt x="29" y="38"/>
                  </a:cubicBezTo>
                  <a:cubicBezTo>
                    <a:pt x="30" y="38"/>
                    <a:pt x="30" y="37"/>
                    <a:pt x="30" y="36"/>
                  </a:cubicBezTo>
                  <a:cubicBezTo>
                    <a:pt x="30" y="36"/>
                    <a:pt x="30" y="35"/>
                    <a:pt x="29" y="35"/>
                  </a:cubicBezTo>
                  <a:cubicBezTo>
                    <a:pt x="27" y="31"/>
                    <a:pt x="27" y="31"/>
                    <a:pt x="27" y="31"/>
                  </a:cubicBezTo>
                  <a:cubicBezTo>
                    <a:pt x="40" y="24"/>
                    <a:pt x="40" y="24"/>
                    <a:pt x="40" y="24"/>
                  </a:cubicBezTo>
                  <a:cubicBezTo>
                    <a:pt x="41" y="24"/>
                    <a:pt x="41" y="24"/>
                    <a:pt x="41" y="24"/>
                  </a:cubicBezTo>
                  <a:cubicBezTo>
                    <a:pt x="41" y="24"/>
                    <a:pt x="41" y="24"/>
                    <a:pt x="41" y="24"/>
                  </a:cubicBezTo>
                  <a:cubicBezTo>
                    <a:pt x="41" y="24"/>
                    <a:pt x="41" y="24"/>
                    <a:pt x="41" y="24"/>
                  </a:cubicBezTo>
                  <a:cubicBezTo>
                    <a:pt x="40" y="21"/>
                    <a:pt x="40" y="21"/>
                    <a:pt x="40" y="21"/>
                  </a:cubicBezTo>
                  <a:cubicBezTo>
                    <a:pt x="40" y="21"/>
                    <a:pt x="40" y="21"/>
                    <a:pt x="39" y="21"/>
                  </a:cubicBezTo>
                  <a:cubicBezTo>
                    <a:pt x="39" y="21"/>
                    <a:pt x="39" y="21"/>
                    <a:pt x="39" y="21"/>
                  </a:cubicBezTo>
                  <a:cubicBezTo>
                    <a:pt x="38" y="22"/>
                    <a:pt x="36" y="23"/>
                    <a:pt x="33" y="24"/>
                  </a:cubicBezTo>
                  <a:cubicBezTo>
                    <a:pt x="30" y="26"/>
                    <a:pt x="28" y="27"/>
                    <a:pt x="26" y="27"/>
                  </a:cubicBezTo>
                  <a:cubicBezTo>
                    <a:pt x="27" y="26"/>
                    <a:pt x="28" y="25"/>
                    <a:pt x="28" y="24"/>
                  </a:cubicBezTo>
                  <a:cubicBezTo>
                    <a:pt x="29" y="22"/>
                    <a:pt x="30" y="20"/>
                    <a:pt x="30" y="18"/>
                  </a:cubicBezTo>
                  <a:cubicBezTo>
                    <a:pt x="30" y="18"/>
                    <a:pt x="30" y="17"/>
                    <a:pt x="29" y="17"/>
                  </a:cubicBezTo>
                  <a:cubicBezTo>
                    <a:pt x="29" y="16"/>
                    <a:pt x="28" y="16"/>
                    <a:pt x="28" y="16"/>
                  </a:cubicBezTo>
                  <a:cubicBezTo>
                    <a:pt x="27" y="17"/>
                    <a:pt x="27" y="17"/>
                    <a:pt x="27" y="17"/>
                  </a:cubicBezTo>
                  <a:cubicBezTo>
                    <a:pt x="27" y="17"/>
                    <a:pt x="27" y="17"/>
                    <a:pt x="27" y="17"/>
                  </a:cubicBezTo>
                  <a:cubicBezTo>
                    <a:pt x="26" y="18"/>
                    <a:pt x="26" y="18"/>
                    <a:pt x="26" y="18"/>
                  </a:cubicBezTo>
                  <a:cubicBezTo>
                    <a:pt x="24" y="18"/>
                    <a:pt x="23" y="19"/>
                    <a:pt x="22" y="20"/>
                  </a:cubicBezTo>
                  <a:cubicBezTo>
                    <a:pt x="21" y="20"/>
                    <a:pt x="20" y="21"/>
                    <a:pt x="18" y="22"/>
                  </a:cubicBezTo>
                  <a:cubicBezTo>
                    <a:pt x="17" y="22"/>
                    <a:pt x="15" y="23"/>
                    <a:pt x="13" y="24"/>
                  </a:cubicBezTo>
                  <a:cubicBezTo>
                    <a:pt x="11" y="25"/>
                    <a:pt x="10" y="26"/>
                    <a:pt x="9" y="26"/>
                  </a:cubicBezTo>
                  <a:cubicBezTo>
                    <a:pt x="9" y="26"/>
                    <a:pt x="8" y="26"/>
                    <a:pt x="9" y="27"/>
                  </a:cubicBezTo>
                  <a:cubicBezTo>
                    <a:pt x="10" y="29"/>
                    <a:pt x="10" y="29"/>
                    <a:pt x="10" y="29"/>
                  </a:cubicBezTo>
                  <a:cubicBezTo>
                    <a:pt x="10" y="30"/>
                    <a:pt x="10" y="30"/>
                    <a:pt x="11" y="30"/>
                  </a:cubicBezTo>
                  <a:cubicBezTo>
                    <a:pt x="11" y="30"/>
                    <a:pt x="11" y="29"/>
                    <a:pt x="11" y="29"/>
                  </a:cubicBezTo>
                  <a:cubicBezTo>
                    <a:pt x="12" y="29"/>
                    <a:pt x="13" y="28"/>
                    <a:pt x="14" y="27"/>
                  </a:cubicBezTo>
                  <a:cubicBezTo>
                    <a:pt x="16" y="26"/>
                    <a:pt x="18" y="25"/>
                    <a:pt x="20" y="25"/>
                  </a:cubicBezTo>
                  <a:lnTo>
                    <a:pt x="25"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1" name="íṡlíḓe"/>
            <p:cNvSpPr/>
            <p:nvPr/>
          </p:nvSpPr>
          <p:spPr bwMode="auto">
            <a:xfrm>
              <a:off x="3178577" y="2608530"/>
              <a:ext cx="1603290" cy="1083856"/>
            </a:xfrm>
            <a:custGeom>
              <a:avLst/>
              <a:gdLst>
                <a:gd name="T0" fmla="*/ 41 w 497"/>
                <a:gd name="T1" fmla="*/ 282 h 335"/>
                <a:gd name="T2" fmla="*/ 37 w 497"/>
                <a:gd name="T3" fmla="*/ 306 h 335"/>
                <a:gd name="T4" fmla="*/ 50 w 497"/>
                <a:gd name="T5" fmla="*/ 317 h 335"/>
                <a:gd name="T6" fmla="*/ 46 w 497"/>
                <a:gd name="T7" fmla="*/ 300 h 335"/>
                <a:gd name="T8" fmla="*/ 40 w 497"/>
                <a:gd name="T9" fmla="*/ 273 h 335"/>
                <a:gd name="T10" fmla="*/ 2 w 497"/>
                <a:gd name="T11" fmla="*/ 219 h 335"/>
                <a:gd name="T12" fmla="*/ 1 w 497"/>
                <a:gd name="T13" fmla="*/ 241 h 335"/>
                <a:gd name="T14" fmla="*/ 7 w 497"/>
                <a:gd name="T15" fmla="*/ 246 h 335"/>
                <a:gd name="T16" fmla="*/ 41 w 497"/>
                <a:gd name="T17" fmla="*/ 213 h 335"/>
                <a:gd name="T18" fmla="*/ 18 w 497"/>
                <a:gd name="T19" fmla="*/ 177 h 335"/>
                <a:gd name="T20" fmla="*/ 15 w 497"/>
                <a:gd name="T21" fmla="*/ 187 h 335"/>
                <a:gd name="T22" fmla="*/ 46 w 497"/>
                <a:gd name="T23" fmla="*/ 147 h 335"/>
                <a:gd name="T24" fmla="*/ 38 w 497"/>
                <a:gd name="T25" fmla="*/ 162 h 335"/>
                <a:gd name="T26" fmla="*/ 58 w 497"/>
                <a:gd name="T27" fmla="*/ 162 h 335"/>
                <a:gd name="T28" fmla="*/ 63 w 497"/>
                <a:gd name="T29" fmla="*/ 84 h 335"/>
                <a:gd name="T30" fmla="*/ 76 w 497"/>
                <a:gd name="T31" fmla="*/ 114 h 335"/>
                <a:gd name="T32" fmla="*/ 65 w 497"/>
                <a:gd name="T33" fmla="*/ 118 h 335"/>
                <a:gd name="T34" fmla="*/ 63 w 497"/>
                <a:gd name="T35" fmla="*/ 84 h 335"/>
                <a:gd name="T36" fmla="*/ 91 w 497"/>
                <a:gd name="T37" fmla="*/ 65 h 335"/>
                <a:gd name="T38" fmla="*/ 90 w 497"/>
                <a:gd name="T39" fmla="*/ 57 h 335"/>
                <a:gd name="T40" fmla="*/ 107 w 497"/>
                <a:gd name="T41" fmla="*/ 43 h 335"/>
                <a:gd name="T42" fmla="*/ 140 w 497"/>
                <a:gd name="T43" fmla="*/ 68 h 335"/>
                <a:gd name="T44" fmla="*/ 138 w 497"/>
                <a:gd name="T45" fmla="*/ 25 h 335"/>
                <a:gd name="T46" fmla="*/ 164 w 497"/>
                <a:gd name="T47" fmla="*/ 14 h 335"/>
                <a:gd name="T48" fmla="*/ 193 w 497"/>
                <a:gd name="T49" fmla="*/ 45 h 335"/>
                <a:gd name="T50" fmla="*/ 198 w 497"/>
                <a:gd name="T51" fmla="*/ 27 h 335"/>
                <a:gd name="T52" fmla="*/ 195 w 497"/>
                <a:gd name="T53" fmla="*/ 12 h 335"/>
                <a:gd name="T54" fmla="*/ 193 w 497"/>
                <a:gd name="T55" fmla="*/ 45 h 335"/>
                <a:gd name="T56" fmla="*/ 242 w 497"/>
                <a:gd name="T57" fmla="*/ 16 h 335"/>
                <a:gd name="T58" fmla="*/ 244 w 497"/>
                <a:gd name="T59" fmla="*/ 23 h 335"/>
                <a:gd name="T60" fmla="*/ 256 w 497"/>
                <a:gd name="T61" fmla="*/ 29 h 335"/>
                <a:gd name="T62" fmla="*/ 257 w 497"/>
                <a:gd name="T63" fmla="*/ 9 h 335"/>
                <a:gd name="T64" fmla="*/ 236 w 497"/>
                <a:gd name="T65" fmla="*/ 38 h 335"/>
                <a:gd name="T66" fmla="*/ 269 w 497"/>
                <a:gd name="T67" fmla="*/ 12 h 335"/>
                <a:gd name="T68" fmla="*/ 280 w 497"/>
                <a:gd name="T69" fmla="*/ 35 h 335"/>
                <a:gd name="T70" fmla="*/ 297 w 497"/>
                <a:gd name="T71" fmla="*/ 31 h 335"/>
                <a:gd name="T72" fmla="*/ 285 w 497"/>
                <a:gd name="T73" fmla="*/ 8 h 335"/>
                <a:gd name="T74" fmla="*/ 314 w 497"/>
                <a:gd name="T75" fmla="*/ 8 h 335"/>
                <a:gd name="T76" fmla="*/ 330 w 497"/>
                <a:gd name="T77" fmla="*/ 20 h 335"/>
                <a:gd name="T78" fmla="*/ 348 w 497"/>
                <a:gd name="T79" fmla="*/ 27 h 335"/>
                <a:gd name="T80" fmla="*/ 330 w 497"/>
                <a:gd name="T81" fmla="*/ 20 h 335"/>
                <a:gd name="T82" fmla="*/ 379 w 497"/>
                <a:gd name="T83" fmla="*/ 36 h 335"/>
                <a:gd name="T84" fmla="*/ 374 w 497"/>
                <a:gd name="T85" fmla="*/ 64 h 335"/>
                <a:gd name="T86" fmla="*/ 430 w 497"/>
                <a:gd name="T87" fmla="*/ 107 h 335"/>
                <a:gd name="T88" fmla="*/ 427 w 497"/>
                <a:gd name="T89" fmla="*/ 84 h 335"/>
                <a:gd name="T90" fmla="*/ 427 w 497"/>
                <a:gd name="T91" fmla="*/ 84 h 335"/>
                <a:gd name="T92" fmla="*/ 466 w 497"/>
                <a:gd name="T93" fmla="*/ 128 h 335"/>
                <a:gd name="T94" fmla="*/ 453 w 497"/>
                <a:gd name="T95" fmla="*/ 135 h 335"/>
                <a:gd name="T96" fmla="*/ 477 w 497"/>
                <a:gd name="T97" fmla="*/ 187 h 335"/>
                <a:gd name="T98" fmla="*/ 464 w 497"/>
                <a:gd name="T99" fmla="*/ 191 h 335"/>
                <a:gd name="T100" fmla="*/ 479 w 497"/>
                <a:gd name="T101" fmla="*/ 169 h 335"/>
                <a:gd name="T102" fmla="*/ 472 w 497"/>
                <a:gd name="T103" fmla="*/ 207 h 335"/>
                <a:gd name="T104" fmla="*/ 497 w 497"/>
                <a:gd name="T105" fmla="*/ 225 h 335"/>
                <a:gd name="T106" fmla="*/ 493 w 497"/>
                <a:gd name="T107" fmla="*/ 203 h 335"/>
                <a:gd name="T108" fmla="*/ 497 w 497"/>
                <a:gd name="T109" fmla="*/ 249 h 335"/>
                <a:gd name="T110" fmla="*/ 497 w 497"/>
                <a:gd name="T111" fmla="*/ 249 h 335"/>
                <a:gd name="T112" fmla="*/ 463 w 497"/>
                <a:gd name="T113" fmla="*/ 287 h 335"/>
                <a:gd name="T114" fmla="*/ 458 w 497"/>
                <a:gd name="T115" fmla="*/ 260 h 335"/>
                <a:gd name="T116" fmla="*/ 456 w 497"/>
                <a:gd name="T117" fmla="*/ 282 h 335"/>
                <a:gd name="T118" fmla="*/ 451 w 497"/>
                <a:gd name="T119" fmla="*/ 327 h 335"/>
                <a:gd name="T120" fmla="*/ 484 w 497"/>
                <a:gd name="T121" fmla="*/ 326 h 335"/>
                <a:gd name="T122" fmla="*/ 475 w 497"/>
                <a:gd name="T123" fmla="*/ 328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7" h="335">
                  <a:moveTo>
                    <a:pt x="11" y="298"/>
                  </a:moveTo>
                  <a:cubicBezTo>
                    <a:pt x="12" y="298"/>
                    <a:pt x="12" y="298"/>
                    <a:pt x="12" y="298"/>
                  </a:cubicBezTo>
                  <a:cubicBezTo>
                    <a:pt x="43" y="290"/>
                    <a:pt x="43" y="290"/>
                    <a:pt x="43" y="290"/>
                  </a:cubicBezTo>
                  <a:cubicBezTo>
                    <a:pt x="41" y="282"/>
                    <a:pt x="41" y="282"/>
                    <a:pt x="41" y="282"/>
                  </a:cubicBezTo>
                  <a:cubicBezTo>
                    <a:pt x="4" y="292"/>
                    <a:pt x="4" y="292"/>
                    <a:pt x="4" y="292"/>
                  </a:cubicBezTo>
                  <a:cubicBezTo>
                    <a:pt x="8" y="305"/>
                    <a:pt x="8" y="305"/>
                    <a:pt x="8" y="305"/>
                  </a:cubicBezTo>
                  <a:cubicBezTo>
                    <a:pt x="37" y="306"/>
                    <a:pt x="37" y="306"/>
                    <a:pt x="37" y="306"/>
                  </a:cubicBezTo>
                  <a:cubicBezTo>
                    <a:pt x="37" y="306"/>
                    <a:pt x="37" y="306"/>
                    <a:pt x="37" y="306"/>
                  </a:cubicBezTo>
                  <a:cubicBezTo>
                    <a:pt x="12" y="321"/>
                    <a:pt x="12" y="321"/>
                    <a:pt x="12" y="321"/>
                  </a:cubicBezTo>
                  <a:cubicBezTo>
                    <a:pt x="15" y="334"/>
                    <a:pt x="15" y="334"/>
                    <a:pt x="15" y="334"/>
                  </a:cubicBezTo>
                  <a:cubicBezTo>
                    <a:pt x="52" y="324"/>
                    <a:pt x="52" y="324"/>
                    <a:pt x="52" y="324"/>
                  </a:cubicBezTo>
                  <a:cubicBezTo>
                    <a:pt x="50" y="317"/>
                    <a:pt x="50" y="317"/>
                    <a:pt x="50" y="317"/>
                  </a:cubicBezTo>
                  <a:cubicBezTo>
                    <a:pt x="19" y="325"/>
                    <a:pt x="19" y="325"/>
                    <a:pt x="19" y="325"/>
                  </a:cubicBezTo>
                  <a:cubicBezTo>
                    <a:pt x="18" y="325"/>
                    <a:pt x="18" y="325"/>
                    <a:pt x="18" y="325"/>
                  </a:cubicBezTo>
                  <a:cubicBezTo>
                    <a:pt x="48" y="307"/>
                    <a:pt x="48" y="307"/>
                    <a:pt x="48" y="307"/>
                  </a:cubicBezTo>
                  <a:cubicBezTo>
                    <a:pt x="46" y="300"/>
                    <a:pt x="46" y="300"/>
                    <a:pt x="46" y="300"/>
                  </a:cubicBezTo>
                  <a:cubicBezTo>
                    <a:pt x="11" y="298"/>
                    <a:pt x="11" y="298"/>
                    <a:pt x="11" y="298"/>
                  </a:cubicBezTo>
                  <a:close/>
                  <a:moveTo>
                    <a:pt x="2" y="268"/>
                  </a:moveTo>
                  <a:cubicBezTo>
                    <a:pt x="3" y="277"/>
                    <a:pt x="3" y="277"/>
                    <a:pt x="3" y="277"/>
                  </a:cubicBezTo>
                  <a:cubicBezTo>
                    <a:pt x="40" y="273"/>
                    <a:pt x="40" y="273"/>
                    <a:pt x="40" y="273"/>
                  </a:cubicBezTo>
                  <a:cubicBezTo>
                    <a:pt x="40" y="264"/>
                    <a:pt x="40" y="264"/>
                    <a:pt x="40" y="264"/>
                  </a:cubicBezTo>
                  <a:cubicBezTo>
                    <a:pt x="2" y="268"/>
                    <a:pt x="2" y="268"/>
                    <a:pt x="2" y="268"/>
                  </a:cubicBezTo>
                  <a:close/>
                  <a:moveTo>
                    <a:pt x="40" y="221"/>
                  </a:moveTo>
                  <a:cubicBezTo>
                    <a:pt x="2" y="219"/>
                    <a:pt x="2" y="219"/>
                    <a:pt x="2" y="219"/>
                  </a:cubicBezTo>
                  <a:cubicBezTo>
                    <a:pt x="2" y="227"/>
                    <a:pt x="2" y="227"/>
                    <a:pt x="2" y="227"/>
                  </a:cubicBezTo>
                  <a:cubicBezTo>
                    <a:pt x="31" y="228"/>
                    <a:pt x="31" y="228"/>
                    <a:pt x="31" y="228"/>
                  </a:cubicBezTo>
                  <a:cubicBezTo>
                    <a:pt x="32" y="228"/>
                    <a:pt x="32" y="228"/>
                    <a:pt x="32" y="228"/>
                  </a:cubicBezTo>
                  <a:cubicBezTo>
                    <a:pt x="1" y="241"/>
                    <a:pt x="1" y="241"/>
                    <a:pt x="1" y="241"/>
                  </a:cubicBezTo>
                  <a:cubicBezTo>
                    <a:pt x="0" y="253"/>
                    <a:pt x="0" y="253"/>
                    <a:pt x="0" y="253"/>
                  </a:cubicBezTo>
                  <a:cubicBezTo>
                    <a:pt x="39" y="255"/>
                    <a:pt x="39" y="255"/>
                    <a:pt x="39" y="255"/>
                  </a:cubicBezTo>
                  <a:cubicBezTo>
                    <a:pt x="39" y="247"/>
                    <a:pt x="39" y="247"/>
                    <a:pt x="39" y="247"/>
                  </a:cubicBezTo>
                  <a:cubicBezTo>
                    <a:pt x="7" y="246"/>
                    <a:pt x="7" y="246"/>
                    <a:pt x="7" y="246"/>
                  </a:cubicBezTo>
                  <a:cubicBezTo>
                    <a:pt x="7" y="246"/>
                    <a:pt x="7" y="246"/>
                    <a:pt x="7" y="246"/>
                  </a:cubicBezTo>
                  <a:cubicBezTo>
                    <a:pt x="39" y="232"/>
                    <a:pt x="39" y="232"/>
                    <a:pt x="39" y="232"/>
                  </a:cubicBezTo>
                  <a:cubicBezTo>
                    <a:pt x="40" y="221"/>
                    <a:pt x="40" y="221"/>
                    <a:pt x="40" y="221"/>
                  </a:cubicBezTo>
                  <a:close/>
                  <a:moveTo>
                    <a:pt x="41" y="213"/>
                  </a:moveTo>
                  <a:cubicBezTo>
                    <a:pt x="48" y="185"/>
                    <a:pt x="48" y="185"/>
                    <a:pt x="48" y="185"/>
                  </a:cubicBezTo>
                  <a:cubicBezTo>
                    <a:pt x="42" y="183"/>
                    <a:pt x="42" y="183"/>
                    <a:pt x="42" y="183"/>
                  </a:cubicBezTo>
                  <a:cubicBezTo>
                    <a:pt x="38" y="202"/>
                    <a:pt x="38" y="202"/>
                    <a:pt x="38" y="202"/>
                  </a:cubicBezTo>
                  <a:cubicBezTo>
                    <a:pt x="18" y="177"/>
                    <a:pt x="18" y="177"/>
                    <a:pt x="18" y="177"/>
                  </a:cubicBezTo>
                  <a:cubicBezTo>
                    <a:pt x="11" y="176"/>
                    <a:pt x="11" y="176"/>
                    <a:pt x="11" y="176"/>
                  </a:cubicBezTo>
                  <a:cubicBezTo>
                    <a:pt x="5" y="203"/>
                    <a:pt x="5" y="203"/>
                    <a:pt x="5" y="203"/>
                  </a:cubicBezTo>
                  <a:cubicBezTo>
                    <a:pt x="11" y="204"/>
                    <a:pt x="11" y="204"/>
                    <a:pt x="11" y="204"/>
                  </a:cubicBezTo>
                  <a:cubicBezTo>
                    <a:pt x="15" y="187"/>
                    <a:pt x="15" y="187"/>
                    <a:pt x="15" y="187"/>
                  </a:cubicBezTo>
                  <a:cubicBezTo>
                    <a:pt x="35" y="212"/>
                    <a:pt x="35" y="212"/>
                    <a:pt x="35" y="212"/>
                  </a:cubicBezTo>
                  <a:cubicBezTo>
                    <a:pt x="41" y="213"/>
                    <a:pt x="41" y="213"/>
                    <a:pt x="41" y="213"/>
                  </a:cubicBezTo>
                  <a:close/>
                  <a:moveTo>
                    <a:pt x="27" y="138"/>
                  </a:moveTo>
                  <a:cubicBezTo>
                    <a:pt x="46" y="147"/>
                    <a:pt x="46" y="147"/>
                    <a:pt x="46" y="147"/>
                  </a:cubicBezTo>
                  <a:cubicBezTo>
                    <a:pt x="50" y="148"/>
                    <a:pt x="52" y="150"/>
                    <a:pt x="53" y="152"/>
                  </a:cubicBezTo>
                  <a:cubicBezTo>
                    <a:pt x="54" y="154"/>
                    <a:pt x="54" y="156"/>
                    <a:pt x="53" y="159"/>
                  </a:cubicBezTo>
                  <a:cubicBezTo>
                    <a:pt x="52" y="162"/>
                    <a:pt x="50" y="164"/>
                    <a:pt x="48" y="164"/>
                  </a:cubicBezTo>
                  <a:cubicBezTo>
                    <a:pt x="46" y="165"/>
                    <a:pt x="43" y="164"/>
                    <a:pt x="38" y="162"/>
                  </a:cubicBezTo>
                  <a:cubicBezTo>
                    <a:pt x="20" y="153"/>
                    <a:pt x="20" y="153"/>
                    <a:pt x="20" y="153"/>
                  </a:cubicBezTo>
                  <a:cubicBezTo>
                    <a:pt x="16" y="160"/>
                    <a:pt x="16" y="160"/>
                    <a:pt x="16" y="160"/>
                  </a:cubicBezTo>
                  <a:cubicBezTo>
                    <a:pt x="38" y="170"/>
                    <a:pt x="38" y="170"/>
                    <a:pt x="38" y="170"/>
                  </a:cubicBezTo>
                  <a:cubicBezTo>
                    <a:pt x="46" y="174"/>
                    <a:pt x="53" y="171"/>
                    <a:pt x="58" y="162"/>
                  </a:cubicBezTo>
                  <a:cubicBezTo>
                    <a:pt x="62" y="152"/>
                    <a:pt x="60" y="145"/>
                    <a:pt x="52" y="140"/>
                  </a:cubicBezTo>
                  <a:cubicBezTo>
                    <a:pt x="30" y="130"/>
                    <a:pt x="30" y="130"/>
                    <a:pt x="30" y="130"/>
                  </a:cubicBezTo>
                  <a:cubicBezTo>
                    <a:pt x="27" y="138"/>
                    <a:pt x="27" y="138"/>
                    <a:pt x="27" y="138"/>
                  </a:cubicBezTo>
                  <a:close/>
                  <a:moveTo>
                    <a:pt x="63" y="84"/>
                  </a:moveTo>
                  <a:cubicBezTo>
                    <a:pt x="79" y="97"/>
                    <a:pt x="79" y="97"/>
                    <a:pt x="79" y="97"/>
                  </a:cubicBezTo>
                  <a:cubicBezTo>
                    <a:pt x="82" y="100"/>
                    <a:pt x="84" y="102"/>
                    <a:pt x="85" y="104"/>
                  </a:cubicBezTo>
                  <a:cubicBezTo>
                    <a:pt x="86" y="106"/>
                    <a:pt x="85" y="108"/>
                    <a:pt x="83" y="111"/>
                  </a:cubicBezTo>
                  <a:cubicBezTo>
                    <a:pt x="81" y="113"/>
                    <a:pt x="79" y="114"/>
                    <a:pt x="76" y="114"/>
                  </a:cubicBezTo>
                  <a:cubicBezTo>
                    <a:pt x="74" y="114"/>
                    <a:pt x="72" y="113"/>
                    <a:pt x="68" y="110"/>
                  </a:cubicBezTo>
                  <a:cubicBezTo>
                    <a:pt x="52" y="97"/>
                    <a:pt x="52" y="97"/>
                    <a:pt x="52" y="97"/>
                  </a:cubicBezTo>
                  <a:cubicBezTo>
                    <a:pt x="47" y="103"/>
                    <a:pt x="47" y="103"/>
                    <a:pt x="47" y="103"/>
                  </a:cubicBezTo>
                  <a:cubicBezTo>
                    <a:pt x="65" y="118"/>
                    <a:pt x="65" y="118"/>
                    <a:pt x="65" y="118"/>
                  </a:cubicBezTo>
                  <a:cubicBezTo>
                    <a:pt x="73" y="124"/>
                    <a:pt x="80" y="123"/>
                    <a:pt x="87" y="114"/>
                  </a:cubicBezTo>
                  <a:cubicBezTo>
                    <a:pt x="94" y="106"/>
                    <a:pt x="93" y="99"/>
                    <a:pt x="86" y="92"/>
                  </a:cubicBezTo>
                  <a:cubicBezTo>
                    <a:pt x="68" y="77"/>
                    <a:pt x="68" y="77"/>
                    <a:pt x="68" y="77"/>
                  </a:cubicBezTo>
                  <a:cubicBezTo>
                    <a:pt x="63" y="84"/>
                    <a:pt x="63" y="84"/>
                    <a:pt x="63" y="84"/>
                  </a:cubicBezTo>
                  <a:close/>
                  <a:moveTo>
                    <a:pt x="132" y="73"/>
                  </a:moveTo>
                  <a:cubicBezTo>
                    <a:pt x="123" y="80"/>
                    <a:pt x="123" y="80"/>
                    <a:pt x="123" y="80"/>
                  </a:cubicBezTo>
                  <a:cubicBezTo>
                    <a:pt x="91" y="65"/>
                    <a:pt x="91" y="65"/>
                    <a:pt x="91" y="65"/>
                  </a:cubicBezTo>
                  <a:cubicBezTo>
                    <a:pt x="91" y="65"/>
                    <a:pt x="91" y="65"/>
                    <a:pt x="91" y="65"/>
                  </a:cubicBezTo>
                  <a:cubicBezTo>
                    <a:pt x="111" y="90"/>
                    <a:pt x="111" y="90"/>
                    <a:pt x="111" y="90"/>
                  </a:cubicBezTo>
                  <a:cubicBezTo>
                    <a:pt x="105" y="95"/>
                    <a:pt x="105" y="95"/>
                    <a:pt x="105" y="95"/>
                  </a:cubicBezTo>
                  <a:cubicBezTo>
                    <a:pt x="81" y="65"/>
                    <a:pt x="81" y="65"/>
                    <a:pt x="81" y="65"/>
                  </a:cubicBezTo>
                  <a:cubicBezTo>
                    <a:pt x="90" y="57"/>
                    <a:pt x="90" y="57"/>
                    <a:pt x="90" y="57"/>
                  </a:cubicBezTo>
                  <a:cubicBezTo>
                    <a:pt x="120" y="71"/>
                    <a:pt x="120" y="71"/>
                    <a:pt x="120" y="71"/>
                  </a:cubicBezTo>
                  <a:cubicBezTo>
                    <a:pt x="120" y="71"/>
                    <a:pt x="120" y="71"/>
                    <a:pt x="120" y="71"/>
                  </a:cubicBezTo>
                  <a:cubicBezTo>
                    <a:pt x="101" y="48"/>
                    <a:pt x="101" y="48"/>
                    <a:pt x="101" y="48"/>
                  </a:cubicBezTo>
                  <a:cubicBezTo>
                    <a:pt x="107" y="43"/>
                    <a:pt x="107" y="43"/>
                    <a:pt x="107" y="43"/>
                  </a:cubicBezTo>
                  <a:cubicBezTo>
                    <a:pt x="132" y="73"/>
                    <a:pt x="132" y="73"/>
                    <a:pt x="132" y="73"/>
                  </a:cubicBezTo>
                  <a:close/>
                  <a:moveTo>
                    <a:pt x="129" y="31"/>
                  </a:moveTo>
                  <a:cubicBezTo>
                    <a:pt x="121" y="35"/>
                    <a:pt x="121" y="35"/>
                    <a:pt x="121" y="35"/>
                  </a:cubicBezTo>
                  <a:cubicBezTo>
                    <a:pt x="140" y="68"/>
                    <a:pt x="140" y="68"/>
                    <a:pt x="140" y="68"/>
                  </a:cubicBezTo>
                  <a:cubicBezTo>
                    <a:pt x="147" y="64"/>
                    <a:pt x="147" y="64"/>
                    <a:pt x="147" y="64"/>
                  </a:cubicBezTo>
                  <a:cubicBezTo>
                    <a:pt x="129" y="31"/>
                    <a:pt x="129" y="31"/>
                    <a:pt x="129" y="31"/>
                  </a:cubicBezTo>
                  <a:close/>
                  <a:moveTo>
                    <a:pt x="165" y="55"/>
                  </a:moveTo>
                  <a:cubicBezTo>
                    <a:pt x="138" y="25"/>
                    <a:pt x="138" y="25"/>
                    <a:pt x="138" y="25"/>
                  </a:cubicBezTo>
                  <a:cubicBezTo>
                    <a:pt x="146" y="22"/>
                    <a:pt x="146" y="22"/>
                    <a:pt x="146" y="22"/>
                  </a:cubicBezTo>
                  <a:cubicBezTo>
                    <a:pt x="167" y="46"/>
                    <a:pt x="167" y="46"/>
                    <a:pt x="167" y="46"/>
                  </a:cubicBezTo>
                  <a:cubicBezTo>
                    <a:pt x="167" y="45"/>
                    <a:pt x="167" y="45"/>
                    <a:pt x="167" y="45"/>
                  </a:cubicBezTo>
                  <a:cubicBezTo>
                    <a:pt x="164" y="14"/>
                    <a:pt x="164" y="14"/>
                    <a:pt x="164" y="14"/>
                  </a:cubicBezTo>
                  <a:cubicBezTo>
                    <a:pt x="172" y="11"/>
                    <a:pt x="172" y="11"/>
                    <a:pt x="172" y="11"/>
                  </a:cubicBezTo>
                  <a:cubicBezTo>
                    <a:pt x="174" y="51"/>
                    <a:pt x="174" y="51"/>
                    <a:pt x="174" y="51"/>
                  </a:cubicBezTo>
                  <a:cubicBezTo>
                    <a:pt x="165" y="55"/>
                    <a:pt x="165" y="55"/>
                    <a:pt x="165" y="55"/>
                  </a:cubicBezTo>
                  <a:close/>
                  <a:moveTo>
                    <a:pt x="193" y="45"/>
                  </a:moveTo>
                  <a:cubicBezTo>
                    <a:pt x="219" y="40"/>
                    <a:pt x="219" y="40"/>
                    <a:pt x="219" y="40"/>
                  </a:cubicBezTo>
                  <a:cubicBezTo>
                    <a:pt x="217" y="34"/>
                    <a:pt x="217" y="34"/>
                    <a:pt x="217" y="34"/>
                  </a:cubicBezTo>
                  <a:cubicBezTo>
                    <a:pt x="200" y="37"/>
                    <a:pt x="200" y="37"/>
                    <a:pt x="200" y="37"/>
                  </a:cubicBezTo>
                  <a:cubicBezTo>
                    <a:pt x="198" y="27"/>
                    <a:pt x="198" y="27"/>
                    <a:pt x="198" y="27"/>
                  </a:cubicBezTo>
                  <a:cubicBezTo>
                    <a:pt x="213" y="24"/>
                    <a:pt x="213" y="24"/>
                    <a:pt x="213" y="24"/>
                  </a:cubicBezTo>
                  <a:cubicBezTo>
                    <a:pt x="212" y="18"/>
                    <a:pt x="212" y="18"/>
                    <a:pt x="212" y="18"/>
                  </a:cubicBezTo>
                  <a:cubicBezTo>
                    <a:pt x="196" y="21"/>
                    <a:pt x="196" y="21"/>
                    <a:pt x="196" y="21"/>
                  </a:cubicBezTo>
                  <a:cubicBezTo>
                    <a:pt x="195" y="12"/>
                    <a:pt x="195" y="12"/>
                    <a:pt x="195" y="12"/>
                  </a:cubicBezTo>
                  <a:cubicBezTo>
                    <a:pt x="211" y="9"/>
                    <a:pt x="211" y="9"/>
                    <a:pt x="211" y="9"/>
                  </a:cubicBezTo>
                  <a:cubicBezTo>
                    <a:pt x="210" y="3"/>
                    <a:pt x="210" y="3"/>
                    <a:pt x="210" y="3"/>
                  </a:cubicBezTo>
                  <a:cubicBezTo>
                    <a:pt x="185" y="8"/>
                    <a:pt x="185" y="8"/>
                    <a:pt x="185" y="8"/>
                  </a:cubicBezTo>
                  <a:cubicBezTo>
                    <a:pt x="193" y="45"/>
                    <a:pt x="193" y="45"/>
                    <a:pt x="193" y="45"/>
                  </a:cubicBezTo>
                  <a:close/>
                  <a:moveTo>
                    <a:pt x="235" y="6"/>
                  </a:moveTo>
                  <a:cubicBezTo>
                    <a:pt x="242" y="6"/>
                    <a:pt x="242" y="6"/>
                    <a:pt x="242" y="6"/>
                  </a:cubicBezTo>
                  <a:cubicBezTo>
                    <a:pt x="246" y="6"/>
                    <a:pt x="248" y="7"/>
                    <a:pt x="248" y="11"/>
                  </a:cubicBezTo>
                  <a:cubicBezTo>
                    <a:pt x="248" y="14"/>
                    <a:pt x="246" y="16"/>
                    <a:pt x="242" y="16"/>
                  </a:cubicBezTo>
                  <a:cubicBezTo>
                    <a:pt x="236" y="16"/>
                    <a:pt x="236" y="16"/>
                    <a:pt x="236" y="16"/>
                  </a:cubicBezTo>
                  <a:cubicBezTo>
                    <a:pt x="235" y="6"/>
                    <a:pt x="235" y="6"/>
                    <a:pt x="235" y="6"/>
                  </a:cubicBezTo>
                  <a:close/>
                  <a:moveTo>
                    <a:pt x="236" y="23"/>
                  </a:moveTo>
                  <a:cubicBezTo>
                    <a:pt x="244" y="23"/>
                    <a:pt x="244" y="23"/>
                    <a:pt x="244" y="23"/>
                  </a:cubicBezTo>
                  <a:cubicBezTo>
                    <a:pt x="246" y="23"/>
                    <a:pt x="248" y="24"/>
                    <a:pt x="248" y="27"/>
                  </a:cubicBezTo>
                  <a:cubicBezTo>
                    <a:pt x="248" y="31"/>
                    <a:pt x="249" y="34"/>
                    <a:pt x="249" y="38"/>
                  </a:cubicBezTo>
                  <a:cubicBezTo>
                    <a:pt x="258" y="38"/>
                    <a:pt x="258" y="38"/>
                    <a:pt x="258" y="38"/>
                  </a:cubicBezTo>
                  <a:cubicBezTo>
                    <a:pt x="257" y="36"/>
                    <a:pt x="257" y="33"/>
                    <a:pt x="256" y="29"/>
                  </a:cubicBezTo>
                  <a:cubicBezTo>
                    <a:pt x="256" y="28"/>
                    <a:pt x="256" y="28"/>
                    <a:pt x="256" y="27"/>
                  </a:cubicBezTo>
                  <a:cubicBezTo>
                    <a:pt x="256" y="22"/>
                    <a:pt x="253" y="19"/>
                    <a:pt x="249" y="19"/>
                  </a:cubicBezTo>
                  <a:cubicBezTo>
                    <a:pt x="249" y="19"/>
                    <a:pt x="249" y="19"/>
                    <a:pt x="249" y="19"/>
                  </a:cubicBezTo>
                  <a:cubicBezTo>
                    <a:pt x="254" y="17"/>
                    <a:pt x="257" y="14"/>
                    <a:pt x="257" y="9"/>
                  </a:cubicBezTo>
                  <a:cubicBezTo>
                    <a:pt x="256" y="3"/>
                    <a:pt x="252" y="0"/>
                    <a:pt x="243" y="0"/>
                  </a:cubicBezTo>
                  <a:cubicBezTo>
                    <a:pt x="227" y="0"/>
                    <a:pt x="227" y="0"/>
                    <a:pt x="227" y="0"/>
                  </a:cubicBezTo>
                  <a:cubicBezTo>
                    <a:pt x="228" y="38"/>
                    <a:pt x="228" y="38"/>
                    <a:pt x="228" y="38"/>
                  </a:cubicBezTo>
                  <a:cubicBezTo>
                    <a:pt x="236" y="38"/>
                    <a:pt x="236" y="38"/>
                    <a:pt x="236" y="38"/>
                  </a:cubicBezTo>
                  <a:cubicBezTo>
                    <a:pt x="236" y="23"/>
                    <a:pt x="236" y="23"/>
                    <a:pt x="236" y="23"/>
                  </a:cubicBezTo>
                  <a:close/>
                  <a:moveTo>
                    <a:pt x="298" y="15"/>
                  </a:moveTo>
                  <a:cubicBezTo>
                    <a:pt x="298" y="8"/>
                    <a:pt x="295" y="4"/>
                    <a:pt x="287" y="2"/>
                  </a:cubicBezTo>
                  <a:cubicBezTo>
                    <a:pt x="277" y="1"/>
                    <a:pt x="271" y="4"/>
                    <a:pt x="269" y="12"/>
                  </a:cubicBezTo>
                  <a:cubicBezTo>
                    <a:pt x="268" y="17"/>
                    <a:pt x="272" y="21"/>
                    <a:pt x="280" y="24"/>
                  </a:cubicBezTo>
                  <a:cubicBezTo>
                    <a:pt x="280" y="25"/>
                    <a:pt x="281" y="25"/>
                    <a:pt x="281" y="25"/>
                  </a:cubicBezTo>
                  <a:cubicBezTo>
                    <a:pt x="286" y="27"/>
                    <a:pt x="288" y="29"/>
                    <a:pt x="288" y="31"/>
                  </a:cubicBezTo>
                  <a:cubicBezTo>
                    <a:pt x="287" y="34"/>
                    <a:pt x="284" y="36"/>
                    <a:pt x="280" y="35"/>
                  </a:cubicBezTo>
                  <a:cubicBezTo>
                    <a:pt x="275" y="34"/>
                    <a:pt x="274" y="32"/>
                    <a:pt x="274" y="27"/>
                  </a:cubicBezTo>
                  <a:cubicBezTo>
                    <a:pt x="266" y="26"/>
                    <a:pt x="266" y="26"/>
                    <a:pt x="266" y="26"/>
                  </a:cubicBezTo>
                  <a:cubicBezTo>
                    <a:pt x="265" y="34"/>
                    <a:pt x="269" y="39"/>
                    <a:pt x="279" y="41"/>
                  </a:cubicBezTo>
                  <a:cubicBezTo>
                    <a:pt x="289" y="42"/>
                    <a:pt x="295" y="39"/>
                    <a:pt x="297" y="31"/>
                  </a:cubicBezTo>
                  <a:cubicBezTo>
                    <a:pt x="298" y="26"/>
                    <a:pt x="294" y="21"/>
                    <a:pt x="285" y="18"/>
                  </a:cubicBezTo>
                  <a:cubicBezTo>
                    <a:pt x="285" y="18"/>
                    <a:pt x="284" y="18"/>
                    <a:pt x="284" y="18"/>
                  </a:cubicBezTo>
                  <a:cubicBezTo>
                    <a:pt x="279" y="17"/>
                    <a:pt x="277" y="15"/>
                    <a:pt x="278" y="12"/>
                  </a:cubicBezTo>
                  <a:cubicBezTo>
                    <a:pt x="279" y="9"/>
                    <a:pt x="281" y="7"/>
                    <a:pt x="285" y="8"/>
                  </a:cubicBezTo>
                  <a:cubicBezTo>
                    <a:pt x="289" y="8"/>
                    <a:pt x="290" y="11"/>
                    <a:pt x="290" y="14"/>
                  </a:cubicBezTo>
                  <a:cubicBezTo>
                    <a:pt x="298" y="15"/>
                    <a:pt x="298" y="15"/>
                    <a:pt x="298" y="15"/>
                  </a:cubicBezTo>
                  <a:close/>
                  <a:moveTo>
                    <a:pt x="322" y="11"/>
                  </a:moveTo>
                  <a:cubicBezTo>
                    <a:pt x="314" y="8"/>
                    <a:pt x="314" y="8"/>
                    <a:pt x="314" y="8"/>
                  </a:cubicBezTo>
                  <a:cubicBezTo>
                    <a:pt x="303" y="45"/>
                    <a:pt x="303" y="45"/>
                    <a:pt x="303" y="45"/>
                  </a:cubicBezTo>
                  <a:cubicBezTo>
                    <a:pt x="311" y="47"/>
                    <a:pt x="311" y="47"/>
                    <a:pt x="311" y="47"/>
                  </a:cubicBezTo>
                  <a:cubicBezTo>
                    <a:pt x="322" y="11"/>
                    <a:pt x="322" y="11"/>
                    <a:pt x="322" y="11"/>
                  </a:cubicBezTo>
                  <a:close/>
                  <a:moveTo>
                    <a:pt x="330" y="20"/>
                  </a:moveTo>
                  <a:cubicBezTo>
                    <a:pt x="340" y="24"/>
                    <a:pt x="340" y="24"/>
                    <a:pt x="340" y="24"/>
                  </a:cubicBezTo>
                  <a:cubicBezTo>
                    <a:pt x="328" y="53"/>
                    <a:pt x="328" y="53"/>
                    <a:pt x="328" y="53"/>
                  </a:cubicBezTo>
                  <a:cubicBezTo>
                    <a:pt x="336" y="56"/>
                    <a:pt x="336" y="56"/>
                    <a:pt x="336" y="56"/>
                  </a:cubicBezTo>
                  <a:cubicBezTo>
                    <a:pt x="348" y="27"/>
                    <a:pt x="348" y="27"/>
                    <a:pt x="348" y="27"/>
                  </a:cubicBezTo>
                  <a:cubicBezTo>
                    <a:pt x="358" y="31"/>
                    <a:pt x="358" y="31"/>
                    <a:pt x="358" y="31"/>
                  </a:cubicBezTo>
                  <a:cubicBezTo>
                    <a:pt x="361" y="25"/>
                    <a:pt x="361" y="25"/>
                    <a:pt x="361" y="25"/>
                  </a:cubicBezTo>
                  <a:cubicBezTo>
                    <a:pt x="332" y="14"/>
                    <a:pt x="332" y="14"/>
                    <a:pt x="332" y="14"/>
                  </a:cubicBezTo>
                  <a:cubicBezTo>
                    <a:pt x="330" y="20"/>
                    <a:pt x="330" y="20"/>
                    <a:pt x="330" y="20"/>
                  </a:cubicBezTo>
                  <a:close/>
                  <a:moveTo>
                    <a:pt x="361" y="70"/>
                  </a:moveTo>
                  <a:cubicBezTo>
                    <a:pt x="367" y="60"/>
                    <a:pt x="367" y="60"/>
                    <a:pt x="367" y="60"/>
                  </a:cubicBezTo>
                  <a:cubicBezTo>
                    <a:pt x="371" y="31"/>
                    <a:pt x="371" y="31"/>
                    <a:pt x="371" y="31"/>
                  </a:cubicBezTo>
                  <a:cubicBezTo>
                    <a:pt x="379" y="36"/>
                    <a:pt x="379" y="36"/>
                    <a:pt x="379" y="36"/>
                  </a:cubicBezTo>
                  <a:cubicBezTo>
                    <a:pt x="376" y="55"/>
                    <a:pt x="376" y="55"/>
                    <a:pt x="376" y="55"/>
                  </a:cubicBezTo>
                  <a:cubicBezTo>
                    <a:pt x="392" y="45"/>
                    <a:pt x="392" y="45"/>
                    <a:pt x="392" y="45"/>
                  </a:cubicBezTo>
                  <a:cubicBezTo>
                    <a:pt x="399" y="50"/>
                    <a:pt x="399" y="50"/>
                    <a:pt x="399" y="50"/>
                  </a:cubicBezTo>
                  <a:cubicBezTo>
                    <a:pt x="374" y="64"/>
                    <a:pt x="374" y="64"/>
                    <a:pt x="374" y="64"/>
                  </a:cubicBezTo>
                  <a:cubicBezTo>
                    <a:pt x="367" y="75"/>
                    <a:pt x="367" y="75"/>
                    <a:pt x="367" y="75"/>
                  </a:cubicBezTo>
                  <a:cubicBezTo>
                    <a:pt x="361" y="70"/>
                    <a:pt x="361" y="70"/>
                    <a:pt x="361" y="70"/>
                  </a:cubicBezTo>
                  <a:close/>
                  <a:moveTo>
                    <a:pt x="403" y="107"/>
                  </a:moveTo>
                  <a:cubicBezTo>
                    <a:pt x="412" y="115"/>
                    <a:pt x="420" y="115"/>
                    <a:pt x="430" y="107"/>
                  </a:cubicBezTo>
                  <a:cubicBezTo>
                    <a:pt x="439" y="97"/>
                    <a:pt x="440" y="88"/>
                    <a:pt x="432" y="80"/>
                  </a:cubicBezTo>
                  <a:cubicBezTo>
                    <a:pt x="423" y="71"/>
                    <a:pt x="414" y="71"/>
                    <a:pt x="405" y="80"/>
                  </a:cubicBezTo>
                  <a:cubicBezTo>
                    <a:pt x="396" y="89"/>
                    <a:pt x="395" y="98"/>
                    <a:pt x="403" y="107"/>
                  </a:cubicBezTo>
                  <a:close/>
                  <a:moveTo>
                    <a:pt x="427" y="84"/>
                  </a:moveTo>
                  <a:cubicBezTo>
                    <a:pt x="432" y="88"/>
                    <a:pt x="431" y="94"/>
                    <a:pt x="424" y="100"/>
                  </a:cubicBezTo>
                  <a:cubicBezTo>
                    <a:pt x="417" y="107"/>
                    <a:pt x="412" y="108"/>
                    <a:pt x="407" y="103"/>
                  </a:cubicBezTo>
                  <a:cubicBezTo>
                    <a:pt x="403" y="98"/>
                    <a:pt x="404" y="93"/>
                    <a:pt x="411" y="86"/>
                  </a:cubicBezTo>
                  <a:cubicBezTo>
                    <a:pt x="417" y="80"/>
                    <a:pt x="423" y="79"/>
                    <a:pt x="427" y="84"/>
                  </a:cubicBezTo>
                  <a:close/>
                  <a:moveTo>
                    <a:pt x="425" y="134"/>
                  </a:moveTo>
                  <a:cubicBezTo>
                    <a:pt x="421" y="127"/>
                    <a:pt x="421" y="127"/>
                    <a:pt x="421" y="127"/>
                  </a:cubicBezTo>
                  <a:cubicBezTo>
                    <a:pt x="453" y="107"/>
                    <a:pt x="453" y="107"/>
                    <a:pt x="453" y="107"/>
                  </a:cubicBezTo>
                  <a:cubicBezTo>
                    <a:pt x="466" y="128"/>
                    <a:pt x="466" y="128"/>
                    <a:pt x="466" y="128"/>
                  </a:cubicBezTo>
                  <a:cubicBezTo>
                    <a:pt x="461" y="132"/>
                    <a:pt x="461" y="132"/>
                    <a:pt x="461" y="132"/>
                  </a:cubicBezTo>
                  <a:cubicBezTo>
                    <a:pt x="452" y="118"/>
                    <a:pt x="452" y="118"/>
                    <a:pt x="452" y="118"/>
                  </a:cubicBezTo>
                  <a:cubicBezTo>
                    <a:pt x="444" y="122"/>
                    <a:pt x="444" y="122"/>
                    <a:pt x="444" y="122"/>
                  </a:cubicBezTo>
                  <a:cubicBezTo>
                    <a:pt x="453" y="135"/>
                    <a:pt x="453" y="135"/>
                    <a:pt x="453" y="135"/>
                  </a:cubicBezTo>
                  <a:cubicBezTo>
                    <a:pt x="447" y="139"/>
                    <a:pt x="447" y="139"/>
                    <a:pt x="447" y="139"/>
                  </a:cubicBezTo>
                  <a:cubicBezTo>
                    <a:pt x="439" y="126"/>
                    <a:pt x="439" y="126"/>
                    <a:pt x="439" y="126"/>
                  </a:cubicBezTo>
                  <a:cubicBezTo>
                    <a:pt x="425" y="134"/>
                    <a:pt x="425" y="134"/>
                    <a:pt x="425" y="134"/>
                  </a:cubicBezTo>
                  <a:close/>
                  <a:moveTo>
                    <a:pt x="477" y="187"/>
                  </a:moveTo>
                  <a:cubicBezTo>
                    <a:pt x="485" y="183"/>
                    <a:pt x="487" y="177"/>
                    <a:pt x="484" y="167"/>
                  </a:cubicBezTo>
                  <a:cubicBezTo>
                    <a:pt x="481" y="158"/>
                    <a:pt x="473" y="155"/>
                    <a:pt x="460" y="158"/>
                  </a:cubicBezTo>
                  <a:cubicBezTo>
                    <a:pt x="448" y="162"/>
                    <a:pt x="444" y="169"/>
                    <a:pt x="447" y="179"/>
                  </a:cubicBezTo>
                  <a:cubicBezTo>
                    <a:pt x="450" y="189"/>
                    <a:pt x="456" y="193"/>
                    <a:pt x="464" y="191"/>
                  </a:cubicBezTo>
                  <a:cubicBezTo>
                    <a:pt x="461" y="182"/>
                    <a:pt x="461" y="182"/>
                    <a:pt x="461" y="182"/>
                  </a:cubicBezTo>
                  <a:cubicBezTo>
                    <a:pt x="457" y="184"/>
                    <a:pt x="454" y="182"/>
                    <a:pt x="452" y="178"/>
                  </a:cubicBezTo>
                  <a:cubicBezTo>
                    <a:pt x="451" y="173"/>
                    <a:pt x="455" y="169"/>
                    <a:pt x="463" y="166"/>
                  </a:cubicBezTo>
                  <a:cubicBezTo>
                    <a:pt x="472" y="164"/>
                    <a:pt x="477" y="165"/>
                    <a:pt x="479" y="169"/>
                  </a:cubicBezTo>
                  <a:cubicBezTo>
                    <a:pt x="480" y="174"/>
                    <a:pt x="478" y="177"/>
                    <a:pt x="474" y="178"/>
                  </a:cubicBezTo>
                  <a:cubicBezTo>
                    <a:pt x="477" y="187"/>
                    <a:pt x="477" y="187"/>
                    <a:pt x="477" y="187"/>
                  </a:cubicBezTo>
                  <a:close/>
                  <a:moveTo>
                    <a:pt x="455" y="210"/>
                  </a:moveTo>
                  <a:cubicBezTo>
                    <a:pt x="472" y="207"/>
                    <a:pt x="472" y="207"/>
                    <a:pt x="472" y="207"/>
                  </a:cubicBezTo>
                  <a:cubicBezTo>
                    <a:pt x="474" y="221"/>
                    <a:pt x="474" y="221"/>
                    <a:pt x="474" y="221"/>
                  </a:cubicBezTo>
                  <a:cubicBezTo>
                    <a:pt x="458" y="224"/>
                    <a:pt x="458" y="224"/>
                    <a:pt x="458" y="224"/>
                  </a:cubicBezTo>
                  <a:cubicBezTo>
                    <a:pt x="459" y="232"/>
                    <a:pt x="459" y="232"/>
                    <a:pt x="459" y="232"/>
                  </a:cubicBezTo>
                  <a:cubicBezTo>
                    <a:pt x="497" y="225"/>
                    <a:pt x="497" y="225"/>
                    <a:pt x="497" y="225"/>
                  </a:cubicBezTo>
                  <a:cubicBezTo>
                    <a:pt x="495" y="217"/>
                    <a:pt x="495" y="217"/>
                    <a:pt x="495" y="217"/>
                  </a:cubicBezTo>
                  <a:cubicBezTo>
                    <a:pt x="481" y="220"/>
                    <a:pt x="481" y="220"/>
                    <a:pt x="481" y="220"/>
                  </a:cubicBezTo>
                  <a:cubicBezTo>
                    <a:pt x="478" y="205"/>
                    <a:pt x="478" y="205"/>
                    <a:pt x="478" y="205"/>
                  </a:cubicBezTo>
                  <a:cubicBezTo>
                    <a:pt x="493" y="203"/>
                    <a:pt x="493" y="203"/>
                    <a:pt x="493" y="203"/>
                  </a:cubicBezTo>
                  <a:cubicBezTo>
                    <a:pt x="491" y="195"/>
                    <a:pt x="491" y="195"/>
                    <a:pt x="491" y="195"/>
                  </a:cubicBezTo>
                  <a:cubicBezTo>
                    <a:pt x="454" y="202"/>
                    <a:pt x="454" y="202"/>
                    <a:pt x="454" y="202"/>
                  </a:cubicBezTo>
                  <a:cubicBezTo>
                    <a:pt x="455" y="210"/>
                    <a:pt x="455" y="210"/>
                    <a:pt x="455" y="210"/>
                  </a:cubicBezTo>
                  <a:close/>
                  <a:moveTo>
                    <a:pt x="497" y="249"/>
                  </a:moveTo>
                  <a:cubicBezTo>
                    <a:pt x="497" y="241"/>
                    <a:pt x="497" y="241"/>
                    <a:pt x="497" y="241"/>
                  </a:cubicBezTo>
                  <a:cubicBezTo>
                    <a:pt x="459" y="242"/>
                    <a:pt x="459" y="242"/>
                    <a:pt x="459" y="242"/>
                  </a:cubicBezTo>
                  <a:cubicBezTo>
                    <a:pt x="459" y="250"/>
                    <a:pt x="459" y="250"/>
                    <a:pt x="459" y="250"/>
                  </a:cubicBezTo>
                  <a:cubicBezTo>
                    <a:pt x="497" y="249"/>
                    <a:pt x="497" y="249"/>
                    <a:pt x="497" y="249"/>
                  </a:cubicBezTo>
                  <a:close/>
                  <a:moveTo>
                    <a:pt x="454" y="294"/>
                  </a:moveTo>
                  <a:cubicBezTo>
                    <a:pt x="492" y="299"/>
                    <a:pt x="492" y="299"/>
                    <a:pt x="492" y="299"/>
                  </a:cubicBezTo>
                  <a:cubicBezTo>
                    <a:pt x="493" y="291"/>
                    <a:pt x="493" y="291"/>
                    <a:pt x="493" y="291"/>
                  </a:cubicBezTo>
                  <a:cubicBezTo>
                    <a:pt x="463" y="287"/>
                    <a:pt x="463" y="287"/>
                    <a:pt x="463" y="287"/>
                  </a:cubicBezTo>
                  <a:cubicBezTo>
                    <a:pt x="463" y="287"/>
                    <a:pt x="463" y="287"/>
                    <a:pt x="463" y="287"/>
                  </a:cubicBezTo>
                  <a:cubicBezTo>
                    <a:pt x="495" y="277"/>
                    <a:pt x="495" y="277"/>
                    <a:pt x="495" y="277"/>
                  </a:cubicBezTo>
                  <a:cubicBezTo>
                    <a:pt x="496" y="265"/>
                    <a:pt x="496" y="265"/>
                    <a:pt x="496" y="265"/>
                  </a:cubicBezTo>
                  <a:cubicBezTo>
                    <a:pt x="458" y="260"/>
                    <a:pt x="458" y="260"/>
                    <a:pt x="458" y="260"/>
                  </a:cubicBezTo>
                  <a:cubicBezTo>
                    <a:pt x="457" y="267"/>
                    <a:pt x="457" y="267"/>
                    <a:pt x="457" y="267"/>
                  </a:cubicBezTo>
                  <a:cubicBezTo>
                    <a:pt x="489" y="271"/>
                    <a:pt x="489" y="271"/>
                    <a:pt x="489" y="271"/>
                  </a:cubicBezTo>
                  <a:cubicBezTo>
                    <a:pt x="489" y="272"/>
                    <a:pt x="489" y="272"/>
                    <a:pt x="489" y="272"/>
                  </a:cubicBezTo>
                  <a:cubicBezTo>
                    <a:pt x="456" y="282"/>
                    <a:pt x="456" y="282"/>
                    <a:pt x="456" y="282"/>
                  </a:cubicBezTo>
                  <a:cubicBezTo>
                    <a:pt x="454" y="294"/>
                    <a:pt x="454" y="294"/>
                    <a:pt x="454" y="294"/>
                  </a:cubicBezTo>
                  <a:close/>
                  <a:moveTo>
                    <a:pt x="450" y="308"/>
                  </a:moveTo>
                  <a:cubicBezTo>
                    <a:pt x="456" y="313"/>
                    <a:pt x="456" y="313"/>
                    <a:pt x="456" y="313"/>
                  </a:cubicBezTo>
                  <a:cubicBezTo>
                    <a:pt x="451" y="327"/>
                    <a:pt x="451" y="327"/>
                    <a:pt x="451" y="327"/>
                  </a:cubicBezTo>
                  <a:cubicBezTo>
                    <a:pt x="443" y="327"/>
                    <a:pt x="443" y="327"/>
                    <a:pt x="443" y="327"/>
                  </a:cubicBezTo>
                  <a:cubicBezTo>
                    <a:pt x="440" y="335"/>
                    <a:pt x="440" y="335"/>
                    <a:pt x="440" y="335"/>
                  </a:cubicBezTo>
                  <a:cubicBezTo>
                    <a:pt x="481" y="335"/>
                    <a:pt x="481" y="335"/>
                    <a:pt x="481" y="335"/>
                  </a:cubicBezTo>
                  <a:cubicBezTo>
                    <a:pt x="484" y="326"/>
                    <a:pt x="484" y="326"/>
                    <a:pt x="484" y="326"/>
                  </a:cubicBezTo>
                  <a:cubicBezTo>
                    <a:pt x="452" y="300"/>
                    <a:pt x="452" y="300"/>
                    <a:pt x="452" y="300"/>
                  </a:cubicBezTo>
                  <a:cubicBezTo>
                    <a:pt x="450" y="308"/>
                    <a:pt x="450" y="308"/>
                    <a:pt x="450" y="308"/>
                  </a:cubicBezTo>
                  <a:close/>
                  <a:moveTo>
                    <a:pt x="462" y="317"/>
                  </a:moveTo>
                  <a:cubicBezTo>
                    <a:pt x="475" y="328"/>
                    <a:pt x="475" y="328"/>
                    <a:pt x="475" y="328"/>
                  </a:cubicBezTo>
                  <a:cubicBezTo>
                    <a:pt x="475" y="328"/>
                    <a:pt x="475" y="328"/>
                    <a:pt x="475" y="328"/>
                  </a:cubicBezTo>
                  <a:cubicBezTo>
                    <a:pt x="458" y="327"/>
                    <a:pt x="458" y="327"/>
                    <a:pt x="458" y="327"/>
                  </a:cubicBezTo>
                  <a:lnTo>
                    <a:pt x="462" y="3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2" name="íSļïḓê"/>
            <p:cNvSpPr/>
            <p:nvPr/>
          </p:nvSpPr>
          <p:spPr bwMode="auto">
            <a:xfrm>
              <a:off x="8400175" y="2903012"/>
              <a:ext cx="400822" cy="396732"/>
            </a:xfrm>
            <a:custGeom>
              <a:avLst/>
              <a:gdLst>
                <a:gd name="T0" fmla="*/ 64 w 124"/>
                <a:gd name="T1" fmla="*/ 67 h 123"/>
                <a:gd name="T2" fmla="*/ 66 w 124"/>
                <a:gd name="T3" fmla="*/ 73 h 123"/>
                <a:gd name="T4" fmla="*/ 48 w 124"/>
                <a:gd name="T5" fmla="*/ 76 h 123"/>
                <a:gd name="T6" fmla="*/ 30 w 124"/>
                <a:gd name="T7" fmla="*/ 63 h 123"/>
                <a:gd name="T8" fmla="*/ 33 w 124"/>
                <a:gd name="T9" fmla="*/ 65 h 123"/>
                <a:gd name="T10" fmla="*/ 26 w 124"/>
                <a:gd name="T11" fmla="*/ 74 h 123"/>
                <a:gd name="T12" fmla="*/ 30 w 124"/>
                <a:gd name="T13" fmla="*/ 63 h 123"/>
                <a:gd name="T14" fmla="*/ 61 w 124"/>
                <a:gd name="T15" fmla="*/ 32 h 123"/>
                <a:gd name="T16" fmla="*/ 65 w 124"/>
                <a:gd name="T17" fmla="*/ 49 h 123"/>
                <a:gd name="T18" fmla="*/ 55 w 124"/>
                <a:gd name="T19" fmla="*/ 31 h 123"/>
                <a:gd name="T20" fmla="*/ 48 w 124"/>
                <a:gd name="T21" fmla="*/ 23 h 123"/>
                <a:gd name="T22" fmla="*/ 42 w 124"/>
                <a:gd name="T23" fmla="*/ 28 h 123"/>
                <a:gd name="T24" fmla="*/ 36 w 124"/>
                <a:gd name="T25" fmla="*/ 43 h 123"/>
                <a:gd name="T26" fmla="*/ 30 w 124"/>
                <a:gd name="T27" fmla="*/ 39 h 123"/>
                <a:gd name="T28" fmla="*/ 21 w 124"/>
                <a:gd name="T29" fmla="*/ 34 h 123"/>
                <a:gd name="T30" fmla="*/ 5 w 124"/>
                <a:gd name="T31" fmla="*/ 52 h 123"/>
                <a:gd name="T32" fmla="*/ 0 w 124"/>
                <a:gd name="T33" fmla="*/ 73 h 123"/>
                <a:gd name="T34" fmla="*/ 2 w 124"/>
                <a:gd name="T35" fmla="*/ 85 h 123"/>
                <a:gd name="T36" fmla="*/ 14 w 124"/>
                <a:gd name="T37" fmla="*/ 89 h 123"/>
                <a:gd name="T38" fmla="*/ 30 w 124"/>
                <a:gd name="T39" fmla="*/ 83 h 123"/>
                <a:gd name="T40" fmla="*/ 36 w 124"/>
                <a:gd name="T41" fmla="*/ 91 h 123"/>
                <a:gd name="T42" fmla="*/ 8 w 124"/>
                <a:gd name="T43" fmla="*/ 115 h 123"/>
                <a:gd name="T44" fmla="*/ 105 w 124"/>
                <a:gd name="T45" fmla="*/ 97 h 123"/>
                <a:gd name="T46" fmla="*/ 91 w 124"/>
                <a:gd name="T47" fmla="*/ 116 h 123"/>
                <a:gd name="T48" fmla="*/ 92 w 124"/>
                <a:gd name="T49" fmla="*/ 120 h 123"/>
                <a:gd name="T50" fmla="*/ 122 w 124"/>
                <a:gd name="T51" fmla="*/ 97 h 123"/>
                <a:gd name="T52" fmla="*/ 107 w 124"/>
                <a:gd name="T53" fmla="*/ 78 h 123"/>
                <a:gd name="T54" fmla="*/ 85 w 124"/>
                <a:gd name="T55" fmla="*/ 79 h 123"/>
                <a:gd name="T56" fmla="*/ 83 w 124"/>
                <a:gd name="T57" fmla="*/ 59 h 123"/>
                <a:gd name="T58" fmla="*/ 77 w 124"/>
                <a:gd name="T59" fmla="*/ 38 h 123"/>
                <a:gd name="T60" fmla="*/ 94 w 124"/>
                <a:gd name="T61" fmla="*/ 16 h 123"/>
                <a:gd name="T62" fmla="*/ 85 w 124"/>
                <a:gd name="T63" fmla="*/ 6 h 123"/>
                <a:gd name="T64" fmla="*/ 81 w 124"/>
                <a:gd name="T65" fmla="*/ 0 h 123"/>
                <a:gd name="T66" fmla="*/ 70 w 124"/>
                <a:gd name="T67" fmla="*/ 1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23">
                  <a:moveTo>
                    <a:pt x="48" y="74"/>
                  </a:moveTo>
                  <a:cubicBezTo>
                    <a:pt x="48" y="63"/>
                    <a:pt x="56" y="67"/>
                    <a:pt x="64" y="67"/>
                  </a:cubicBezTo>
                  <a:cubicBezTo>
                    <a:pt x="65" y="69"/>
                    <a:pt x="65" y="69"/>
                    <a:pt x="65" y="69"/>
                  </a:cubicBezTo>
                  <a:cubicBezTo>
                    <a:pt x="66" y="73"/>
                    <a:pt x="66" y="73"/>
                    <a:pt x="66" y="73"/>
                  </a:cubicBezTo>
                  <a:cubicBezTo>
                    <a:pt x="64" y="76"/>
                    <a:pt x="58" y="82"/>
                    <a:pt x="53" y="82"/>
                  </a:cubicBezTo>
                  <a:cubicBezTo>
                    <a:pt x="51" y="82"/>
                    <a:pt x="48" y="79"/>
                    <a:pt x="48" y="76"/>
                  </a:cubicBezTo>
                  <a:cubicBezTo>
                    <a:pt x="48" y="74"/>
                    <a:pt x="48" y="74"/>
                    <a:pt x="48" y="74"/>
                  </a:cubicBezTo>
                  <a:close/>
                  <a:moveTo>
                    <a:pt x="30" y="63"/>
                  </a:moveTo>
                  <a:cubicBezTo>
                    <a:pt x="30" y="64"/>
                    <a:pt x="30" y="64"/>
                    <a:pt x="30" y="64"/>
                  </a:cubicBezTo>
                  <a:cubicBezTo>
                    <a:pt x="33" y="65"/>
                    <a:pt x="33" y="65"/>
                    <a:pt x="33" y="65"/>
                  </a:cubicBezTo>
                  <a:cubicBezTo>
                    <a:pt x="33" y="68"/>
                    <a:pt x="34" y="76"/>
                    <a:pt x="30" y="76"/>
                  </a:cubicBezTo>
                  <a:cubicBezTo>
                    <a:pt x="29" y="76"/>
                    <a:pt x="29" y="75"/>
                    <a:pt x="26" y="74"/>
                  </a:cubicBezTo>
                  <a:cubicBezTo>
                    <a:pt x="25" y="70"/>
                    <a:pt x="25" y="70"/>
                    <a:pt x="25" y="70"/>
                  </a:cubicBezTo>
                  <a:cubicBezTo>
                    <a:pt x="30" y="63"/>
                    <a:pt x="30" y="63"/>
                    <a:pt x="30" y="63"/>
                  </a:cubicBezTo>
                  <a:close/>
                  <a:moveTo>
                    <a:pt x="61" y="29"/>
                  </a:moveTo>
                  <a:cubicBezTo>
                    <a:pt x="61" y="32"/>
                    <a:pt x="61" y="32"/>
                    <a:pt x="61" y="32"/>
                  </a:cubicBezTo>
                  <a:cubicBezTo>
                    <a:pt x="61" y="37"/>
                    <a:pt x="65" y="41"/>
                    <a:pt x="65" y="45"/>
                  </a:cubicBezTo>
                  <a:cubicBezTo>
                    <a:pt x="65" y="49"/>
                    <a:pt x="65" y="49"/>
                    <a:pt x="65" y="49"/>
                  </a:cubicBezTo>
                  <a:cubicBezTo>
                    <a:pt x="65" y="53"/>
                    <a:pt x="62" y="56"/>
                    <a:pt x="58" y="56"/>
                  </a:cubicBezTo>
                  <a:cubicBezTo>
                    <a:pt x="47" y="56"/>
                    <a:pt x="55" y="37"/>
                    <a:pt x="55" y="31"/>
                  </a:cubicBezTo>
                  <a:cubicBezTo>
                    <a:pt x="55" y="30"/>
                    <a:pt x="55" y="30"/>
                    <a:pt x="55" y="30"/>
                  </a:cubicBezTo>
                  <a:cubicBezTo>
                    <a:pt x="55" y="26"/>
                    <a:pt x="51" y="23"/>
                    <a:pt x="48" y="23"/>
                  </a:cubicBezTo>
                  <a:cubicBezTo>
                    <a:pt x="46" y="23"/>
                    <a:pt x="44" y="24"/>
                    <a:pt x="43" y="25"/>
                  </a:cubicBezTo>
                  <a:cubicBezTo>
                    <a:pt x="42" y="27"/>
                    <a:pt x="42" y="27"/>
                    <a:pt x="42" y="28"/>
                  </a:cubicBezTo>
                  <a:cubicBezTo>
                    <a:pt x="41" y="30"/>
                    <a:pt x="41" y="28"/>
                    <a:pt x="40" y="30"/>
                  </a:cubicBezTo>
                  <a:cubicBezTo>
                    <a:pt x="39" y="31"/>
                    <a:pt x="36" y="42"/>
                    <a:pt x="36" y="43"/>
                  </a:cubicBezTo>
                  <a:cubicBezTo>
                    <a:pt x="36" y="43"/>
                    <a:pt x="35" y="44"/>
                    <a:pt x="34" y="44"/>
                  </a:cubicBezTo>
                  <a:cubicBezTo>
                    <a:pt x="32" y="44"/>
                    <a:pt x="31" y="40"/>
                    <a:pt x="30" y="39"/>
                  </a:cubicBezTo>
                  <a:cubicBezTo>
                    <a:pt x="29" y="37"/>
                    <a:pt x="24" y="34"/>
                    <a:pt x="23" y="34"/>
                  </a:cubicBezTo>
                  <a:cubicBezTo>
                    <a:pt x="21" y="34"/>
                    <a:pt x="21" y="34"/>
                    <a:pt x="21" y="34"/>
                  </a:cubicBezTo>
                  <a:cubicBezTo>
                    <a:pt x="17" y="34"/>
                    <a:pt x="11" y="37"/>
                    <a:pt x="9" y="39"/>
                  </a:cubicBezTo>
                  <a:cubicBezTo>
                    <a:pt x="7" y="43"/>
                    <a:pt x="5" y="48"/>
                    <a:pt x="5" y="52"/>
                  </a:cubicBezTo>
                  <a:cubicBezTo>
                    <a:pt x="2" y="54"/>
                    <a:pt x="2" y="57"/>
                    <a:pt x="2" y="62"/>
                  </a:cubicBezTo>
                  <a:cubicBezTo>
                    <a:pt x="2" y="66"/>
                    <a:pt x="0" y="71"/>
                    <a:pt x="0" y="73"/>
                  </a:cubicBezTo>
                  <a:cubicBezTo>
                    <a:pt x="0" y="76"/>
                    <a:pt x="0" y="76"/>
                    <a:pt x="0" y="76"/>
                  </a:cubicBezTo>
                  <a:cubicBezTo>
                    <a:pt x="0" y="76"/>
                    <a:pt x="2" y="84"/>
                    <a:pt x="2" y="85"/>
                  </a:cubicBezTo>
                  <a:cubicBezTo>
                    <a:pt x="3" y="86"/>
                    <a:pt x="8" y="89"/>
                    <a:pt x="10" y="89"/>
                  </a:cubicBezTo>
                  <a:cubicBezTo>
                    <a:pt x="14" y="89"/>
                    <a:pt x="14" y="89"/>
                    <a:pt x="14" y="89"/>
                  </a:cubicBezTo>
                  <a:cubicBezTo>
                    <a:pt x="21" y="89"/>
                    <a:pt x="24" y="83"/>
                    <a:pt x="28" y="83"/>
                  </a:cubicBezTo>
                  <a:cubicBezTo>
                    <a:pt x="30" y="83"/>
                    <a:pt x="30" y="83"/>
                    <a:pt x="30" y="83"/>
                  </a:cubicBezTo>
                  <a:cubicBezTo>
                    <a:pt x="34" y="83"/>
                    <a:pt x="35" y="86"/>
                    <a:pt x="37" y="87"/>
                  </a:cubicBezTo>
                  <a:cubicBezTo>
                    <a:pt x="36" y="91"/>
                    <a:pt x="36" y="91"/>
                    <a:pt x="36" y="91"/>
                  </a:cubicBezTo>
                  <a:cubicBezTo>
                    <a:pt x="29" y="97"/>
                    <a:pt x="30" y="97"/>
                    <a:pt x="19" y="101"/>
                  </a:cubicBezTo>
                  <a:cubicBezTo>
                    <a:pt x="9" y="104"/>
                    <a:pt x="8" y="105"/>
                    <a:pt x="8" y="115"/>
                  </a:cubicBezTo>
                  <a:cubicBezTo>
                    <a:pt x="22" y="123"/>
                    <a:pt x="44" y="103"/>
                    <a:pt x="53" y="98"/>
                  </a:cubicBezTo>
                  <a:cubicBezTo>
                    <a:pt x="58" y="96"/>
                    <a:pt x="105" y="85"/>
                    <a:pt x="105" y="97"/>
                  </a:cubicBezTo>
                  <a:cubicBezTo>
                    <a:pt x="105" y="98"/>
                    <a:pt x="105" y="98"/>
                    <a:pt x="105" y="98"/>
                  </a:cubicBezTo>
                  <a:cubicBezTo>
                    <a:pt x="105" y="102"/>
                    <a:pt x="91" y="109"/>
                    <a:pt x="91" y="116"/>
                  </a:cubicBezTo>
                  <a:cubicBezTo>
                    <a:pt x="91" y="117"/>
                    <a:pt x="91" y="117"/>
                    <a:pt x="91" y="117"/>
                  </a:cubicBezTo>
                  <a:cubicBezTo>
                    <a:pt x="91" y="119"/>
                    <a:pt x="91" y="119"/>
                    <a:pt x="92" y="120"/>
                  </a:cubicBezTo>
                  <a:cubicBezTo>
                    <a:pt x="97" y="121"/>
                    <a:pt x="97" y="121"/>
                    <a:pt x="97" y="121"/>
                  </a:cubicBezTo>
                  <a:cubicBezTo>
                    <a:pt x="109" y="114"/>
                    <a:pt x="118" y="113"/>
                    <a:pt x="122" y="97"/>
                  </a:cubicBezTo>
                  <a:cubicBezTo>
                    <a:pt x="124" y="89"/>
                    <a:pt x="123" y="84"/>
                    <a:pt x="116" y="81"/>
                  </a:cubicBezTo>
                  <a:cubicBezTo>
                    <a:pt x="111" y="80"/>
                    <a:pt x="114" y="78"/>
                    <a:pt x="107" y="78"/>
                  </a:cubicBezTo>
                  <a:cubicBezTo>
                    <a:pt x="103" y="78"/>
                    <a:pt x="99" y="77"/>
                    <a:pt x="95" y="77"/>
                  </a:cubicBezTo>
                  <a:cubicBezTo>
                    <a:pt x="85" y="79"/>
                    <a:pt x="85" y="79"/>
                    <a:pt x="85" y="79"/>
                  </a:cubicBezTo>
                  <a:cubicBezTo>
                    <a:pt x="83" y="79"/>
                    <a:pt x="81" y="77"/>
                    <a:pt x="81" y="77"/>
                  </a:cubicBezTo>
                  <a:cubicBezTo>
                    <a:pt x="81" y="72"/>
                    <a:pt x="79" y="62"/>
                    <a:pt x="83" y="59"/>
                  </a:cubicBezTo>
                  <a:cubicBezTo>
                    <a:pt x="85" y="57"/>
                    <a:pt x="96" y="51"/>
                    <a:pt x="96" y="50"/>
                  </a:cubicBezTo>
                  <a:cubicBezTo>
                    <a:pt x="96" y="37"/>
                    <a:pt x="77" y="51"/>
                    <a:pt x="77" y="38"/>
                  </a:cubicBezTo>
                  <a:cubicBezTo>
                    <a:pt x="77" y="34"/>
                    <a:pt x="82" y="29"/>
                    <a:pt x="84" y="27"/>
                  </a:cubicBezTo>
                  <a:cubicBezTo>
                    <a:pt x="90" y="21"/>
                    <a:pt x="90" y="25"/>
                    <a:pt x="94" y="16"/>
                  </a:cubicBezTo>
                  <a:cubicBezTo>
                    <a:pt x="85" y="14"/>
                    <a:pt x="85" y="14"/>
                    <a:pt x="85" y="14"/>
                  </a:cubicBezTo>
                  <a:cubicBezTo>
                    <a:pt x="85" y="6"/>
                    <a:pt x="85" y="6"/>
                    <a:pt x="85" y="6"/>
                  </a:cubicBezTo>
                  <a:cubicBezTo>
                    <a:pt x="85" y="6"/>
                    <a:pt x="85" y="6"/>
                    <a:pt x="85" y="6"/>
                  </a:cubicBezTo>
                  <a:cubicBezTo>
                    <a:pt x="85" y="2"/>
                    <a:pt x="84" y="0"/>
                    <a:pt x="81" y="0"/>
                  </a:cubicBezTo>
                  <a:cubicBezTo>
                    <a:pt x="78" y="0"/>
                    <a:pt x="78" y="0"/>
                    <a:pt x="78" y="0"/>
                  </a:cubicBezTo>
                  <a:cubicBezTo>
                    <a:pt x="73" y="0"/>
                    <a:pt x="73" y="11"/>
                    <a:pt x="70" y="15"/>
                  </a:cubicBezTo>
                  <a:cubicBezTo>
                    <a:pt x="67" y="20"/>
                    <a:pt x="61" y="22"/>
                    <a:pt x="6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3" name="ïšlîḍe"/>
            <p:cNvSpPr/>
            <p:nvPr/>
          </p:nvSpPr>
          <p:spPr bwMode="auto">
            <a:xfrm>
              <a:off x="5320386" y="3167500"/>
              <a:ext cx="109067" cy="174508"/>
            </a:xfrm>
            <a:custGeom>
              <a:avLst/>
              <a:gdLst>
                <a:gd name="T0" fmla="*/ 3 w 34"/>
                <a:gd name="T1" fmla="*/ 17 h 54"/>
                <a:gd name="T2" fmla="*/ 1 w 34"/>
                <a:gd name="T3" fmla="*/ 20 h 54"/>
                <a:gd name="T4" fmla="*/ 0 w 34"/>
                <a:gd name="T5" fmla="*/ 29 h 54"/>
                <a:gd name="T6" fmla="*/ 20 w 34"/>
                <a:gd name="T7" fmla="*/ 54 h 54"/>
                <a:gd name="T8" fmla="*/ 34 w 34"/>
                <a:gd name="T9" fmla="*/ 40 h 54"/>
                <a:gd name="T10" fmla="*/ 29 w 34"/>
                <a:gd name="T11" fmla="*/ 15 h 54"/>
                <a:gd name="T12" fmla="*/ 27 w 34"/>
                <a:gd name="T13" fmla="*/ 10 h 54"/>
                <a:gd name="T14" fmla="*/ 24 w 34"/>
                <a:gd name="T15" fmla="*/ 5 h 54"/>
                <a:gd name="T16" fmla="*/ 14 w 34"/>
                <a:gd name="T17" fmla="*/ 0 h 54"/>
                <a:gd name="T18" fmla="*/ 3 w 34"/>
                <a:gd name="T19" fmla="*/ 1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54">
                  <a:moveTo>
                    <a:pt x="3" y="17"/>
                  </a:moveTo>
                  <a:cubicBezTo>
                    <a:pt x="1" y="20"/>
                    <a:pt x="1" y="20"/>
                    <a:pt x="1" y="20"/>
                  </a:cubicBezTo>
                  <a:cubicBezTo>
                    <a:pt x="1" y="25"/>
                    <a:pt x="0" y="26"/>
                    <a:pt x="0" y="29"/>
                  </a:cubicBezTo>
                  <a:cubicBezTo>
                    <a:pt x="0" y="44"/>
                    <a:pt x="6" y="54"/>
                    <a:pt x="20" y="54"/>
                  </a:cubicBezTo>
                  <a:cubicBezTo>
                    <a:pt x="27" y="54"/>
                    <a:pt x="34" y="47"/>
                    <a:pt x="34" y="40"/>
                  </a:cubicBezTo>
                  <a:cubicBezTo>
                    <a:pt x="34" y="34"/>
                    <a:pt x="32" y="20"/>
                    <a:pt x="29" y="15"/>
                  </a:cubicBezTo>
                  <a:cubicBezTo>
                    <a:pt x="28" y="13"/>
                    <a:pt x="28" y="12"/>
                    <a:pt x="27" y="10"/>
                  </a:cubicBezTo>
                  <a:cubicBezTo>
                    <a:pt x="27" y="8"/>
                    <a:pt x="25" y="8"/>
                    <a:pt x="24" y="5"/>
                  </a:cubicBezTo>
                  <a:cubicBezTo>
                    <a:pt x="23" y="3"/>
                    <a:pt x="18" y="0"/>
                    <a:pt x="14" y="0"/>
                  </a:cubicBezTo>
                  <a:cubicBezTo>
                    <a:pt x="6" y="0"/>
                    <a:pt x="3" y="9"/>
                    <a:pt x="3"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4" name="íśľîḑê"/>
            <p:cNvSpPr/>
            <p:nvPr/>
          </p:nvSpPr>
          <p:spPr bwMode="auto">
            <a:xfrm>
              <a:off x="8310194" y="3254754"/>
              <a:ext cx="77710" cy="145878"/>
            </a:xfrm>
            <a:custGeom>
              <a:avLst/>
              <a:gdLst>
                <a:gd name="T0" fmla="*/ 7 w 24"/>
                <a:gd name="T1" fmla="*/ 17 h 45"/>
                <a:gd name="T2" fmla="*/ 3 w 24"/>
                <a:gd name="T3" fmla="*/ 24 h 45"/>
                <a:gd name="T4" fmla="*/ 0 w 24"/>
                <a:gd name="T5" fmla="*/ 33 h 45"/>
                <a:gd name="T6" fmla="*/ 0 w 24"/>
                <a:gd name="T7" fmla="*/ 38 h 45"/>
                <a:gd name="T8" fmla="*/ 4 w 24"/>
                <a:gd name="T9" fmla="*/ 44 h 45"/>
                <a:gd name="T10" fmla="*/ 5 w 24"/>
                <a:gd name="T11" fmla="*/ 45 h 45"/>
                <a:gd name="T12" fmla="*/ 23 w 24"/>
                <a:gd name="T13" fmla="*/ 31 h 45"/>
                <a:gd name="T14" fmla="*/ 24 w 24"/>
                <a:gd name="T15" fmla="*/ 5 h 45"/>
                <a:gd name="T16" fmla="*/ 21 w 24"/>
                <a:gd name="T17" fmla="*/ 0 h 45"/>
                <a:gd name="T18" fmla="*/ 12 w 24"/>
                <a:gd name="T19" fmla="*/ 6 h 45"/>
                <a:gd name="T20" fmla="*/ 7 w 24"/>
                <a:gd name="T21" fmla="*/ 1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45">
                  <a:moveTo>
                    <a:pt x="7" y="17"/>
                  </a:moveTo>
                  <a:cubicBezTo>
                    <a:pt x="2" y="19"/>
                    <a:pt x="5" y="20"/>
                    <a:pt x="3" y="24"/>
                  </a:cubicBezTo>
                  <a:cubicBezTo>
                    <a:pt x="2" y="27"/>
                    <a:pt x="0" y="26"/>
                    <a:pt x="0" y="33"/>
                  </a:cubicBezTo>
                  <a:cubicBezTo>
                    <a:pt x="0" y="38"/>
                    <a:pt x="0" y="38"/>
                    <a:pt x="0" y="38"/>
                  </a:cubicBezTo>
                  <a:cubicBezTo>
                    <a:pt x="0" y="41"/>
                    <a:pt x="3" y="40"/>
                    <a:pt x="4" y="44"/>
                  </a:cubicBezTo>
                  <a:cubicBezTo>
                    <a:pt x="5" y="45"/>
                    <a:pt x="5" y="45"/>
                    <a:pt x="5" y="45"/>
                  </a:cubicBezTo>
                  <a:cubicBezTo>
                    <a:pt x="18" y="44"/>
                    <a:pt x="19" y="40"/>
                    <a:pt x="23" y="31"/>
                  </a:cubicBezTo>
                  <a:cubicBezTo>
                    <a:pt x="12" y="11"/>
                    <a:pt x="24" y="12"/>
                    <a:pt x="24" y="5"/>
                  </a:cubicBezTo>
                  <a:cubicBezTo>
                    <a:pt x="24" y="2"/>
                    <a:pt x="23" y="2"/>
                    <a:pt x="21" y="0"/>
                  </a:cubicBezTo>
                  <a:cubicBezTo>
                    <a:pt x="16" y="3"/>
                    <a:pt x="14" y="0"/>
                    <a:pt x="12" y="6"/>
                  </a:cubicBezTo>
                  <a:cubicBezTo>
                    <a:pt x="9" y="11"/>
                    <a:pt x="7" y="10"/>
                    <a:pt x="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5" name="iṧ1iḋé"/>
            <p:cNvSpPr/>
            <p:nvPr/>
          </p:nvSpPr>
          <p:spPr bwMode="auto">
            <a:xfrm>
              <a:off x="7778491" y="3096606"/>
              <a:ext cx="444449" cy="414456"/>
            </a:xfrm>
            <a:custGeom>
              <a:avLst/>
              <a:gdLst>
                <a:gd name="T0" fmla="*/ 53 w 138"/>
                <a:gd name="T1" fmla="*/ 65 h 128"/>
                <a:gd name="T2" fmla="*/ 61 w 138"/>
                <a:gd name="T3" fmla="*/ 54 h 128"/>
                <a:gd name="T4" fmla="*/ 73 w 138"/>
                <a:gd name="T5" fmla="*/ 48 h 128"/>
                <a:gd name="T6" fmla="*/ 86 w 138"/>
                <a:gd name="T7" fmla="*/ 42 h 128"/>
                <a:gd name="T8" fmla="*/ 93 w 138"/>
                <a:gd name="T9" fmla="*/ 30 h 128"/>
                <a:gd name="T10" fmla="*/ 93 w 138"/>
                <a:gd name="T11" fmla="*/ 29 h 128"/>
                <a:gd name="T12" fmla="*/ 73 w 138"/>
                <a:gd name="T13" fmla="*/ 21 h 128"/>
                <a:gd name="T14" fmla="*/ 68 w 138"/>
                <a:gd name="T15" fmla="*/ 14 h 128"/>
                <a:gd name="T16" fmla="*/ 64 w 138"/>
                <a:gd name="T17" fmla="*/ 8 h 128"/>
                <a:gd name="T18" fmla="*/ 59 w 138"/>
                <a:gd name="T19" fmla="*/ 3 h 128"/>
                <a:gd name="T20" fmla="*/ 52 w 138"/>
                <a:gd name="T21" fmla="*/ 0 h 128"/>
                <a:gd name="T22" fmla="*/ 50 w 138"/>
                <a:gd name="T23" fmla="*/ 0 h 128"/>
                <a:gd name="T24" fmla="*/ 46 w 138"/>
                <a:gd name="T25" fmla="*/ 2 h 128"/>
                <a:gd name="T26" fmla="*/ 41 w 138"/>
                <a:gd name="T27" fmla="*/ 4 h 128"/>
                <a:gd name="T28" fmla="*/ 36 w 138"/>
                <a:gd name="T29" fmla="*/ 13 h 128"/>
                <a:gd name="T30" fmla="*/ 35 w 138"/>
                <a:gd name="T31" fmla="*/ 25 h 128"/>
                <a:gd name="T32" fmla="*/ 32 w 138"/>
                <a:gd name="T33" fmla="*/ 35 h 128"/>
                <a:gd name="T34" fmla="*/ 15 w 138"/>
                <a:gd name="T35" fmla="*/ 40 h 128"/>
                <a:gd name="T36" fmla="*/ 8 w 138"/>
                <a:gd name="T37" fmla="*/ 44 h 128"/>
                <a:gd name="T38" fmla="*/ 5 w 138"/>
                <a:gd name="T39" fmla="*/ 51 h 128"/>
                <a:gd name="T40" fmla="*/ 29 w 138"/>
                <a:gd name="T41" fmla="*/ 69 h 128"/>
                <a:gd name="T42" fmla="*/ 29 w 138"/>
                <a:gd name="T43" fmla="*/ 70 h 128"/>
                <a:gd name="T44" fmla="*/ 16 w 138"/>
                <a:gd name="T45" fmla="*/ 94 h 128"/>
                <a:gd name="T46" fmla="*/ 2 w 138"/>
                <a:gd name="T47" fmla="*/ 110 h 128"/>
                <a:gd name="T48" fmla="*/ 0 w 138"/>
                <a:gd name="T49" fmla="*/ 121 h 128"/>
                <a:gd name="T50" fmla="*/ 3 w 138"/>
                <a:gd name="T51" fmla="*/ 123 h 128"/>
                <a:gd name="T52" fmla="*/ 18 w 138"/>
                <a:gd name="T53" fmla="*/ 116 h 128"/>
                <a:gd name="T54" fmla="*/ 28 w 138"/>
                <a:gd name="T55" fmla="*/ 106 h 128"/>
                <a:gd name="T56" fmla="*/ 46 w 138"/>
                <a:gd name="T57" fmla="*/ 83 h 128"/>
                <a:gd name="T58" fmla="*/ 49 w 138"/>
                <a:gd name="T59" fmla="*/ 83 h 128"/>
                <a:gd name="T60" fmla="*/ 64 w 138"/>
                <a:gd name="T61" fmla="*/ 96 h 128"/>
                <a:gd name="T62" fmla="*/ 74 w 138"/>
                <a:gd name="T63" fmla="*/ 111 h 128"/>
                <a:gd name="T64" fmla="*/ 89 w 138"/>
                <a:gd name="T65" fmla="*/ 123 h 128"/>
                <a:gd name="T66" fmla="*/ 110 w 138"/>
                <a:gd name="T67" fmla="*/ 128 h 128"/>
                <a:gd name="T68" fmla="*/ 138 w 138"/>
                <a:gd name="T69" fmla="*/ 121 h 128"/>
                <a:gd name="T70" fmla="*/ 138 w 138"/>
                <a:gd name="T71" fmla="*/ 120 h 128"/>
                <a:gd name="T72" fmla="*/ 127 w 138"/>
                <a:gd name="T73" fmla="*/ 112 h 128"/>
                <a:gd name="T74" fmla="*/ 126 w 138"/>
                <a:gd name="T75" fmla="*/ 113 h 128"/>
                <a:gd name="T76" fmla="*/ 120 w 138"/>
                <a:gd name="T77" fmla="*/ 110 h 128"/>
                <a:gd name="T78" fmla="*/ 108 w 138"/>
                <a:gd name="T79" fmla="*/ 104 h 128"/>
                <a:gd name="T80" fmla="*/ 97 w 138"/>
                <a:gd name="T81" fmla="*/ 98 h 128"/>
                <a:gd name="T82" fmla="*/ 79 w 138"/>
                <a:gd name="T83" fmla="*/ 83 h 128"/>
                <a:gd name="T84" fmla="*/ 75 w 138"/>
                <a:gd name="T85" fmla="*/ 80 h 128"/>
                <a:gd name="T86" fmla="*/ 75 w 138"/>
                <a:gd name="T87" fmla="*/ 80 h 128"/>
                <a:gd name="T88" fmla="*/ 64 w 138"/>
                <a:gd name="T89" fmla="*/ 72 h 128"/>
                <a:gd name="T90" fmla="*/ 53 w 138"/>
                <a:gd name="T91" fmla="*/ 6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8" h="128">
                  <a:moveTo>
                    <a:pt x="53" y="65"/>
                  </a:moveTo>
                  <a:cubicBezTo>
                    <a:pt x="57" y="57"/>
                    <a:pt x="53" y="60"/>
                    <a:pt x="61" y="54"/>
                  </a:cubicBezTo>
                  <a:cubicBezTo>
                    <a:pt x="64" y="52"/>
                    <a:pt x="69" y="49"/>
                    <a:pt x="73" y="48"/>
                  </a:cubicBezTo>
                  <a:cubicBezTo>
                    <a:pt x="75" y="47"/>
                    <a:pt x="84" y="43"/>
                    <a:pt x="86" y="42"/>
                  </a:cubicBezTo>
                  <a:cubicBezTo>
                    <a:pt x="88" y="40"/>
                    <a:pt x="93" y="33"/>
                    <a:pt x="93" y="30"/>
                  </a:cubicBezTo>
                  <a:cubicBezTo>
                    <a:pt x="93" y="29"/>
                    <a:pt x="93" y="29"/>
                    <a:pt x="93" y="29"/>
                  </a:cubicBezTo>
                  <a:cubicBezTo>
                    <a:pt x="93" y="22"/>
                    <a:pt x="80" y="21"/>
                    <a:pt x="73" y="21"/>
                  </a:cubicBezTo>
                  <a:cubicBezTo>
                    <a:pt x="71" y="18"/>
                    <a:pt x="70" y="18"/>
                    <a:pt x="68" y="14"/>
                  </a:cubicBezTo>
                  <a:cubicBezTo>
                    <a:pt x="66" y="11"/>
                    <a:pt x="67" y="11"/>
                    <a:pt x="64" y="8"/>
                  </a:cubicBezTo>
                  <a:cubicBezTo>
                    <a:pt x="62" y="6"/>
                    <a:pt x="62" y="4"/>
                    <a:pt x="59" y="3"/>
                  </a:cubicBezTo>
                  <a:cubicBezTo>
                    <a:pt x="57" y="2"/>
                    <a:pt x="52" y="0"/>
                    <a:pt x="52" y="0"/>
                  </a:cubicBezTo>
                  <a:cubicBezTo>
                    <a:pt x="50" y="0"/>
                    <a:pt x="50" y="0"/>
                    <a:pt x="50" y="0"/>
                  </a:cubicBezTo>
                  <a:cubicBezTo>
                    <a:pt x="48" y="0"/>
                    <a:pt x="48" y="1"/>
                    <a:pt x="46" y="2"/>
                  </a:cubicBezTo>
                  <a:cubicBezTo>
                    <a:pt x="44" y="3"/>
                    <a:pt x="42" y="3"/>
                    <a:pt x="41" y="4"/>
                  </a:cubicBezTo>
                  <a:cubicBezTo>
                    <a:pt x="40" y="4"/>
                    <a:pt x="36" y="12"/>
                    <a:pt x="36" y="13"/>
                  </a:cubicBezTo>
                  <a:cubicBezTo>
                    <a:pt x="35" y="16"/>
                    <a:pt x="35" y="21"/>
                    <a:pt x="35" y="25"/>
                  </a:cubicBezTo>
                  <a:cubicBezTo>
                    <a:pt x="35" y="36"/>
                    <a:pt x="33" y="30"/>
                    <a:pt x="32" y="35"/>
                  </a:cubicBezTo>
                  <a:cubicBezTo>
                    <a:pt x="23" y="36"/>
                    <a:pt x="21" y="38"/>
                    <a:pt x="15" y="40"/>
                  </a:cubicBezTo>
                  <a:cubicBezTo>
                    <a:pt x="9" y="41"/>
                    <a:pt x="12" y="41"/>
                    <a:pt x="8" y="44"/>
                  </a:cubicBezTo>
                  <a:cubicBezTo>
                    <a:pt x="5" y="45"/>
                    <a:pt x="5" y="47"/>
                    <a:pt x="5" y="51"/>
                  </a:cubicBezTo>
                  <a:cubicBezTo>
                    <a:pt x="3" y="69"/>
                    <a:pt x="29" y="60"/>
                    <a:pt x="29" y="69"/>
                  </a:cubicBezTo>
                  <a:cubicBezTo>
                    <a:pt x="29" y="70"/>
                    <a:pt x="29" y="70"/>
                    <a:pt x="29" y="70"/>
                  </a:cubicBezTo>
                  <a:cubicBezTo>
                    <a:pt x="29" y="77"/>
                    <a:pt x="17" y="88"/>
                    <a:pt x="16" y="94"/>
                  </a:cubicBezTo>
                  <a:cubicBezTo>
                    <a:pt x="11" y="97"/>
                    <a:pt x="6" y="110"/>
                    <a:pt x="2" y="110"/>
                  </a:cubicBezTo>
                  <a:cubicBezTo>
                    <a:pt x="0" y="121"/>
                    <a:pt x="0" y="121"/>
                    <a:pt x="0" y="121"/>
                  </a:cubicBezTo>
                  <a:cubicBezTo>
                    <a:pt x="1" y="122"/>
                    <a:pt x="1" y="123"/>
                    <a:pt x="3" y="123"/>
                  </a:cubicBezTo>
                  <a:cubicBezTo>
                    <a:pt x="4" y="123"/>
                    <a:pt x="17" y="117"/>
                    <a:pt x="18" y="116"/>
                  </a:cubicBezTo>
                  <a:cubicBezTo>
                    <a:pt x="21" y="114"/>
                    <a:pt x="26" y="109"/>
                    <a:pt x="28" y="106"/>
                  </a:cubicBezTo>
                  <a:cubicBezTo>
                    <a:pt x="31" y="103"/>
                    <a:pt x="43" y="83"/>
                    <a:pt x="46" y="83"/>
                  </a:cubicBezTo>
                  <a:cubicBezTo>
                    <a:pt x="49" y="83"/>
                    <a:pt x="49" y="83"/>
                    <a:pt x="49" y="83"/>
                  </a:cubicBezTo>
                  <a:cubicBezTo>
                    <a:pt x="55" y="83"/>
                    <a:pt x="61" y="92"/>
                    <a:pt x="64" y="96"/>
                  </a:cubicBezTo>
                  <a:cubicBezTo>
                    <a:pt x="66" y="99"/>
                    <a:pt x="71" y="110"/>
                    <a:pt x="74" y="111"/>
                  </a:cubicBezTo>
                  <a:cubicBezTo>
                    <a:pt x="78" y="115"/>
                    <a:pt x="83" y="121"/>
                    <a:pt x="89" y="123"/>
                  </a:cubicBezTo>
                  <a:cubicBezTo>
                    <a:pt x="96" y="126"/>
                    <a:pt x="99" y="128"/>
                    <a:pt x="110" y="128"/>
                  </a:cubicBezTo>
                  <a:cubicBezTo>
                    <a:pt x="118" y="128"/>
                    <a:pt x="133" y="124"/>
                    <a:pt x="138" y="121"/>
                  </a:cubicBezTo>
                  <a:cubicBezTo>
                    <a:pt x="138" y="120"/>
                    <a:pt x="138" y="120"/>
                    <a:pt x="138" y="120"/>
                  </a:cubicBezTo>
                  <a:cubicBezTo>
                    <a:pt x="127" y="112"/>
                    <a:pt x="127" y="112"/>
                    <a:pt x="127" y="112"/>
                  </a:cubicBezTo>
                  <a:cubicBezTo>
                    <a:pt x="126" y="113"/>
                    <a:pt x="126" y="113"/>
                    <a:pt x="126" y="113"/>
                  </a:cubicBezTo>
                  <a:cubicBezTo>
                    <a:pt x="125" y="110"/>
                    <a:pt x="123" y="110"/>
                    <a:pt x="120" y="110"/>
                  </a:cubicBezTo>
                  <a:cubicBezTo>
                    <a:pt x="115" y="103"/>
                    <a:pt x="112" y="108"/>
                    <a:pt x="108" y="104"/>
                  </a:cubicBezTo>
                  <a:cubicBezTo>
                    <a:pt x="107" y="103"/>
                    <a:pt x="100" y="98"/>
                    <a:pt x="97" y="98"/>
                  </a:cubicBezTo>
                  <a:cubicBezTo>
                    <a:pt x="79" y="83"/>
                    <a:pt x="79" y="83"/>
                    <a:pt x="79" y="83"/>
                  </a:cubicBezTo>
                  <a:cubicBezTo>
                    <a:pt x="75" y="80"/>
                    <a:pt x="75" y="80"/>
                    <a:pt x="75" y="80"/>
                  </a:cubicBezTo>
                  <a:cubicBezTo>
                    <a:pt x="75" y="80"/>
                    <a:pt x="75" y="80"/>
                    <a:pt x="75" y="80"/>
                  </a:cubicBezTo>
                  <a:cubicBezTo>
                    <a:pt x="74" y="76"/>
                    <a:pt x="68" y="73"/>
                    <a:pt x="64" y="72"/>
                  </a:cubicBezTo>
                  <a:cubicBezTo>
                    <a:pt x="56" y="68"/>
                    <a:pt x="58" y="69"/>
                    <a:pt x="53"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6" name="í$ḻïďé"/>
            <p:cNvSpPr/>
            <p:nvPr/>
          </p:nvSpPr>
          <p:spPr bwMode="auto">
            <a:xfrm>
              <a:off x="7306775" y="2999809"/>
              <a:ext cx="316295" cy="546700"/>
            </a:xfrm>
            <a:custGeom>
              <a:avLst/>
              <a:gdLst>
                <a:gd name="T0" fmla="*/ 6 w 98"/>
                <a:gd name="T1" fmla="*/ 157 h 169"/>
                <a:gd name="T2" fmla="*/ 5 w 98"/>
                <a:gd name="T3" fmla="*/ 158 h 169"/>
                <a:gd name="T4" fmla="*/ 21 w 98"/>
                <a:gd name="T5" fmla="*/ 145 h 169"/>
                <a:gd name="T6" fmla="*/ 19 w 98"/>
                <a:gd name="T7" fmla="*/ 147 h 169"/>
                <a:gd name="T8" fmla="*/ 21 w 98"/>
                <a:gd name="T9" fmla="*/ 145 h 169"/>
                <a:gd name="T10" fmla="*/ 41 w 98"/>
                <a:gd name="T11" fmla="*/ 99 h 169"/>
                <a:gd name="T12" fmla="*/ 37 w 98"/>
                <a:gd name="T13" fmla="*/ 104 h 169"/>
                <a:gd name="T14" fmla="*/ 35 w 98"/>
                <a:gd name="T15" fmla="*/ 98 h 169"/>
                <a:gd name="T16" fmla="*/ 2 w 98"/>
                <a:gd name="T17" fmla="*/ 157 h 169"/>
                <a:gd name="T18" fmla="*/ 0 w 98"/>
                <a:gd name="T19" fmla="*/ 167 h 169"/>
                <a:gd name="T20" fmla="*/ 4 w 98"/>
                <a:gd name="T21" fmla="*/ 169 h 169"/>
                <a:gd name="T22" fmla="*/ 51 w 98"/>
                <a:gd name="T23" fmla="*/ 136 h 169"/>
                <a:gd name="T24" fmla="*/ 87 w 98"/>
                <a:gd name="T25" fmla="*/ 163 h 169"/>
                <a:gd name="T26" fmla="*/ 95 w 98"/>
                <a:gd name="T27" fmla="*/ 147 h 169"/>
                <a:gd name="T28" fmla="*/ 72 w 98"/>
                <a:gd name="T29" fmla="*/ 130 h 169"/>
                <a:gd name="T30" fmla="*/ 64 w 98"/>
                <a:gd name="T31" fmla="*/ 113 h 169"/>
                <a:gd name="T32" fmla="*/ 86 w 98"/>
                <a:gd name="T33" fmla="*/ 101 h 169"/>
                <a:gd name="T34" fmla="*/ 92 w 98"/>
                <a:gd name="T35" fmla="*/ 88 h 169"/>
                <a:gd name="T36" fmla="*/ 69 w 98"/>
                <a:gd name="T37" fmla="*/ 96 h 169"/>
                <a:gd name="T38" fmla="*/ 67 w 98"/>
                <a:gd name="T39" fmla="*/ 92 h 169"/>
                <a:gd name="T40" fmla="*/ 68 w 98"/>
                <a:gd name="T41" fmla="*/ 73 h 169"/>
                <a:gd name="T42" fmla="*/ 73 w 98"/>
                <a:gd name="T43" fmla="*/ 56 h 169"/>
                <a:gd name="T44" fmla="*/ 61 w 98"/>
                <a:gd name="T45" fmla="*/ 45 h 169"/>
                <a:gd name="T46" fmla="*/ 94 w 98"/>
                <a:gd name="T47" fmla="*/ 17 h 169"/>
                <a:gd name="T48" fmla="*/ 71 w 98"/>
                <a:gd name="T49" fmla="*/ 18 h 169"/>
                <a:gd name="T50" fmla="*/ 51 w 98"/>
                <a:gd name="T51" fmla="*/ 29 h 169"/>
                <a:gd name="T52" fmla="*/ 49 w 98"/>
                <a:gd name="T53" fmla="*/ 0 h 169"/>
                <a:gd name="T54" fmla="*/ 32 w 98"/>
                <a:gd name="T55" fmla="*/ 18 h 169"/>
                <a:gd name="T56" fmla="*/ 25 w 98"/>
                <a:gd name="T57" fmla="*/ 41 h 169"/>
                <a:gd name="T58" fmla="*/ 31 w 98"/>
                <a:gd name="T59" fmla="*/ 49 h 169"/>
                <a:gd name="T60" fmla="*/ 50 w 98"/>
                <a:gd name="T61" fmla="*/ 44 h 169"/>
                <a:gd name="T62" fmla="*/ 33 w 98"/>
                <a:gd name="T63" fmla="*/ 62 h 169"/>
                <a:gd name="T64" fmla="*/ 32 w 98"/>
                <a:gd name="T65" fmla="*/ 90 h 169"/>
                <a:gd name="T66" fmla="*/ 28 w 98"/>
                <a:gd name="T67" fmla="*/ 95 h 169"/>
                <a:gd name="T68" fmla="*/ 25 w 98"/>
                <a:gd name="T69" fmla="*/ 90 h 169"/>
                <a:gd name="T70" fmla="*/ 14 w 98"/>
                <a:gd name="T71" fmla="*/ 118 h 169"/>
                <a:gd name="T72" fmla="*/ 39 w 98"/>
                <a:gd name="T73" fmla="*/ 119 h 169"/>
                <a:gd name="T74" fmla="*/ 43 w 98"/>
                <a:gd name="T75" fmla="*/ 125 h 169"/>
                <a:gd name="T76" fmla="*/ 26 w 98"/>
                <a:gd name="T77" fmla="*/ 138 h 169"/>
                <a:gd name="T78" fmla="*/ 20 w 98"/>
                <a:gd name="T79" fmla="*/ 136 h 169"/>
                <a:gd name="T80" fmla="*/ 17 w 98"/>
                <a:gd name="T81" fmla="*/ 131 h 169"/>
                <a:gd name="T82" fmla="*/ 13 w 98"/>
                <a:gd name="T83" fmla="*/ 14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69">
                  <a:moveTo>
                    <a:pt x="5" y="157"/>
                  </a:moveTo>
                  <a:cubicBezTo>
                    <a:pt x="6" y="157"/>
                    <a:pt x="6" y="157"/>
                    <a:pt x="6" y="157"/>
                  </a:cubicBezTo>
                  <a:cubicBezTo>
                    <a:pt x="6" y="158"/>
                    <a:pt x="6" y="158"/>
                    <a:pt x="6" y="158"/>
                  </a:cubicBezTo>
                  <a:cubicBezTo>
                    <a:pt x="5" y="158"/>
                    <a:pt x="5" y="158"/>
                    <a:pt x="5" y="158"/>
                  </a:cubicBezTo>
                  <a:cubicBezTo>
                    <a:pt x="5" y="157"/>
                    <a:pt x="5" y="157"/>
                    <a:pt x="5" y="157"/>
                  </a:cubicBezTo>
                  <a:close/>
                  <a:moveTo>
                    <a:pt x="21" y="145"/>
                  </a:moveTo>
                  <a:cubicBezTo>
                    <a:pt x="22" y="147"/>
                    <a:pt x="22" y="147"/>
                    <a:pt x="22" y="147"/>
                  </a:cubicBezTo>
                  <a:cubicBezTo>
                    <a:pt x="19" y="147"/>
                    <a:pt x="19" y="147"/>
                    <a:pt x="19" y="147"/>
                  </a:cubicBezTo>
                  <a:cubicBezTo>
                    <a:pt x="19" y="146"/>
                    <a:pt x="19" y="146"/>
                    <a:pt x="19" y="146"/>
                  </a:cubicBezTo>
                  <a:cubicBezTo>
                    <a:pt x="21" y="145"/>
                    <a:pt x="21" y="145"/>
                    <a:pt x="21" y="145"/>
                  </a:cubicBezTo>
                  <a:close/>
                  <a:moveTo>
                    <a:pt x="35" y="98"/>
                  </a:moveTo>
                  <a:cubicBezTo>
                    <a:pt x="38" y="98"/>
                    <a:pt x="41" y="96"/>
                    <a:pt x="41" y="99"/>
                  </a:cubicBezTo>
                  <a:cubicBezTo>
                    <a:pt x="41" y="101"/>
                    <a:pt x="41" y="101"/>
                    <a:pt x="41" y="101"/>
                  </a:cubicBezTo>
                  <a:cubicBezTo>
                    <a:pt x="41" y="104"/>
                    <a:pt x="39" y="103"/>
                    <a:pt x="37" y="104"/>
                  </a:cubicBezTo>
                  <a:cubicBezTo>
                    <a:pt x="34" y="102"/>
                    <a:pt x="34" y="102"/>
                    <a:pt x="34" y="102"/>
                  </a:cubicBezTo>
                  <a:cubicBezTo>
                    <a:pt x="35" y="98"/>
                    <a:pt x="35" y="98"/>
                    <a:pt x="35" y="98"/>
                  </a:cubicBezTo>
                  <a:close/>
                  <a:moveTo>
                    <a:pt x="5" y="157"/>
                  </a:moveTo>
                  <a:cubicBezTo>
                    <a:pt x="2" y="157"/>
                    <a:pt x="2" y="157"/>
                    <a:pt x="2" y="157"/>
                  </a:cubicBezTo>
                  <a:cubicBezTo>
                    <a:pt x="2" y="157"/>
                    <a:pt x="0" y="162"/>
                    <a:pt x="0" y="163"/>
                  </a:cubicBezTo>
                  <a:cubicBezTo>
                    <a:pt x="0" y="167"/>
                    <a:pt x="0" y="167"/>
                    <a:pt x="0" y="167"/>
                  </a:cubicBezTo>
                  <a:cubicBezTo>
                    <a:pt x="0" y="168"/>
                    <a:pt x="0" y="169"/>
                    <a:pt x="2" y="169"/>
                  </a:cubicBezTo>
                  <a:cubicBezTo>
                    <a:pt x="4" y="169"/>
                    <a:pt x="4" y="169"/>
                    <a:pt x="4" y="169"/>
                  </a:cubicBezTo>
                  <a:cubicBezTo>
                    <a:pt x="9" y="169"/>
                    <a:pt x="28" y="158"/>
                    <a:pt x="32" y="156"/>
                  </a:cubicBezTo>
                  <a:cubicBezTo>
                    <a:pt x="41" y="150"/>
                    <a:pt x="46" y="139"/>
                    <a:pt x="51" y="136"/>
                  </a:cubicBezTo>
                  <a:cubicBezTo>
                    <a:pt x="59" y="138"/>
                    <a:pt x="71" y="163"/>
                    <a:pt x="85" y="163"/>
                  </a:cubicBezTo>
                  <a:cubicBezTo>
                    <a:pt x="87" y="163"/>
                    <a:pt x="87" y="163"/>
                    <a:pt x="87" y="163"/>
                  </a:cubicBezTo>
                  <a:cubicBezTo>
                    <a:pt x="92" y="163"/>
                    <a:pt x="93" y="153"/>
                    <a:pt x="98" y="151"/>
                  </a:cubicBezTo>
                  <a:cubicBezTo>
                    <a:pt x="95" y="147"/>
                    <a:pt x="95" y="147"/>
                    <a:pt x="95" y="147"/>
                  </a:cubicBezTo>
                  <a:cubicBezTo>
                    <a:pt x="94" y="144"/>
                    <a:pt x="84" y="136"/>
                    <a:pt x="79" y="136"/>
                  </a:cubicBezTo>
                  <a:cubicBezTo>
                    <a:pt x="78" y="132"/>
                    <a:pt x="76" y="133"/>
                    <a:pt x="72" y="130"/>
                  </a:cubicBezTo>
                  <a:cubicBezTo>
                    <a:pt x="66" y="130"/>
                    <a:pt x="61" y="129"/>
                    <a:pt x="59" y="124"/>
                  </a:cubicBezTo>
                  <a:cubicBezTo>
                    <a:pt x="61" y="119"/>
                    <a:pt x="60" y="119"/>
                    <a:pt x="64" y="113"/>
                  </a:cubicBezTo>
                  <a:cubicBezTo>
                    <a:pt x="68" y="107"/>
                    <a:pt x="69" y="109"/>
                    <a:pt x="74" y="106"/>
                  </a:cubicBezTo>
                  <a:cubicBezTo>
                    <a:pt x="78" y="104"/>
                    <a:pt x="81" y="104"/>
                    <a:pt x="86" y="101"/>
                  </a:cubicBezTo>
                  <a:cubicBezTo>
                    <a:pt x="89" y="99"/>
                    <a:pt x="92" y="96"/>
                    <a:pt x="96" y="95"/>
                  </a:cubicBezTo>
                  <a:cubicBezTo>
                    <a:pt x="94" y="92"/>
                    <a:pt x="95" y="89"/>
                    <a:pt x="92" y="88"/>
                  </a:cubicBezTo>
                  <a:cubicBezTo>
                    <a:pt x="89" y="88"/>
                    <a:pt x="85" y="88"/>
                    <a:pt x="82" y="88"/>
                  </a:cubicBezTo>
                  <a:cubicBezTo>
                    <a:pt x="75" y="87"/>
                    <a:pt x="73" y="94"/>
                    <a:pt x="69" y="96"/>
                  </a:cubicBezTo>
                  <a:cubicBezTo>
                    <a:pt x="67" y="95"/>
                    <a:pt x="67" y="95"/>
                    <a:pt x="67" y="95"/>
                  </a:cubicBezTo>
                  <a:cubicBezTo>
                    <a:pt x="67" y="92"/>
                    <a:pt x="67" y="92"/>
                    <a:pt x="67" y="92"/>
                  </a:cubicBezTo>
                  <a:cubicBezTo>
                    <a:pt x="59" y="84"/>
                    <a:pt x="59" y="84"/>
                    <a:pt x="59" y="84"/>
                  </a:cubicBezTo>
                  <a:cubicBezTo>
                    <a:pt x="62" y="77"/>
                    <a:pt x="64" y="77"/>
                    <a:pt x="68" y="73"/>
                  </a:cubicBezTo>
                  <a:cubicBezTo>
                    <a:pt x="71" y="70"/>
                    <a:pt x="77" y="66"/>
                    <a:pt x="77" y="61"/>
                  </a:cubicBezTo>
                  <a:cubicBezTo>
                    <a:pt x="77" y="60"/>
                    <a:pt x="74" y="56"/>
                    <a:pt x="73" y="56"/>
                  </a:cubicBezTo>
                  <a:cubicBezTo>
                    <a:pt x="73" y="56"/>
                    <a:pt x="53" y="64"/>
                    <a:pt x="53" y="58"/>
                  </a:cubicBezTo>
                  <a:cubicBezTo>
                    <a:pt x="53" y="55"/>
                    <a:pt x="59" y="48"/>
                    <a:pt x="61" y="45"/>
                  </a:cubicBezTo>
                  <a:cubicBezTo>
                    <a:pt x="63" y="41"/>
                    <a:pt x="68" y="38"/>
                    <a:pt x="72" y="36"/>
                  </a:cubicBezTo>
                  <a:cubicBezTo>
                    <a:pt x="75" y="33"/>
                    <a:pt x="94" y="20"/>
                    <a:pt x="94" y="17"/>
                  </a:cubicBezTo>
                  <a:cubicBezTo>
                    <a:pt x="94" y="12"/>
                    <a:pt x="87" y="13"/>
                    <a:pt x="83" y="14"/>
                  </a:cubicBezTo>
                  <a:cubicBezTo>
                    <a:pt x="75" y="14"/>
                    <a:pt x="76" y="16"/>
                    <a:pt x="71" y="18"/>
                  </a:cubicBezTo>
                  <a:cubicBezTo>
                    <a:pt x="67" y="19"/>
                    <a:pt x="57" y="28"/>
                    <a:pt x="55" y="32"/>
                  </a:cubicBezTo>
                  <a:cubicBezTo>
                    <a:pt x="51" y="29"/>
                    <a:pt x="51" y="29"/>
                    <a:pt x="51" y="29"/>
                  </a:cubicBezTo>
                  <a:cubicBezTo>
                    <a:pt x="53" y="24"/>
                    <a:pt x="63" y="17"/>
                    <a:pt x="63" y="9"/>
                  </a:cubicBezTo>
                  <a:cubicBezTo>
                    <a:pt x="63" y="6"/>
                    <a:pt x="54" y="0"/>
                    <a:pt x="49" y="0"/>
                  </a:cubicBezTo>
                  <a:cubicBezTo>
                    <a:pt x="47" y="0"/>
                    <a:pt x="47" y="0"/>
                    <a:pt x="47" y="0"/>
                  </a:cubicBezTo>
                  <a:cubicBezTo>
                    <a:pt x="40" y="0"/>
                    <a:pt x="33" y="10"/>
                    <a:pt x="32" y="18"/>
                  </a:cubicBezTo>
                  <a:cubicBezTo>
                    <a:pt x="29" y="20"/>
                    <a:pt x="25" y="31"/>
                    <a:pt x="25" y="38"/>
                  </a:cubicBezTo>
                  <a:cubicBezTo>
                    <a:pt x="25" y="41"/>
                    <a:pt x="25" y="41"/>
                    <a:pt x="25" y="41"/>
                  </a:cubicBezTo>
                  <a:cubicBezTo>
                    <a:pt x="25" y="44"/>
                    <a:pt x="26" y="49"/>
                    <a:pt x="28" y="49"/>
                  </a:cubicBezTo>
                  <a:cubicBezTo>
                    <a:pt x="31" y="49"/>
                    <a:pt x="31" y="49"/>
                    <a:pt x="31" y="49"/>
                  </a:cubicBezTo>
                  <a:cubicBezTo>
                    <a:pt x="31" y="49"/>
                    <a:pt x="42" y="43"/>
                    <a:pt x="43" y="42"/>
                  </a:cubicBezTo>
                  <a:cubicBezTo>
                    <a:pt x="45" y="42"/>
                    <a:pt x="50" y="40"/>
                    <a:pt x="50" y="44"/>
                  </a:cubicBezTo>
                  <a:cubicBezTo>
                    <a:pt x="50" y="47"/>
                    <a:pt x="50" y="47"/>
                    <a:pt x="50" y="47"/>
                  </a:cubicBezTo>
                  <a:cubicBezTo>
                    <a:pt x="46" y="48"/>
                    <a:pt x="35" y="58"/>
                    <a:pt x="33" y="62"/>
                  </a:cubicBezTo>
                  <a:cubicBezTo>
                    <a:pt x="26" y="81"/>
                    <a:pt x="34" y="73"/>
                    <a:pt x="37" y="83"/>
                  </a:cubicBezTo>
                  <a:cubicBezTo>
                    <a:pt x="35" y="86"/>
                    <a:pt x="32" y="88"/>
                    <a:pt x="32" y="90"/>
                  </a:cubicBezTo>
                  <a:cubicBezTo>
                    <a:pt x="32" y="92"/>
                    <a:pt x="32" y="92"/>
                    <a:pt x="32" y="92"/>
                  </a:cubicBezTo>
                  <a:cubicBezTo>
                    <a:pt x="29" y="92"/>
                    <a:pt x="29" y="92"/>
                    <a:pt x="28" y="95"/>
                  </a:cubicBezTo>
                  <a:cubicBezTo>
                    <a:pt x="25" y="94"/>
                    <a:pt x="25" y="94"/>
                    <a:pt x="25" y="94"/>
                  </a:cubicBezTo>
                  <a:cubicBezTo>
                    <a:pt x="25" y="90"/>
                    <a:pt x="25" y="90"/>
                    <a:pt x="25" y="90"/>
                  </a:cubicBezTo>
                  <a:cubicBezTo>
                    <a:pt x="24" y="90"/>
                    <a:pt x="24" y="90"/>
                    <a:pt x="24" y="90"/>
                  </a:cubicBezTo>
                  <a:cubicBezTo>
                    <a:pt x="24" y="102"/>
                    <a:pt x="14" y="108"/>
                    <a:pt x="14" y="118"/>
                  </a:cubicBezTo>
                  <a:cubicBezTo>
                    <a:pt x="14" y="121"/>
                    <a:pt x="16" y="122"/>
                    <a:pt x="17" y="124"/>
                  </a:cubicBezTo>
                  <a:cubicBezTo>
                    <a:pt x="22" y="122"/>
                    <a:pt x="34" y="119"/>
                    <a:pt x="39" y="119"/>
                  </a:cubicBezTo>
                  <a:cubicBezTo>
                    <a:pt x="40" y="119"/>
                    <a:pt x="43" y="120"/>
                    <a:pt x="44" y="120"/>
                  </a:cubicBezTo>
                  <a:cubicBezTo>
                    <a:pt x="43" y="125"/>
                    <a:pt x="43" y="125"/>
                    <a:pt x="43" y="125"/>
                  </a:cubicBezTo>
                  <a:cubicBezTo>
                    <a:pt x="32" y="138"/>
                    <a:pt x="32" y="138"/>
                    <a:pt x="32" y="138"/>
                  </a:cubicBezTo>
                  <a:cubicBezTo>
                    <a:pt x="30" y="138"/>
                    <a:pt x="28" y="139"/>
                    <a:pt x="26" y="138"/>
                  </a:cubicBezTo>
                  <a:cubicBezTo>
                    <a:pt x="25" y="136"/>
                    <a:pt x="23" y="133"/>
                    <a:pt x="22" y="136"/>
                  </a:cubicBezTo>
                  <a:cubicBezTo>
                    <a:pt x="20" y="136"/>
                    <a:pt x="20" y="136"/>
                    <a:pt x="20" y="136"/>
                  </a:cubicBezTo>
                  <a:cubicBezTo>
                    <a:pt x="17" y="131"/>
                    <a:pt x="17" y="131"/>
                    <a:pt x="17" y="131"/>
                  </a:cubicBezTo>
                  <a:cubicBezTo>
                    <a:pt x="17" y="131"/>
                    <a:pt x="17" y="131"/>
                    <a:pt x="17" y="131"/>
                  </a:cubicBezTo>
                  <a:cubicBezTo>
                    <a:pt x="12" y="140"/>
                    <a:pt x="12" y="140"/>
                    <a:pt x="12" y="140"/>
                  </a:cubicBezTo>
                  <a:cubicBezTo>
                    <a:pt x="13" y="143"/>
                    <a:pt x="13" y="143"/>
                    <a:pt x="13" y="143"/>
                  </a:cubicBezTo>
                  <a:cubicBezTo>
                    <a:pt x="9" y="145"/>
                    <a:pt x="5" y="151"/>
                    <a:pt x="5" y="1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7" name="iṡḻîḓe"/>
            <p:cNvSpPr/>
            <p:nvPr/>
          </p:nvSpPr>
          <p:spPr bwMode="auto">
            <a:xfrm>
              <a:off x="6182018" y="3355641"/>
              <a:ext cx="173144" cy="177234"/>
            </a:xfrm>
            <a:custGeom>
              <a:avLst/>
              <a:gdLst>
                <a:gd name="T0" fmla="*/ 14 w 54"/>
                <a:gd name="T1" fmla="*/ 0 h 55"/>
                <a:gd name="T2" fmla="*/ 2 w 54"/>
                <a:gd name="T3" fmla="*/ 9 h 55"/>
                <a:gd name="T4" fmla="*/ 11 w 54"/>
                <a:gd name="T5" fmla="*/ 20 h 55"/>
                <a:gd name="T6" fmla="*/ 19 w 54"/>
                <a:gd name="T7" fmla="*/ 32 h 55"/>
                <a:gd name="T8" fmla="*/ 22 w 54"/>
                <a:gd name="T9" fmla="*/ 40 h 55"/>
                <a:gd name="T10" fmla="*/ 26 w 54"/>
                <a:gd name="T11" fmla="*/ 47 h 55"/>
                <a:gd name="T12" fmla="*/ 26 w 54"/>
                <a:gd name="T13" fmla="*/ 50 h 55"/>
                <a:gd name="T14" fmla="*/ 30 w 54"/>
                <a:gd name="T15" fmla="*/ 53 h 55"/>
                <a:gd name="T16" fmla="*/ 39 w 54"/>
                <a:gd name="T17" fmla="*/ 55 h 55"/>
                <a:gd name="T18" fmla="*/ 40 w 54"/>
                <a:gd name="T19" fmla="*/ 55 h 55"/>
                <a:gd name="T20" fmla="*/ 48 w 54"/>
                <a:gd name="T21" fmla="*/ 20 h 55"/>
                <a:gd name="T22" fmla="*/ 42 w 54"/>
                <a:gd name="T23" fmla="*/ 13 h 55"/>
                <a:gd name="T24" fmla="*/ 34 w 54"/>
                <a:gd name="T25" fmla="*/ 8 h 55"/>
                <a:gd name="T26" fmla="*/ 26 w 54"/>
                <a:gd name="T27" fmla="*/ 3 h 55"/>
                <a:gd name="T28" fmla="*/ 16 w 54"/>
                <a:gd name="T29" fmla="*/ 0 h 55"/>
                <a:gd name="T30" fmla="*/ 14 w 54"/>
                <a:gd name="T31"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4" h="55">
                  <a:moveTo>
                    <a:pt x="14" y="0"/>
                  </a:moveTo>
                  <a:cubicBezTo>
                    <a:pt x="7" y="0"/>
                    <a:pt x="4" y="3"/>
                    <a:pt x="2" y="9"/>
                  </a:cubicBezTo>
                  <a:cubicBezTo>
                    <a:pt x="0" y="21"/>
                    <a:pt x="6" y="15"/>
                    <a:pt x="11" y="20"/>
                  </a:cubicBezTo>
                  <a:cubicBezTo>
                    <a:pt x="15" y="23"/>
                    <a:pt x="18" y="27"/>
                    <a:pt x="19" y="32"/>
                  </a:cubicBezTo>
                  <a:cubicBezTo>
                    <a:pt x="20" y="35"/>
                    <a:pt x="22" y="35"/>
                    <a:pt x="22" y="40"/>
                  </a:cubicBezTo>
                  <a:cubicBezTo>
                    <a:pt x="23" y="44"/>
                    <a:pt x="23" y="45"/>
                    <a:pt x="26" y="47"/>
                  </a:cubicBezTo>
                  <a:cubicBezTo>
                    <a:pt x="26" y="50"/>
                    <a:pt x="26" y="50"/>
                    <a:pt x="26" y="50"/>
                  </a:cubicBezTo>
                  <a:cubicBezTo>
                    <a:pt x="30" y="53"/>
                    <a:pt x="30" y="53"/>
                    <a:pt x="30" y="53"/>
                  </a:cubicBezTo>
                  <a:cubicBezTo>
                    <a:pt x="39" y="55"/>
                    <a:pt x="39" y="55"/>
                    <a:pt x="39" y="55"/>
                  </a:cubicBezTo>
                  <a:cubicBezTo>
                    <a:pt x="40" y="55"/>
                    <a:pt x="40" y="55"/>
                    <a:pt x="40" y="55"/>
                  </a:cubicBezTo>
                  <a:cubicBezTo>
                    <a:pt x="53" y="55"/>
                    <a:pt x="54" y="25"/>
                    <a:pt x="48" y="20"/>
                  </a:cubicBezTo>
                  <a:cubicBezTo>
                    <a:pt x="46" y="18"/>
                    <a:pt x="45" y="16"/>
                    <a:pt x="42" y="13"/>
                  </a:cubicBezTo>
                  <a:cubicBezTo>
                    <a:pt x="42" y="13"/>
                    <a:pt x="35" y="8"/>
                    <a:pt x="34" y="8"/>
                  </a:cubicBezTo>
                  <a:cubicBezTo>
                    <a:pt x="29" y="4"/>
                    <a:pt x="35" y="6"/>
                    <a:pt x="26" y="3"/>
                  </a:cubicBezTo>
                  <a:cubicBezTo>
                    <a:pt x="23" y="3"/>
                    <a:pt x="21" y="0"/>
                    <a:pt x="16" y="0"/>
                  </a:cubicBezTo>
                  <a:lnTo>
                    <a:pt x="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 name="ïṩḻïḍe"/>
            <p:cNvSpPr/>
            <p:nvPr/>
          </p:nvSpPr>
          <p:spPr bwMode="auto">
            <a:xfrm>
              <a:off x="6565117" y="2986176"/>
              <a:ext cx="422636" cy="546700"/>
            </a:xfrm>
            <a:custGeom>
              <a:avLst/>
              <a:gdLst>
                <a:gd name="T0" fmla="*/ 47 w 131"/>
                <a:gd name="T1" fmla="*/ 118 h 169"/>
                <a:gd name="T2" fmla="*/ 59 w 131"/>
                <a:gd name="T3" fmla="*/ 46 h 169"/>
                <a:gd name="T4" fmla="*/ 91 w 131"/>
                <a:gd name="T5" fmla="*/ 15 h 169"/>
                <a:gd name="T6" fmla="*/ 77 w 131"/>
                <a:gd name="T7" fmla="*/ 0 h 169"/>
                <a:gd name="T8" fmla="*/ 60 w 131"/>
                <a:gd name="T9" fmla="*/ 4 h 169"/>
                <a:gd name="T10" fmla="*/ 47 w 131"/>
                <a:gd name="T11" fmla="*/ 8 h 169"/>
                <a:gd name="T12" fmla="*/ 29 w 131"/>
                <a:gd name="T13" fmla="*/ 24 h 169"/>
                <a:gd name="T14" fmla="*/ 48 w 131"/>
                <a:gd name="T15" fmla="*/ 29 h 169"/>
                <a:gd name="T16" fmla="*/ 58 w 131"/>
                <a:gd name="T17" fmla="*/ 28 h 169"/>
                <a:gd name="T18" fmla="*/ 29 w 131"/>
                <a:gd name="T19" fmla="*/ 36 h 169"/>
                <a:gd name="T20" fmla="*/ 7 w 131"/>
                <a:gd name="T21" fmla="*/ 77 h 169"/>
                <a:gd name="T22" fmla="*/ 1 w 131"/>
                <a:gd name="T23" fmla="*/ 150 h 169"/>
                <a:gd name="T24" fmla="*/ 20 w 131"/>
                <a:gd name="T25" fmla="*/ 163 h 169"/>
                <a:gd name="T26" fmla="*/ 47 w 131"/>
                <a:gd name="T27" fmla="*/ 140 h 169"/>
                <a:gd name="T28" fmla="*/ 66 w 131"/>
                <a:gd name="T29" fmla="*/ 109 h 169"/>
                <a:gd name="T30" fmla="*/ 97 w 131"/>
                <a:gd name="T31" fmla="*/ 160 h 169"/>
                <a:gd name="T32" fmla="*/ 117 w 131"/>
                <a:gd name="T33" fmla="*/ 169 h 169"/>
                <a:gd name="T34" fmla="*/ 125 w 131"/>
                <a:gd name="T35" fmla="*/ 150 h 169"/>
                <a:gd name="T36" fmla="*/ 131 w 131"/>
                <a:gd name="T37" fmla="*/ 138 h 169"/>
                <a:gd name="T38" fmla="*/ 118 w 131"/>
                <a:gd name="T39" fmla="*/ 145 h 169"/>
                <a:gd name="T40" fmla="*/ 99 w 131"/>
                <a:gd name="T41" fmla="*/ 130 h 169"/>
                <a:gd name="T42" fmla="*/ 81 w 131"/>
                <a:gd name="T43" fmla="*/ 98 h 169"/>
                <a:gd name="T44" fmla="*/ 88 w 131"/>
                <a:gd name="T45" fmla="*/ 67 h 169"/>
                <a:gd name="T46" fmla="*/ 66 w 131"/>
                <a:gd name="T47" fmla="*/ 57 h 169"/>
                <a:gd name="T48" fmla="*/ 52 w 131"/>
                <a:gd name="T49" fmla="*/ 65 h 169"/>
                <a:gd name="T50" fmla="*/ 55 w 131"/>
                <a:gd name="T51" fmla="*/ 73 h 169"/>
                <a:gd name="T52" fmla="*/ 51 w 131"/>
                <a:gd name="T53" fmla="*/ 84 h 169"/>
                <a:gd name="T54" fmla="*/ 43 w 131"/>
                <a:gd name="T55" fmla="*/ 96 h 169"/>
                <a:gd name="T56" fmla="*/ 53 w 131"/>
                <a:gd name="T57" fmla="*/ 97 h 169"/>
                <a:gd name="T58" fmla="*/ 56 w 131"/>
                <a:gd name="T59" fmla="*/ 101 h 169"/>
                <a:gd name="T60" fmla="*/ 51 w 131"/>
                <a:gd name="T61" fmla="*/ 110 h 169"/>
                <a:gd name="T62" fmla="*/ 31 w 131"/>
                <a:gd name="T63" fmla="*/ 142 h 169"/>
                <a:gd name="T64" fmla="*/ 23 w 131"/>
                <a:gd name="T65" fmla="*/ 119 h 169"/>
                <a:gd name="T66" fmla="*/ 33 w 131"/>
                <a:gd name="T67" fmla="*/ 71 h 169"/>
                <a:gd name="T68" fmla="*/ 43 w 131"/>
                <a:gd name="T69" fmla="*/ 5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169">
                  <a:moveTo>
                    <a:pt x="47" y="118"/>
                  </a:moveTo>
                  <a:cubicBezTo>
                    <a:pt x="47" y="134"/>
                    <a:pt x="47" y="108"/>
                    <a:pt x="47" y="118"/>
                  </a:cubicBezTo>
                  <a:close/>
                  <a:moveTo>
                    <a:pt x="43" y="51"/>
                  </a:moveTo>
                  <a:cubicBezTo>
                    <a:pt x="46" y="49"/>
                    <a:pt x="54" y="47"/>
                    <a:pt x="59" y="46"/>
                  </a:cubicBezTo>
                  <a:cubicBezTo>
                    <a:pt x="64" y="43"/>
                    <a:pt x="66" y="40"/>
                    <a:pt x="70" y="36"/>
                  </a:cubicBezTo>
                  <a:cubicBezTo>
                    <a:pt x="76" y="31"/>
                    <a:pt x="91" y="26"/>
                    <a:pt x="91" y="15"/>
                  </a:cubicBezTo>
                  <a:cubicBezTo>
                    <a:pt x="91" y="12"/>
                    <a:pt x="91" y="12"/>
                    <a:pt x="91" y="12"/>
                  </a:cubicBezTo>
                  <a:cubicBezTo>
                    <a:pt x="91" y="5"/>
                    <a:pt x="83" y="0"/>
                    <a:pt x="77" y="0"/>
                  </a:cubicBezTo>
                  <a:cubicBezTo>
                    <a:pt x="74" y="0"/>
                    <a:pt x="74" y="0"/>
                    <a:pt x="74" y="0"/>
                  </a:cubicBezTo>
                  <a:cubicBezTo>
                    <a:pt x="67" y="0"/>
                    <a:pt x="67" y="3"/>
                    <a:pt x="60" y="4"/>
                  </a:cubicBezTo>
                  <a:cubicBezTo>
                    <a:pt x="56" y="4"/>
                    <a:pt x="57" y="5"/>
                    <a:pt x="54" y="6"/>
                  </a:cubicBezTo>
                  <a:cubicBezTo>
                    <a:pt x="52" y="7"/>
                    <a:pt x="49" y="7"/>
                    <a:pt x="47" y="8"/>
                  </a:cubicBezTo>
                  <a:cubicBezTo>
                    <a:pt x="43" y="9"/>
                    <a:pt x="39" y="12"/>
                    <a:pt x="36" y="14"/>
                  </a:cubicBezTo>
                  <a:cubicBezTo>
                    <a:pt x="33" y="16"/>
                    <a:pt x="29" y="20"/>
                    <a:pt x="29" y="24"/>
                  </a:cubicBezTo>
                  <a:cubicBezTo>
                    <a:pt x="29" y="30"/>
                    <a:pt x="37" y="33"/>
                    <a:pt x="41" y="32"/>
                  </a:cubicBezTo>
                  <a:cubicBezTo>
                    <a:pt x="44" y="32"/>
                    <a:pt x="47" y="31"/>
                    <a:pt x="48" y="29"/>
                  </a:cubicBezTo>
                  <a:cubicBezTo>
                    <a:pt x="52" y="26"/>
                    <a:pt x="51" y="28"/>
                    <a:pt x="55" y="26"/>
                  </a:cubicBezTo>
                  <a:cubicBezTo>
                    <a:pt x="58" y="28"/>
                    <a:pt x="58" y="28"/>
                    <a:pt x="58" y="28"/>
                  </a:cubicBezTo>
                  <a:cubicBezTo>
                    <a:pt x="53" y="37"/>
                    <a:pt x="41" y="39"/>
                    <a:pt x="40" y="46"/>
                  </a:cubicBezTo>
                  <a:cubicBezTo>
                    <a:pt x="37" y="44"/>
                    <a:pt x="34" y="36"/>
                    <a:pt x="29" y="36"/>
                  </a:cubicBezTo>
                  <a:cubicBezTo>
                    <a:pt x="24" y="36"/>
                    <a:pt x="18" y="40"/>
                    <a:pt x="15" y="43"/>
                  </a:cubicBezTo>
                  <a:cubicBezTo>
                    <a:pt x="10" y="50"/>
                    <a:pt x="7" y="65"/>
                    <a:pt x="7" y="77"/>
                  </a:cubicBezTo>
                  <a:cubicBezTo>
                    <a:pt x="1" y="85"/>
                    <a:pt x="0" y="126"/>
                    <a:pt x="0" y="140"/>
                  </a:cubicBezTo>
                  <a:cubicBezTo>
                    <a:pt x="1" y="150"/>
                    <a:pt x="1" y="150"/>
                    <a:pt x="1" y="150"/>
                  </a:cubicBezTo>
                  <a:cubicBezTo>
                    <a:pt x="6" y="160"/>
                    <a:pt x="6" y="160"/>
                    <a:pt x="6" y="160"/>
                  </a:cubicBezTo>
                  <a:cubicBezTo>
                    <a:pt x="13" y="160"/>
                    <a:pt x="15" y="163"/>
                    <a:pt x="20" y="163"/>
                  </a:cubicBezTo>
                  <a:cubicBezTo>
                    <a:pt x="21" y="163"/>
                    <a:pt x="21" y="163"/>
                    <a:pt x="21" y="163"/>
                  </a:cubicBezTo>
                  <a:cubicBezTo>
                    <a:pt x="32" y="163"/>
                    <a:pt x="42" y="148"/>
                    <a:pt x="47" y="140"/>
                  </a:cubicBezTo>
                  <a:cubicBezTo>
                    <a:pt x="54" y="127"/>
                    <a:pt x="58" y="124"/>
                    <a:pt x="62" y="107"/>
                  </a:cubicBezTo>
                  <a:cubicBezTo>
                    <a:pt x="66" y="109"/>
                    <a:pt x="66" y="109"/>
                    <a:pt x="66" y="109"/>
                  </a:cubicBezTo>
                  <a:cubicBezTo>
                    <a:pt x="66" y="116"/>
                    <a:pt x="68" y="123"/>
                    <a:pt x="70" y="129"/>
                  </a:cubicBezTo>
                  <a:cubicBezTo>
                    <a:pt x="73" y="138"/>
                    <a:pt x="89" y="154"/>
                    <a:pt x="97" y="160"/>
                  </a:cubicBezTo>
                  <a:cubicBezTo>
                    <a:pt x="100" y="163"/>
                    <a:pt x="109" y="169"/>
                    <a:pt x="114" y="169"/>
                  </a:cubicBezTo>
                  <a:cubicBezTo>
                    <a:pt x="117" y="169"/>
                    <a:pt x="117" y="169"/>
                    <a:pt x="117" y="169"/>
                  </a:cubicBezTo>
                  <a:cubicBezTo>
                    <a:pt x="120" y="169"/>
                    <a:pt x="122" y="167"/>
                    <a:pt x="123" y="166"/>
                  </a:cubicBezTo>
                  <a:cubicBezTo>
                    <a:pt x="123" y="159"/>
                    <a:pt x="123" y="155"/>
                    <a:pt x="125" y="150"/>
                  </a:cubicBezTo>
                  <a:cubicBezTo>
                    <a:pt x="126" y="148"/>
                    <a:pt x="126" y="147"/>
                    <a:pt x="127" y="144"/>
                  </a:cubicBezTo>
                  <a:cubicBezTo>
                    <a:pt x="129" y="140"/>
                    <a:pt x="131" y="140"/>
                    <a:pt x="131" y="138"/>
                  </a:cubicBezTo>
                  <a:cubicBezTo>
                    <a:pt x="131" y="137"/>
                    <a:pt x="127" y="133"/>
                    <a:pt x="125" y="132"/>
                  </a:cubicBezTo>
                  <a:cubicBezTo>
                    <a:pt x="122" y="134"/>
                    <a:pt x="118" y="140"/>
                    <a:pt x="118" y="145"/>
                  </a:cubicBezTo>
                  <a:cubicBezTo>
                    <a:pt x="115" y="145"/>
                    <a:pt x="115" y="145"/>
                    <a:pt x="115" y="145"/>
                  </a:cubicBezTo>
                  <a:cubicBezTo>
                    <a:pt x="111" y="145"/>
                    <a:pt x="102" y="133"/>
                    <a:pt x="99" y="130"/>
                  </a:cubicBezTo>
                  <a:cubicBezTo>
                    <a:pt x="96" y="127"/>
                    <a:pt x="94" y="123"/>
                    <a:pt x="92" y="120"/>
                  </a:cubicBezTo>
                  <a:cubicBezTo>
                    <a:pt x="89" y="117"/>
                    <a:pt x="81" y="102"/>
                    <a:pt x="81" y="98"/>
                  </a:cubicBezTo>
                  <a:cubicBezTo>
                    <a:pt x="81" y="88"/>
                    <a:pt x="95" y="78"/>
                    <a:pt x="95" y="73"/>
                  </a:cubicBezTo>
                  <a:cubicBezTo>
                    <a:pt x="95" y="70"/>
                    <a:pt x="90" y="67"/>
                    <a:pt x="88" y="67"/>
                  </a:cubicBezTo>
                  <a:cubicBezTo>
                    <a:pt x="87" y="67"/>
                    <a:pt x="78" y="71"/>
                    <a:pt x="76" y="72"/>
                  </a:cubicBezTo>
                  <a:cubicBezTo>
                    <a:pt x="72" y="66"/>
                    <a:pt x="76" y="57"/>
                    <a:pt x="66" y="57"/>
                  </a:cubicBezTo>
                  <a:cubicBezTo>
                    <a:pt x="63" y="57"/>
                    <a:pt x="63" y="57"/>
                    <a:pt x="63" y="57"/>
                  </a:cubicBezTo>
                  <a:cubicBezTo>
                    <a:pt x="58" y="57"/>
                    <a:pt x="52" y="60"/>
                    <a:pt x="52" y="65"/>
                  </a:cubicBezTo>
                  <a:cubicBezTo>
                    <a:pt x="52" y="69"/>
                    <a:pt x="52" y="69"/>
                    <a:pt x="52" y="69"/>
                  </a:cubicBezTo>
                  <a:cubicBezTo>
                    <a:pt x="52" y="72"/>
                    <a:pt x="55" y="70"/>
                    <a:pt x="55" y="73"/>
                  </a:cubicBezTo>
                  <a:cubicBezTo>
                    <a:pt x="55" y="80"/>
                    <a:pt x="55" y="80"/>
                    <a:pt x="55" y="80"/>
                  </a:cubicBezTo>
                  <a:cubicBezTo>
                    <a:pt x="52" y="80"/>
                    <a:pt x="51" y="81"/>
                    <a:pt x="51" y="84"/>
                  </a:cubicBezTo>
                  <a:cubicBezTo>
                    <a:pt x="47" y="85"/>
                    <a:pt x="43" y="90"/>
                    <a:pt x="43" y="95"/>
                  </a:cubicBezTo>
                  <a:cubicBezTo>
                    <a:pt x="43" y="96"/>
                    <a:pt x="43" y="96"/>
                    <a:pt x="43" y="96"/>
                  </a:cubicBezTo>
                  <a:cubicBezTo>
                    <a:pt x="43" y="98"/>
                    <a:pt x="45" y="98"/>
                    <a:pt x="47" y="99"/>
                  </a:cubicBezTo>
                  <a:cubicBezTo>
                    <a:pt x="49" y="98"/>
                    <a:pt x="50" y="97"/>
                    <a:pt x="53" y="97"/>
                  </a:cubicBezTo>
                  <a:cubicBezTo>
                    <a:pt x="53" y="97"/>
                    <a:pt x="53" y="97"/>
                    <a:pt x="53" y="97"/>
                  </a:cubicBezTo>
                  <a:cubicBezTo>
                    <a:pt x="56" y="97"/>
                    <a:pt x="56" y="99"/>
                    <a:pt x="56" y="101"/>
                  </a:cubicBezTo>
                  <a:cubicBezTo>
                    <a:pt x="56" y="102"/>
                    <a:pt x="56" y="102"/>
                    <a:pt x="56" y="102"/>
                  </a:cubicBezTo>
                  <a:cubicBezTo>
                    <a:pt x="56" y="106"/>
                    <a:pt x="54" y="108"/>
                    <a:pt x="51" y="110"/>
                  </a:cubicBezTo>
                  <a:cubicBezTo>
                    <a:pt x="51" y="113"/>
                    <a:pt x="38" y="130"/>
                    <a:pt x="36" y="135"/>
                  </a:cubicBezTo>
                  <a:cubicBezTo>
                    <a:pt x="34" y="137"/>
                    <a:pt x="34" y="142"/>
                    <a:pt x="31" y="142"/>
                  </a:cubicBezTo>
                  <a:cubicBezTo>
                    <a:pt x="29" y="142"/>
                    <a:pt x="29" y="142"/>
                    <a:pt x="29" y="142"/>
                  </a:cubicBezTo>
                  <a:cubicBezTo>
                    <a:pt x="25" y="142"/>
                    <a:pt x="23" y="125"/>
                    <a:pt x="23" y="119"/>
                  </a:cubicBezTo>
                  <a:cubicBezTo>
                    <a:pt x="23" y="110"/>
                    <a:pt x="25" y="100"/>
                    <a:pt x="27" y="93"/>
                  </a:cubicBezTo>
                  <a:cubicBezTo>
                    <a:pt x="28" y="86"/>
                    <a:pt x="30" y="77"/>
                    <a:pt x="33" y="71"/>
                  </a:cubicBezTo>
                  <a:cubicBezTo>
                    <a:pt x="36" y="65"/>
                    <a:pt x="38" y="56"/>
                    <a:pt x="39" y="49"/>
                  </a:cubicBezTo>
                  <a:lnTo>
                    <a:pt x="43" y="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 name="iŝlïḑé"/>
            <p:cNvSpPr/>
            <p:nvPr/>
          </p:nvSpPr>
          <p:spPr bwMode="auto">
            <a:xfrm>
              <a:off x="5868450" y="2928915"/>
              <a:ext cx="500346" cy="617594"/>
            </a:xfrm>
            <a:custGeom>
              <a:avLst/>
              <a:gdLst>
                <a:gd name="T0" fmla="*/ 111 w 155"/>
                <a:gd name="T1" fmla="*/ 63 h 191"/>
                <a:gd name="T2" fmla="*/ 107 w 155"/>
                <a:gd name="T3" fmla="*/ 77 h 191"/>
                <a:gd name="T4" fmla="*/ 105 w 155"/>
                <a:gd name="T5" fmla="*/ 71 h 191"/>
                <a:gd name="T6" fmla="*/ 130 w 155"/>
                <a:gd name="T7" fmla="*/ 41 h 191"/>
                <a:gd name="T8" fmla="*/ 106 w 155"/>
                <a:gd name="T9" fmla="*/ 28 h 191"/>
                <a:gd name="T10" fmla="*/ 98 w 155"/>
                <a:gd name="T11" fmla="*/ 3 h 191"/>
                <a:gd name="T12" fmla="*/ 83 w 155"/>
                <a:gd name="T13" fmla="*/ 6 h 191"/>
                <a:gd name="T14" fmla="*/ 86 w 155"/>
                <a:gd name="T15" fmla="*/ 44 h 191"/>
                <a:gd name="T16" fmla="*/ 69 w 155"/>
                <a:gd name="T17" fmla="*/ 58 h 191"/>
                <a:gd name="T18" fmla="*/ 77 w 155"/>
                <a:gd name="T19" fmla="*/ 70 h 191"/>
                <a:gd name="T20" fmla="*/ 87 w 155"/>
                <a:gd name="T21" fmla="*/ 73 h 191"/>
                <a:gd name="T22" fmla="*/ 82 w 155"/>
                <a:gd name="T23" fmla="*/ 105 h 191"/>
                <a:gd name="T24" fmla="*/ 71 w 155"/>
                <a:gd name="T25" fmla="*/ 110 h 191"/>
                <a:gd name="T26" fmla="*/ 66 w 155"/>
                <a:gd name="T27" fmla="*/ 96 h 191"/>
                <a:gd name="T28" fmla="*/ 65 w 155"/>
                <a:gd name="T29" fmla="*/ 63 h 191"/>
                <a:gd name="T30" fmla="*/ 49 w 155"/>
                <a:gd name="T31" fmla="*/ 55 h 191"/>
                <a:gd name="T32" fmla="*/ 44 w 155"/>
                <a:gd name="T33" fmla="*/ 89 h 191"/>
                <a:gd name="T34" fmla="*/ 33 w 155"/>
                <a:gd name="T35" fmla="*/ 118 h 191"/>
                <a:gd name="T36" fmla="*/ 15 w 155"/>
                <a:gd name="T37" fmla="*/ 128 h 191"/>
                <a:gd name="T38" fmla="*/ 0 w 155"/>
                <a:gd name="T39" fmla="*/ 141 h 191"/>
                <a:gd name="T40" fmla="*/ 4 w 155"/>
                <a:gd name="T41" fmla="*/ 149 h 191"/>
                <a:gd name="T42" fmla="*/ 66 w 155"/>
                <a:gd name="T43" fmla="*/ 129 h 191"/>
                <a:gd name="T44" fmla="*/ 72 w 155"/>
                <a:gd name="T45" fmla="*/ 132 h 191"/>
                <a:gd name="T46" fmla="*/ 56 w 155"/>
                <a:gd name="T47" fmla="*/ 151 h 191"/>
                <a:gd name="T48" fmla="*/ 15 w 155"/>
                <a:gd name="T49" fmla="*/ 184 h 191"/>
                <a:gd name="T50" fmla="*/ 13 w 155"/>
                <a:gd name="T51" fmla="*/ 191 h 191"/>
                <a:gd name="T52" fmla="*/ 26 w 155"/>
                <a:gd name="T53" fmla="*/ 187 h 191"/>
                <a:gd name="T54" fmla="*/ 52 w 155"/>
                <a:gd name="T55" fmla="*/ 177 h 191"/>
                <a:gd name="T56" fmla="*/ 140 w 155"/>
                <a:gd name="T57" fmla="*/ 119 h 191"/>
                <a:gd name="T58" fmla="*/ 151 w 155"/>
                <a:gd name="T59" fmla="*/ 103 h 191"/>
                <a:gd name="T60" fmla="*/ 140 w 155"/>
                <a:gd name="T61" fmla="*/ 99 h 191"/>
                <a:gd name="T62" fmla="*/ 107 w 155"/>
                <a:gd name="T63" fmla="*/ 104 h 191"/>
                <a:gd name="T64" fmla="*/ 114 w 155"/>
                <a:gd name="T65" fmla="*/ 90 h 191"/>
                <a:gd name="T66" fmla="*/ 140 w 155"/>
                <a:gd name="T67" fmla="*/ 5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5" h="191">
                  <a:moveTo>
                    <a:pt x="105" y="71"/>
                  </a:moveTo>
                  <a:cubicBezTo>
                    <a:pt x="105" y="67"/>
                    <a:pt x="108" y="63"/>
                    <a:pt x="111" y="63"/>
                  </a:cubicBezTo>
                  <a:cubicBezTo>
                    <a:pt x="114" y="63"/>
                    <a:pt x="116" y="65"/>
                    <a:pt x="116" y="68"/>
                  </a:cubicBezTo>
                  <a:cubicBezTo>
                    <a:pt x="116" y="73"/>
                    <a:pt x="112" y="77"/>
                    <a:pt x="107" y="77"/>
                  </a:cubicBezTo>
                  <a:cubicBezTo>
                    <a:pt x="106" y="77"/>
                    <a:pt x="105" y="75"/>
                    <a:pt x="105" y="73"/>
                  </a:cubicBezTo>
                  <a:cubicBezTo>
                    <a:pt x="105" y="71"/>
                    <a:pt x="105" y="71"/>
                    <a:pt x="105" y="71"/>
                  </a:cubicBezTo>
                  <a:close/>
                  <a:moveTo>
                    <a:pt x="140" y="55"/>
                  </a:moveTo>
                  <a:cubicBezTo>
                    <a:pt x="140" y="47"/>
                    <a:pt x="133" y="45"/>
                    <a:pt x="130" y="41"/>
                  </a:cubicBezTo>
                  <a:cubicBezTo>
                    <a:pt x="126" y="41"/>
                    <a:pt x="117" y="41"/>
                    <a:pt x="111" y="40"/>
                  </a:cubicBezTo>
                  <a:cubicBezTo>
                    <a:pt x="104" y="40"/>
                    <a:pt x="106" y="34"/>
                    <a:pt x="106" y="28"/>
                  </a:cubicBezTo>
                  <a:cubicBezTo>
                    <a:pt x="106" y="24"/>
                    <a:pt x="107" y="9"/>
                    <a:pt x="106" y="7"/>
                  </a:cubicBezTo>
                  <a:cubicBezTo>
                    <a:pt x="104" y="4"/>
                    <a:pt x="102" y="3"/>
                    <a:pt x="98" y="3"/>
                  </a:cubicBezTo>
                  <a:cubicBezTo>
                    <a:pt x="94" y="2"/>
                    <a:pt x="90" y="0"/>
                    <a:pt x="89" y="0"/>
                  </a:cubicBezTo>
                  <a:cubicBezTo>
                    <a:pt x="88" y="0"/>
                    <a:pt x="84" y="5"/>
                    <a:pt x="83" y="6"/>
                  </a:cubicBezTo>
                  <a:cubicBezTo>
                    <a:pt x="86" y="30"/>
                    <a:pt x="86" y="30"/>
                    <a:pt x="86" y="30"/>
                  </a:cubicBezTo>
                  <a:cubicBezTo>
                    <a:pt x="86" y="44"/>
                    <a:pt x="86" y="44"/>
                    <a:pt x="86" y="44"/>
                  </a:cubicBezTo>
                  <a:cubicBezTo>
                    <a:pt x="86" y="47"/>
                    <a:pt x="79" y="48"/>
                    <a:pt x="76" y="50"/>
                  </a:cubicBezTo>
                  <a:cubicBezTo>
                    <a:pt x="74" y="51"/>
                    <a:pt x="69" y="56"/>
                    <a:pt x="69" y="58"/>
                  </a:cubicBezTo>
                  <a:cubicBezTo>
                    <a:pt x="69" y="61"/>
                    <a:pt x="69" y="61"/>
                    <a:pt x="69" y="61"/>
                  </a:cubicBezTo>
                  <a:cubicBezTo>
                    <a:pt x="69" y="62"/>
                    <a:pt x="73" y="70"/>
                    <a:pt x="77" y="70"/>
                  </a:cubicBezTo>
                  <a:cubicBezTo>
                    <a:pt x="79" y="70"/>
                    <a:pt x="80" y="69"/>
                    <a:pt x="81" y="69"/>
                  </a:cubicBezTo>
                  <a:cubicBezTo>
                    <a:pt x="84" y="69"/>
                    <a:pt x="87" y="70"/>
                    <a:pt x="87" y="73"/>
                  </a:cubicBezTo>
                  <a:cubicBezTo>
                    <a:pt x="87" y="76"/>
                    <a:pt x="86" y="87"/>
                    <a:pt x="85" y="90"/>
                  </a:cubicBezTo>
                  <a:cubicBezTo>
                    <a:pt x="84" y="95"/>
                    <a:pt x="82" y="98"/>
                    <a:pt x="82" y="105"/>
                  </a:cubicBezTo>
                  <a:cubicBezTo>
                    <a:pt x="79" y="107"/>
                    <a:pt x="77" y="110"/>
                    <a:pt x="74" y="110"/>
                  </a:cubicBezTo>
                  <a:cubicBezTo>
                    <a:pt x="71" y="110"/>
                    <a:pt x="71" y="110"/>
                    <a:pt x="71" y="110"/>
                  </a:cubicBezTo>
                  <a:cubicBezTo>
                    <a:pt x="70" y="110"/>
                    <a:pt x="67" y="107"/>
                    <a:pt x="67" y="105"/>
                  </a:cubicBezTo>
                  <a:cubicBezTo>
                    <a:pt x="66" y="96"/>
                    <a:pt x="66" y="96"/>
                    <a:pt x="66" y="96"/>
                  </a:cubicBezTo>
                  <a:cubicBezTo>
                    <a:pt x="66" y="82"/>
                    <a:pt x="66" y="82"/>
                    <a:pt x="66" y="82"/>
                  </a:cubicBezTo>
                  <a:cubicBezTo>
                    <a:pt x="66" y="76"/>
                    <a:pt x="68" y="68"/>
                    <a:pt x="65" y="63"/>
                  </a:cubicBezTo>
                  <a:cubicBezTo>
                    <a:pt x="64" y="61"/>
                    <a:pt x="56" y="55"/>
                    <a:pt x="53" y="55"/>
                  </a:cubicBezTo>
                  <a:cubicBezTo>
                    <a:pt x="49" y="55"/>
                    <a:pt x="49" y="55"/>
                    <a:pt x="49" y="55"/>
                  </a:cubicBezTo>
                  <a:cubicBezTo>
                    <a:pt x="46" y="55"/>
                    <a:pt x="42" y="58"/>
                    <a:pt x="42" y="61"/>
                  </a:cubicBezTo>
                  <a:cubicBezTo>
                    <a:pt x="42" y="73"/>
                    <a:pt x="42" y="80"/>
                    <a:pt x="44" y="89"/>
                  </a:cubicBezTo>
                  <a:cubicBezTo>
                    <a:pt x="45" y="93"/>
                    <a:pt x="46" y="112"/>
                    <a:pt x="46" y="117"/>
                  </a:cubicBezTo>
                  <a:cubicBezTo>
                    <a:pt x="33" y="118"/>
                    <a:pt x="33" y="118"/>
                    <a:pt x="33" y="118"/>
                  </a:cubicBezTo>
                  <a:cubicBezTo>
                    <a:pt x="31" y="121"/>
                    <a:pt x="31" y="121"/>
                    <a:pt x="31" y="121"/>
                  </a:cubicBezTo>
                  <a:cubicBezTo>
                    <a:pt x="24" y="121"/>
                    <a:pt x="17" y="124"/>
                    <a:pt x="15" y="128"/>
                  </a:cubicBezTo>
                  <a:cubicBezTo>
                    <a:pt x="10" y="128"/>
                    <a:pt x="9" y="129"/>
                    <a:pt x="8" y="132"/>
                  </a:cubicBezTo>
                  <a:cubicBezTo>
                    <a:pt x="3" y="132"/>
                    <a:pt x="0" y="136"/>
                    <a:pt x="0" y="141"/>
                  </a:cubicBezTo>
                  <a:cubicBezTo>
                    <a:pt x="0" y="142"/>
                    <a:pt x="0" y="142"/>
                    <a:pt x="0" y="142"/>
                  </a:cubicBezTo>
                  <a:cubicBezTo>
                    <a:pt x="0" y="147"/>
                    <a:pt x="3" y="145"/>
                    <a:pt x="4" y="149"/>
                  </a:cubicBezTo>
                  <a:cubicBezTo>
                    <a:pt x="8" y="149"/>
                    <a:pt x="9" y="150"/>
                    <a:pt x="12" y="150"/>
                  </a:cubicBezTo>
                  <a:cubicBezTo>
                    <a:pt x="29" y="150"/>
                    <a:pt x="48" y="129"/>
                    <a:pt x="66" y="129"/>
                  </a:cubicBezTo>
                  <a:cubicBezTo>
                    <a:pt x="67" y="129"/>
                    <a:pt x="67" y="129"/>
                    <a:pt x="67" y="129"/>
                  </a:cubicBezTo>
                  <a:cubicBezTo>
                    <a:pt x="70" y="129"/>
                    <a:pt x="71" y="130"/>
                    <a:pt x="72" y="132"/>
                  </a:cubicBezTo>
                  <a:cubicBezTo>
                    <a:pt x="71" y="136"/>
                    <a:pt x="65" y="142"/>
                    <a:pt x="62" y="145"/>
                  </a:cubicBezTo>
                  <a:cubicBezTo>
                    <a:pt x="59" y="148"/>
                    <a:pt x="58" y="148"/>
                    <a:pt x="56" y="151"/>
                  </a:cubicBezTo>
                  <a:cubicBezTo>
                    <a:pt x="49" y="156"/>
                    <a:pt x="20" y="172"/>
                    <a:pt x="18" y="180"/>
                  </a:cubicBezTo>
                  <a:cubicBezTo>
                    <a:pt x="15" y="180"/>
                    <a:pt x="15" y="181"/>
                    <a:pt x="15" y="184"/>
                  </a:cubicBezTo>
                  <a:cubicBezTo>
                    <a:pt x="11" y="187"/>
                    <a:pt x="11" y="187"/>
                    <a:pt x="11" y="187"/>
                  </a:cubicBezTo>
                  <a:cubicBezTo>
                    <a:pt x="13" y="191"/>
                    <a:pt x="13" y="191"/>
                    <a:pt x="13" y="191"/>
                  </a:cubicBezTo>
                  <a:cubicBezTo>
                    <a:pt x="16" y="191"/>
                    <a:pt x="16" y="191"/>
                    <a:pt x="16" y="191"/>
                  </a:cubicBezTo>
                  <a:cubicBezTo>
                    <a:pt x="20" y="191"/>
                    <a:pt x="23" y="189"/>
                    <a:pt x="26" y="187"/>
                  </a:cubicBezTo>
                  <a:cubicBezTo>
                    <a:pt x="28" y="186"/>
                    <a:pt x="33" y="186"/>
                    <a:pt x="36" y="185"/>
                  </a:cubicBezTo>
                  <a:cubicBezTo>
                    <a:pt x="40" y="184"/>
                    <a:pt x="49" y="180"/>
                    <a:pt x="52" y="177"/>
                  </a:cubicBezTo>
                  <a:cubicBezTo>
                    <a:pt x="62" y="169"/>
                    <a:pt x="70" y="163"/>
                    <a:pt x="76" y="152"/>
                  </a:cubicBezTo>
                  <a:cubicBezTo>
                    <a:pt x="102" y="114"/>
                    <a:pt x="81" y="119"/>
                    <a:pt x="140" y="119"/>
                  </a:cubicBezTo>
                  <a:cubicBezTo>
                    <a:pt x="147" y="119"/>
                    <a:pt x="153" y="115"/>
                    <a:pt x="155" y="110"/>
                  </a:cubicBezTo>
                  <a:cubicBezTo>
                    <a:pt x="155" y="106"/>
                    <a:pt x="153" y="104"/>
                    <a:pt x="151" y="103"/>
                  </a:cubicBezTo>
                  <a:cubicBezTo>
                    <a:pt x="148" y="102"/>
                    <a:pt x="145" y="99"/>
                    <a:pt x="143" y="99"/>
                  </a:cubicBezTo>
                  <a:cubicBezTo>
                    <a:pt x="140" y="99"/>
                    <a:pt x="140" y="99"/>
                    <a:pt x="140" y="99"/>
                  </a:cubicBezTo>
                  <a:cubicBezTo>
                    <a:pt x="133" y="99"/>
                    <a:pt x="124" y="104"/>
                    <a:pt x="114" y="104"/>
                  </a:cubicBezTo>
                  <a:cubicBezTo>
                    <a:pt x="107" y="104"/>
                    <a:pt x="107" y="104"/>
                    <a:pt x="107" y="104"/>
                  </a:cubicBezTo>
                  <a:cubicBezTo>
                    <a:pt x="103" y="104"/>
                    <a:pt x="103" y="102"/>
                    <a:pt x="102" y="99"/>
                  </a:cubicBezTo>
                  <a:cubicBezTo>
                    <a:pt x="105" y="95"/>
                    <a:pt x="110" y="93"/>
                    <a:pt x="114" y="90"/>
                  </a:cubicBezTo>
                  <a:cubicBezTo>
                    <a:pt x="119" y="86"/>
                    <a:pt x="121" y="84"/>
                    <a:pt x="125" y="81"/>
                  </a:cubicBezTo>
                  <a:cubicBezTo>
                    <a:pt x="131" y="77"/>
                    <a:pt x="140" y="64"/>
                    <a:pt x="14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 name="ïṧḻíḋe"/>
            <p:cNvSpPr/>
            <p:nvPr/>
          </p:nvSpPr>
          <p:spPr bwMode="auto">
            <a:xfrm>
              <a:off x="7084550" y="3032529"/>
              <a:ext cx="299935" cy="513980"/>
            </a:xfrm>
            <a:custGeom>
              <a:avLst/>
              <a:gdLst>
                <a:gd name="T0" fmla="*/ 30 w 93"/>
                <a:gd name="T1" fmla="*/ 55 h 159"/>
                <a:gd name="T2" fmla="*/ 52 w 93"/>
                <a:gd name="T3" fmla="*/ 35 h 159"/>
                <a:gd name="T4" fmla="*/ 81 w 93"/>
                <a:gd name="T5" fmla="*/ 21 h 159"/>
                <a:gd name="T6" fmla="*/ 81 w 93"/>
                <a:gd name="T7" fmla="*/ 10 h 159"/>
                <a:gd name="T8" fmla="*/ 59 w 93"/>
                <a:gd name="T9" fmla="*/ 0 h 159"/>
                <a:gd name="T10" fmla="*/ 58 w 93"/>
                <a:gd name="T11" fmla="*/ 0 h 159"/>
                <a:gd name="T12" fmla="*/ 44 w 93"/>
                <a:gd name="T13" fmla="*/ 29 h 159"/>
                <a:gd name="T14" fmla="*/ 39 w 93"/>
                <a:gd name="T15" fmla="*/ 35 h 159"/>
                <a:gd name="T16" fmla="*/ 34 w 93"/>
                <a:gd name="T17" fmla="*/ 41 h 159"/>
                <a:gd name="T18" fmla="*/ 24 w 93"/>
                <a:gd name="T19" fmla="*/ 52 h 159"/>
                <a:gd name="T20" fmla="*/ 20 w 93"/>
                <a:gd name="T21" fmla="*/ 55 h 159"/>
                <a:gd name="T22" fmla="*/ 17 w 93"/>
                <a:gd name="T23" fmla="*/ 58 h 159"/>
                <a:gd name="T24" fmla="*/ 10 w 93"/>
                <a:gd name="T25" fmla="*/ 64 h 159"/>
                <a:gd name="T26" fmla="*/ 4 w 93"/>
                <a:gd name="T27" fmla="*/ 71 h 159"/>
                <a:gd name="T28" fmla="*/ 0 w 93"/>
                <a:gd name="T29" fmla="*/ 79 h 159"/>
                <a:gd name="T30" fmla="*/ 4 w 93"/>
                <a:gd name="T31" fmla="*/ 84 h 159"/>
                <a:gd name="T32" fmla="*/ 13 w 93"/>
                <a:gd name="T33" fmla="*/ 81 h 159"/>
                <a:gd name="T34" fmla="*/ 22 w 93"/>
                <a:gd name="T35" fmla="*/ 79 h 159"/>
                <a:gd name="T36" fmla="*/ 35 w 93"/>
                <a:gd name="T37" fmla="*/ 71 h 159"/>
                <a:gd name="T38" fmla="*/ 37 w 93"/>
                <a:gd name="T39" fmla="*/ 71 h 159"/>
                <a:gd name="T40" fmla="*/ 40 w 93"/>
                <a:gd name="T41" fmla="*/ 73 h 159"/>
                <a:gd name="T42" fmla="*/ 23 w 93"/>
                <a:gd name="T43" fmla="*/ 104 h 159"/>
                <a:gd name="T44" fmla="*/ 20 w 93"/>
                <a:gd name="T45" fmla="*/ 104 h 159"/>
                <a:gd name="T46" fmla="*/ 12 w 93"/>
                <a:gd name="T47" fmla="*/ 119 h 159"/>
                <a:gd name="T48" fmla="*/ 9 w 93"/>
                <a:gd name="T49" fmla="*/ 134 h 159"/>
                <a:gd name="T50" fmla="*/ 29 w 93"/>
                <a:gd name="T51" fmla="*/ 131 h 159"/>
                <a:gd name="T52" fmla="*/ 37 w 93"/>
                <a:gd name="T53" fmla="*/ 112 h 159"/>
                <a:gd name="T54" fmla="*/ 61 w 93"/>
                <a:gd name="T55" fmla="*/ 80 h 159"/>
                <a:gd name="T56" fmla="*/ 64 w 93"/>
                <a:gd name="T57" fmla="*/ 85 h 159"/>
                <a:gd name="T58" fmla="*/ 64 w 93"/>
                <a:gd name="T59" fmla="*/ 86 h 159"/>
                <a:gd name="T60" fmla="*/ 50 w 93"/>
                <a:gd name="T61" fmla="*/ 124 h 159"/>
                <a:gd name="T62" fmla="*/ 36 w 93"/>
                <a:gd name="T63" fmla="*/ 137 h 159"/>
                <a:gd name="T64" fmla="*/ 27 w 93"/>
                <a:gd name="T65" fmla="*/ 154 h 159"/>
                <a:gd name="T66" fmla="*/ 27 w 93"/>
                <a:gd name="T67" fmla="*/ 157 h 159"/>
                <a:gd name="T68" fmla="*/ 29 w 93"/>
                <a:gd name="T69" fmla="*/ 159 h 159"/>
                <a:gd name="T70" fmla="*/ 30 w 93"/>
                <a:gd name="T71" fmla="*/ 159 h 159"/>
                <a:gd name="T72" fmla="*/ 45 w 93"/>
                <a:gd name="T73" fmla="*/ 155 h 159"/>
                <a:gd name="T74" fmla="*/ 53 w 93"/>
                <a:gd name="T75" fmla="*/ 145 h 159"/>
                <a:gd name="T76" fmla="*/ 66 w 93"/>
                <a:gd name="T77" fmla="*/ 122 h 159"/>
                <a:gd name="T78" fmla="*/ 76 w 93"/>
                <a:gd name="T79" fmla="*/ 95 h 159"/>
                <a:gd name="T80" fmla="*/ 78 w 93"/>
                <a:gd name="T81" fmla="*/ 79 h 159"/>
                <a:gd name="T82" fmla="*/ 73 w 93"/>
                <a:gd name="T83" fmla="*/ 66 h 159"/>
                <a:gd name="T84" fmla="*/ 93 w 93"/>
                <a:gd name="T85" fmla="*/ 43 h 159"/>
                <a:gd name="T86" fmla="*/ 78 w 93"/>
                <a:gd name="T87" fmla="*/ 37 h 159"/>
                <a:gd name="T88" fmla="*/ 61 w 93"/>
                <a:gd name="T89" fmla="*/ 43 h 159"/>
                <a:gd name="T90" fmla="*/ 46 w 93"/>
                <a:gd name="T91" fmla="*/ 51 h 159"/>
                <a:gd name="T92" fmla="*/ 34 w 93"/>
                <a:gd name="T93" fmla="*/ 60 h 159"/>
                <a:gd name="T94" fmla="*/ 30 w 93"/>
                <a:gd name="T95" fmla="*/ 59 h 159"/>
                <a:gd name="T96" fmla="*/ 30 w 93"/>
                <a:gd name="T97" fmla="*/ 55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3" h="159">
                  <a:moveTo>
                    <a:pt x="30" y="55"/>
                  </a:moveTo>
                  <a:cubicBezTo>
                    <a:pt x="30" y="54"/>
                    <a:pt x="49" y="36"/>
                    <a:pt x="52" y="35"/>
                  </a:cubicBezTo>
                  <a:cubicBezTo>
                    <a:pt x="62" y="30"/>
                    <a:pt x="81" y="32"/>
                    <a:pt x="81" y="21"/>
                  </a:cubicBezTo>
                  <a:cubicBezTo>
                    <a:pt x="81" y="10"/>
                    <a:pt x="81" y="10"/>
                    <a:pt x="81" y="10"/>
                  </a:cubicBezTo>
                  <a:cubicBezTo>
                    <a:pt x="81" y="4"/>
                    <a:pt x="67" y="0"/>
                    <a:pt x="59" y="0"/>
                  </a:cubicBezTo>
                  <a:cubicBezTo>
                    <a:pt x="58" y="0"/>
                    <a:pt x="58" y="0"/>
                    <a:pt x="58" y="0"/>
                  </a:cubicBezTo>
                  <a:cubicBezTo>
                    <a:pt x="38" y="0"/>
                    <a:pt x="52" y="22"/>
                    <a:pt x="44" y="29"/>
                  </a:cubicBezTo>
                  <a:cubicBezTo>
                    <a:pt x="40" y="32"/>
                    <a:pt x="40" y="29"/>
                    <a:pt x="39" y="35"/>
                  </a:cubicBezTo>
                  <a:cubicBezTo>
                    <a:pt x="38" y="38"/>
                    <a:pt x="37" y="40"/>
                    <a:pt x="34" y="41"/>
                  </a:cubicBezTo>
                  <a:cubicBezTo>
                    <a:pt x="32" y="43"/>
                    <a:pt x="24" y="49"/>
                    <a:pt x="24" y="52"/>
                  </a:cubicBezTo>
                  <a:cubicBezTo>
                    <a:pt x="20" y="52"/>
                    <a:pt x="21" y="53"/>
                    <a:pt x="20" y="55"/>
                  </a:cubicBezTo>
                  <a:cubicBezTo>
                    <a:pt x="19" y="57"/>
                    <a:pt x="19" y="55"/>
                    <a:pt x="17" y="58"/>
                  </a:cubicBezTo>
                  <a:cubicBezTo>
                    <a:pt x="14" y="60"/>
                    <a:pt x="13" y="62"/>
                    <a:pt x="10" y="64"/>
                  </a:cubicBezTo>
                  <a:cubicBezTo>
                    <a:pt x="9" y="65"/>
                    <a:pt x="5" y="70"/>
                    <a:pt x="4" y="71"/>
                  </a:cubicBezTo>
                  <a:cubicBezTo>
                    <a:pt x="3" y="72"/>
                    <a:pt x="0" y="76"/>
                    <a:pt x="0" y="79"/>
                  </a:cubicBezTo>
                  <a:cubicBezTo>
                    <a:pt x="0" y="81"/>
                    <a:pt x="2" y="84"/>
                    <a:pt x="4" y="84"/>
                  </a:cubicBezTo>
                  <a:cubicBezTo>
                    <a:pt x="6" y="84"/>
                    <a:pt x="11" y="81"/>
                    <a:pt x="13" y="81"/>
                  </a:cubicBezTo>
                  <a:cubicBezTo>
                    <a:pt x="16" y="80"/>
                    <a:pt x="19" y="80"/>
                    <a:pt x="22" y="79"/>
                  </a:cubicBezTo>
                  <a:cubicBezTo>
                    <a:pt x="31" y="78"/>
                    <a:pt x="32" y="71"/>
                    <a:pt x="35" y="71"/>
                  </a:cubicBezTo>
                  <a:cubicBezTo>
                    <a:pt x="37" y="71"/>
                    <a:pt x="37" y="71"/>
                    <a:pt x="37" y="71"/>
                  </a:cubicBezTo>
                  <a:cubicBezTo>
                    <a:pt x="39" y="71"/>
                    <a:pt x="39" y="72"/>
                    <a:pt x="40" y="73"/>
                  </a:cubicBezTo>
                  <a:cubicBezTo>
                    <a:pt x="39" y="87"/>
                    <a:pt x="24" y="99"/>
                    <a:pt x="23" y="104"/>
                  </a:cubicBezTo>
                  <a:cubicBezTo>
                    <a:pt x="20" y="104"/>
                    <a:pt x="20" y="104"/>
                    <a:pt x="20" y="104"/>
                  </a:cubicBezTo>
                  <a:cubicBezTo>
                    <a:pt x="20" y="110"/>
                    <a:pt x="13" y="112"/>
                    <a:pt x="12" y="119"/>
                  </a:cubicBezTo>
                  <a:cubicBezTo>
                    <a:pt x="7" y="120"/>
                    <a:pt x="9" y="130"/>
                    <a:pt x="9" y="134"/>
                  </a:cubicBezTo>
                  <a:cubicBezTo>
                    <a:pt x="14" y="138"/>
                    <a:pt x="27" y="137"/>
                    <a:pt x="29" y="131"/>
                  </a:cubicBezTo>
                  <a:cubicBezTo>
                    <a:pt x="30" y="125"/>
                    <a:pt x="35" y="117"/>
                    <a:pt x="37" y="112"/>
                  </a:cubicBezTo>
                  <a:cubicBezTo>
                    <a:pt x="41" y="107"/>
                    <a:pt x="56" y="80"/>
                    <a:pt x="61" y="80"/>
                  </a:cubicBezTo>
                  <a:cubicBezTo>
                    <a:pt x="62" y="80"/>
                    <a:pt x="64" y="84"/>
                    <a:pt x="64" y="85"/>
                  </a:cubicBezTo>
                  <a:cubicBezTo>
                    <a:pt x="64" y="86"/>
                    <a:pt x="64" y="86"/>
                    <a:pt x="64" y="86"/>
                  </a:cubicBezTo>
                  <a:cubicBezTo>
                    <a:pt x="64" y="104"/>
                    <a:pt x="57" y="113"/>
                    <a:pt x="50" y="124"/>
                  </a:cubicBezTo>
                  <a:cubicBezTo>
                    <a:pt x="47" y="129"/>
                    <a:pt x="41" y="135"/>
                    <a:pt x="36" y="137"/>
                  </a:cubicBezTo>
                  <a:cubicBezTo>
                    <a:pt x="28" y="140"/>
                    <a:pt x="27" y="143"/>
                    <a:pt x="27" y="154"/>
                  </a:cubicBezTo>
                  <a:cubicBezTo>
                    <a:pt x="27" y="157"/>
                    <a:pt x="27" y="157"/>
                    <a:pt x="27" y="157"/>
                  </a:cubicBezTo>
                  <a:cubicBezTo>
                    <a:pt x="27" y="158"/>
                    <a:pt x="28" y="159"/>
                    <a:pt x="29" y="159"/>
                  </a:cubicBezTo>
                  <a:cubicBezTo>
                    <a:pt x="30" y="159"/>
                    <a:pt x="30" y="159"/>
                    <a:pt x="30" y="159"/>
                  </a:cubicBezTo>
                  <a:cubicBezTo>
                    <a:pt x="30" y="159"/>
                    <a:pt x="44" y="155"/>
                    <a:pt x="45" y="155"/>
                  </a:cubicBezTo>
                  <a:cubicBezTo>
                    <a:pt x="48" y="153"/>
                    <a:pt x="51" y="148"/>
                    <a:pt x="53" y="145"/>
                  </a:cubicBezTo>
                  <a:cubicBezTo>
                    <a:pt x="57" y="141"/>
                    <a:pt x="65" y="128"/>
                    <a:pt x="66" y="122"/>
                  </a:cubicBezTo>
                  <a:cubicBezTo>
                    <a:pt x="70" y="113"/>
                    <a:pt x="73" y="106"/>
                    <a:pt x="76" y="95"/>
                  </a:cubicBezTo>
                  <a:cubicBezTo>
                    <a:pt x="77" y="90"/>
                    <a:pt x="77" y="84"/>
                    <a:pt x="78" y="79"/>
                  </a:cubicBezTo>
                  <a:cubicBezTo>
                    <a:pt x="79" y="71"/>
                    <a:pt x="73" y="72"/>
                    <a:pt x="73" y="66"/>
                  </a:cubicBezTo>
                  <a:cubicBezTo>
                    <a:pt x="73" y="63"/>
                    <a:pt x="93" y="47"/>
                    <a:pt x="93" y="43"/>
                  </a:cubicBezTo>
                  <a:cubicBezTo>
                    <a:pt x="93" y="39"/>
                    <a:pt x="83" y="37"/>
                    <a:pt x="78" y="37"/>
                  </a:cubicBezTo>
                  <a:cubicBezTo>
                    <a:pt x="74" y="38"/>
                    <a:pt x="64" y="41"/>
                    <a:pt x="61" y="43"/>
                  </a:cubicBezTo>
                  <a:cubicBezTo>
                    <a:pt x="58" y="44"/>
                    <a:pt x="49" y="48"/>
                    <a:pt x="46" y="51"/>
                  </a:cubicBezTo>
                  <a:cubicBezTo>
                    <a:pt x="44" y="52"/>
                    <a:pt x="35" y="60"/>
                    <a:pt x="34" y="60"/>
                  </a:cubicBezTo>
                  <a:cubicBezTo>
                    <a:pt x="32" y="60"/>
                    <a:pt x="33" y="60"/>
                    <a:pt x="30" y="59"/>
                  </a:cubicBezTo>
                  <a:cubicBezTo>
                    <a:pt x="30" y="57"/>
                    <a:pt x="30" y="58"/>
                    <a:pt x="3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 name="iśḷïḑè"/>
            <p:cNvSpPr/>
            <p:nvPr/>
          </p:nvSpPr>
          <p:spPr bwMode="auto">
            <a:xfrm>
              <a:off x="5440360" y="2960272"/>
              <a:ext cx="3259749" cy="669401"/>
            </a:xfrm>
            <a:custGeom>
              <a:avLst/>
              <a:gdLst>
                <a:gd name="T0" fmla="*/ 66 w 1011"/>
                <a:gd name="T1" fmla="*/ 51 h 207"/>
                <a:gd name="T2" fmla="*/ 70 w 1011"/>
                <a:gd name="T3" fmla="*/ 58 h 207"/>
                <a:gd name="T4" fmla="*/ 52 w 1011"/>
                <a:gd name="T5" fmla="*/ 71 h 207"/>
                <a:gd name="T6" fmla="*/ 25 w 1011"/>
                <a:gd name="T7" fmla="*/ 207 h 207"/>
                <a:gd name="T8" fmla="*/ 42 w 1011"/>
                <a:gd name="T9" fmla="*/ 163 h 207"/>
                <a:gd name="T10" fmla="*/ 63 w 1011"/>
                <a:gd name="T11" fmla="*/ 95 h 207"/>
                <a:gd name="T12" fmla="*/ 86 w 1011"/>
                <a:gd name="T13" fmla="*/ 75 h 207"/>
                <a:gd name="T14" fmla="*/ 100 w 1011"/>
                <a:gd name="T15" fmla="*/ 45 h 207"/>
                <a:gd name="T16" fmla="*/ 72 w 1011"/>
                <a:gd name="T17" fmla="*/ 32 h 207"/>
                <a:gd name="T18" fmla="*/ 56 w 1011"/>
                <a:gd name="T19" fmla="*/ 33 h 207"/>
                <a:gd name="T20" fmla="*/ 50 w 1011"/>
                <a:gd name="T21" fmla="*/ 21 h 207"/>
                <a:gd name="T22" fmla="*/ 33 w 1011"/>
                <a:gd name="T23" fmla="*/ 0 h 207"/>
                <a:gd name="T24" fmla="*/ 20 w 1011"/>
                <a:gd name="T25" fmla="*/ 34 h 207"/>
                <a:gd name="T26" fmla="*/ 0 w 1011"/>
                <a:gd name="T27" fmla="*/ 61 h 207"/>
                <a:gd name="T28" fmla="*/ 22 w 1011"/>
                <a:gd name="T29" fmla="*/ 83 h 207"/>
                <a:gd name="T30" fmla="*/ 5 w 1011"/>
                <a:gd name="T31" fmla="*/ 106 h 207"/>
                <a:gd name="T32" fmla="*/ 14 w 1011"/>
                <a:gd name="T33" fmla="*/ 113 h 207"/>
                <a:gd name="T34" fmla="*/ 19 w 1011"/>
                <a:gd name="T35" fmla="*/ 173 h 207"/>
                <a:gd name="T36" fmla="*/ 18 w 1011"/>
                <a:gd name="T37" fmla="*/ 190 h 207"/>
                <a:gd name="T38" fmla="*/ 968 w 1011"/>
                <a:gd name="T39" fmla="*/ 193 h 207"/>
                <a:gd name="T40" fmla="*/ 984 w 1011"/>
                <a:gd name="T41" fmla="*/ 167 h 207"/>
                <a:gd name="T42" fmla="*/ 1011 w 1011"/>
                <a:gd name="T43" fmla="*/ 134 h 207"/>
                <a:gd name="T44" fmla="*/ 997 w 1011"/>
                <a:gd name="T45" fmla="*/ 128 h 207"/>
                <a:gd name="T46" fmla="*/ 987 w 1011"/>
                <a:gd name="T47" fmla="*/ 129 h 207"/>
                <a:gd name="T48" fmla="*/ 985 w 1011"/>
                <a:gd name="T49" fmla="*/ 99 h 207"/>
                <a:gd name="T50" fmla="*/ 977 w 1011"/>
                <a:gd name="T51" fmla="*/ 91 h 207"/>
                <a:gd name="T52" fmla="*/ 965 w 1011"/>
                <a:gd name="T53" fmla="*/ 94 h 207"/>
                <a:gd name="T54" fmla="*/ 967 w 1011"/>
                <a:gd name="T55" fmla="*/ 114 h 207"/>
                <a:gd name="T56" fmla="*/ 964 w 1011"/>
                <a:gd name="T57" fmla="*/ 128 h 207"/>
                <a:gd name="T58" fmla="*/ 946 w 1011"/>
                <a:gd name="T59" fmla="*/ 133 h 207"/>
                <a:gd name="T60" fmla="*/ 941 w 1011"/>
                <a:gd name="T61" fmla="*/ 129 h 207"/>
                <a:gd name="T62" fmla="*/ 926 w 1011"/>
                <a:gd name="T63" fmla="*/ 132 h 207"/>
                <a:gd name="T64" fmla="*/ 912 w 1011"/>
                <a:gd name="T65" fmla="*/ 151 h 207"/>
                <a:gd name="T66" fmla="*/ 920 w 1011"/>
                <a:gd name="T67" fmla="*/ 165 h 207"/>
                <a:gd name="T68" fmla="*/ 933 w 1011"/>
                <a:gd name="T69" fmla="*/ 164 h 207"/>
                <a:gd name="T70" fmla="*/ 965 w 1011"/>
                <a:gd name="T71" fmla="*/ 154 h 207"/>
                <a:gd name="T72" fmla="*/ 972 w 1011"/>
                <a:gd name="T73" fmla="*/ 159 h 207"/>
                <a:gd name="T74" fmla="*/ 952 w 1011"/>
                <a:gd name="T75" fmla="*/ 171 h 207"/>
                <a:gd name="T76" fmla="*/ 945 w 1011"/>
                <a:gd name="T77" fmla="*/ 19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11" h="207">
                  <a:moveTo>
                    <a:pt x="49" y="64"/>
                  </a:moveTo>
                  <a:cubicBezTo>
                    <a:pt x="49" y="54"/>
                    <a:pt x="57" y="52"/>
                    <a:pt x="66" y="51"/>
                  </a:cubicBezTo>
                  <a:cubicBezTo>
                    <a:pt x="68" y="52"/>
                    <a:pt x="70" y="53"/>
                    <a:pt x="70" y="55"/>
                  </a:cubicBezTo>
                  <a:cubicBezTo>
                    <a:pt x="70" y="58"/>
                    <a:pt x="70" y="58"/>
                    <a:pt x="70" y="58"/>
                  </a:cubicBezTo>
                  <a:cubicBezTo>
                    <a:pt x="70" y="61"/>
                    <a:pt x="57" y="71"/>
                    <a:pt x="54" y="71"/>
                  </a:cubicBezTo>
                  <a:cubicBezTo>
                    <a:pt x="52" y="71"/>
                    <a:pt x="52" y="71"/>
                    <a:pt x="52" y="71"/>
                  </a:cubicBezTo>
                  <a:cubicBezTo>
                    <a:pt x="49" y="71"/>
                    <a:pt x="49" y="67"/>
                    <a:pt x="49" y="64"/>
                  </a:cubicBezTo>
                  <a:close/>
                  <a:moveTo>
                    <a:pt x="25" y="207"/>
                  </a:moveTo>
                  <a:cubicBezTo>
                    <a:pt x="32" y="203"/>
                    <a:pt x="38" y="200"/>
                    <a:pt x="38" y="189"/>
                  </a:cubicBezTo>
                  <a:cubicBezTo>
                    <a:pt x="38" y="180"/>
                    <a:pt x="40" y="172"/>
                    <a:pt x="42" y="163"/>
                  </a:cubicBezTo>
                  <a:cubicBezTo>
                    <a:pt x="44" y="148"/>
                    <a:pt x="42" y="122"/>
                    <a:pt x="45" y="108"/>
                  </a:cubicBezTo>
                  <a:cubicBezTo>
                    <a:pt x="47" y="98"/>
                    <a:pt x="55" y="99"/>
                    <a:pt x="63" y="95"/>
                  </a:cubicBezTo>
                  <a:cubicBezTo>
                    <a:pt x="69" y="92"/>
                    <a:pt x="73" y="86"/>
                    <a:pt x="78" y="82"/>
                  </a:cubicBezTo>
                  <a:cubicBezTo>
                    <a:pt x="81" y="79"/>
                    <a:pt x="84" y="77"/>
                    <a:pt x="86" y="75"/>
                  </a:cubicBezTo>
                  <a:cubicBezTo>
                    <a:pt x="89" y="72"/>
                    <a:pt x="91" y="70"/>
                    <a:pt x="94" y="67"/>
                  </a:cubicBezTo>
                  <a:cubicBezTo>
                    <a:pt x="102" y="59"/>
                    <a:pt x="97" y="51"/>
                    <a:pt x="100" y="45"/>
                  </a:cubicBezTo>
                  <a:cubicBezTo>
                    <a:pt x="97" y="38"/>
                    <a:pt x="95" y="33"/>
                    <a:pt x="85" y="33"/>
                  </a:cubicBezTo>
                  <a:cubicBezTo>
                    <a:pt x="82" y="33"/>
                    <a:pt x="75" y="33"/>
                    <a:pt x="72" y="32"/>
                  </a:cubicBezTo>
                  <a:cubicBezTo>
                    <a:pt x="66" y="31"/>
                    <a:pt x="67" y="33"/>
                    <a:pt x="62" y="33"/>
                  </a:cubicBezTo>
                  <a:cubicBezTo>
                    <a:pt x="56" y="33"/>
                    <a:pt x="56" y="33"/>
                    <a:pt x="56" y="33"/>
                  </a:cubicBezTo>
                  <a:cubicBezTo>
                    <a:pt x="54" y="33"/>
                    <a:pt x="50" y="30"/>
                    <a:pt x="50" y="28"/>
                  </a:cubicBezTo>
                  <a:cubicBezTo>
                    <a:pt x="50" y="21"/>
                    <a:pt x="50" y="21"/>
                    <a:pt x="50" y="21"/>
                  </a:cubicBezTo>
                  <a:cubicBezTo>
                    <a:pt x="50" y="18"/>
                    <a:pt x="51" y="13"/>
                    <a:pt x="52" y="10"/>
                  </a:cubicBezTo>
                  <a:cubicBezTo>
                    <a:pt x="47" y="3"/>
                    <a:pt x="46" y="0"/>
                    <a:pt x="33" y="0"/>
                  </a:cubicBezTo>
                  <a:cubicBezTo>
                    <a:pt x="27" y="0"/>
                    <a:pt x="24" y="8"/>
                    <a:pt x="23" y="14"/>
                  </a:cubicBezTo>
                  <a:cubicBezTo>
                    <a:pt x="22" y="23"/>
                    <a:pt x="24" y="27"/>
                    <a:pt x="20" y="34"/>
                  </a:cubicBezTo>
                  <a:cubicBezTo>
                    <a:pt x="15" y="41"/>
                    <a:pt x="15" y="41"/>
                    <a:pt x="8" y="45"/>
                  </a:cubicBezTo>
                  <a:cubicBezTo>
                    <a:pt x="4" y="48"/>
                    <a:pt x="0" y="55"/>
                    <a:pt x="0" y="61"/>
                  </a:cubicBezTo>
                  <a:cubicBezTo>
                    <a:pt x="0" y="72"/>
                    <a:pt x="3" y="70"/>
                    <a:pt x="12" y="72"/>
                  </a:cubicBezTo>
                  <a:cubicBezTo>
                    <a:pt x="17" y="73"/>
                    <a:pt x="22" y="77"/>
                    <a:pt x="22" y="83"/>
                  </a:cubicBezTo>
                  <a:cubicBezTo>
                    <a:pt x="22" y="83"/>
                    <a:pt x="22" y="83"/>
                    <a:pt x="22" y="83"/>
                  </a:cubicBezTo>
                  <a:cubicBezTo>
                    <a:pt x="22" y="92"/>
                    <a:pt x="5" y="93"/>
                    <a:pt x="5" y="106"/>
                  </a:cubicBezTo>
                  <a:cubicBezTo>
                    <a:pt x="5" y="106"/>
                    <a:pt x="5" y="106"/>
                    <a:pt x="5" y="106"/>
                  </a:cubicBezTo>
                  <a:cubicBezTo>
                    <a:pt x="5" y="114"/>
                    <a:pt x="8" y="113"/>
                    <a:pt x="14" y="113"/>
                  </a:cubicBezTo>
                  <a:cubicBezTo>
                    <a:pt x="22" y="113"/>
                    <a:pt x="19" y="133"/>
                    <a:pt x="19" y="141"/>
                  </a:cubicBezTo>
                  <a:cubicBezTo>
                    <a:pt x="19" y="152"/>
                    <a:pt x="19" y="164"/>
                    <a:pt x="19" y="173"/>
                  </a:cubicBezTo>
                  <a:cubicBezTo>
                    <a:pt x="19" y="178"/>
                    <a:pt x="17" y="182"/>
                    <a:pt x="17" y="185"/>
                  </a:cubicBezTo>
                  <a:cubicBezTo>
                    <a:pt x="17" y="185"/>
                    <a:pt x="18" y="186"/>
                    <a:pt x="18" y="190"/>
                  </a:cubicBezTo>
                  <a:cubicBezTo>
                    <a:pt x="15" y="192"/>
                    <a:pt x="19" y="204"/>
                    <a:pt x="25" y="207"/>
                  </a:cubicBezTo>
                  <a:close/>
                  <a:moveTo>
                    <a:pt x="968" y="193"/>
                  </a:moveTo>
                  <a:cubicBezTo>
                    <a:pt x="973" y="191"/>
                    <a:pt x="975" y="187"/>
                    <a:pt x="979" y="183"/>
                  </a:cubicBezTo>
                  <a:cubicBezTo>
                    <a:pt x="981" y="179"/>
                    <a:pt x="984" y="172"/>
                    <a:pt x="984" y="167"/>
                  </a:cubicBezTo>
                  <a:cubicBezTo>
                    <a:pt x="984" y="155"/>
                    <a:pt x="982" y="155"/>
                    <a:pt x="989" y="150"/>
                  </a:cubicBezTo>
                  <a:cubicBezTo>
                    <a:pt x="1003" y="150"/>
                    <a:pt x="1011" y="148"/>
                    <a:pt x="1011" y="134"/>
                  </a:cubicBezTo>
                  <a:cubicBezTo>
                    <a:pt x="1011" y="132"/>
                    <a:pt x="1011" y="131"/>
                    <a:pt x="1010" y="130"/>
                  </a:cubicBezTo>
                  <a:cubicBezTo>
                    <a:pt x="997" y="128"/>
                    <a:pt x="997" y="128"/>
                    <a:pt x="997" y="128"/>
                  </a:cubicBezTo>
                  <a:cubicBezTo>
                    <a:pt x="995" y="128"/>
                    <a:pt x="995" y="129"/>
                    <a:pt x="994" y="129"/>
                  </a:cubicBezTo>
                  <a:cubicBezTo>
                    <a:pt x="987" y="129"/>
                    <a:pt x="987" y="129"/>
                    <a:pt x="987" y="129"/>
                  </a:cubicBezTo>
                  <a:cubicBezTo>
                    <a:pt x="983" y="129"/>
                    <a:pt x="977" y="126"/>
                    <a:pt x="977" y="122"/>
                  </a:cubicBezTo>
                  <a:cubicBezTo>
                    <a:pt x="977" y="119"/>
                    <a:pt x="985" y="112"/>
                    <a:pt x="985" y="99"/>
                  </a:cubicBezTo>
                  <a:cubicBezTo>
                    <a:pt x="985" y="95"/>
                    <a:pt x="985" y="95"/>
                    <a:pt x="985" y="95"/>
                  </a:cubicBezTo>
                  <a:cubicBezTo>
                    <a:pt x="985" y="93"/>
                    <a:pt x="979" y="91"/>
                    <a:pt x="977" y="91"/>
                  </a:cubicBezTo>
                  <a:cubicBezTo>
                    <a:pt x="975" y="91"/>
                    <a:pt x="975" y="91"/>
                    <a:pt x="975" y="91"/>
                  </a:cubicBezTo>
                  <a:cubicBezTo>
                    <a:pt x="975" y="91"/>
                    <a:pt x="965" y="93"/>
                    <a:pt x="965" y="94"/>
                  </a:cubicBezTo>
                  <a:cubicBezTo>
                    <a:pt x="962" y="95"/>
                    <a:pt x="960" y="96"/>
                    <a:pt x="959" y="100"/>
                  </a:cubicBezTo>
                  <a:cubicBezTo>
                    <a:pt x="957" y="111"/>
                    <a:pt x="967" y="106"/>
                    <a:pt x="967" y="114"/>
                  </a:cubicBezTo>
                  <a:cubicBezTo>
                    <a:pt x="967" y="123"/>
                    <a:pt x="967" y="123"/>
                    <a:pt x="967" y="123"/>
                  </a:cubicBezTo>
                  <a:cubicBezTo>
                    <a:pt x="967" y="124"/>
                    <a:pt x="965" y="126"/>
                    <a:pt x="964" y="128"/>
                  </a:cubicBezTo>
                  <a:cubicBezTo>
                    <a:pt x="963" y="130"/>
                    <a:pt x="961" y="130"/>
                    <a:pt x="958" y="130"/>
                  </a:cubicBezTo>
                  <a:cubicBezTo>
                    <a:pt x="950" y="130"/>
                    <a:pt x="951" y="130"/>
                    <a:pt x="946" y="133"/>
                  </a:cubicBezTo>
                  <a:cubicBezTo>
                    <a:pt x="939" y="133"/>
                    <a:pt x="939" y="133"/>
                    <a:pt x="939" y="133"/>
                  </a:cubicBezTo>
                  <a:cubicBezTo>
                    <a:pt x="941" y="129"/>
                    <a:pt x="941" y="129"/>
                    <a:pt x="941" y="129"/>
                  </a:cubicBezTo>
                  <a:cubicBezTo>
                    <a:pt x="938" y="128"/>
                    <a:pt x="938" y="128"/>
                    <a:pt x="938" y="128"/>
                  </a:cubicBezTo>
                  <a:cubicBezTo>
                    <a:pt x="928" y="128"/>
                    <a:pt x="935" y="130"/>
                    <a:pt x="926" y="132"/>
                  </a:cubicBezTo>
                  <a:cubicBezTo>
                    <a:pt x="929" y="137"/>
                    <a:pt x="931" y="129"/>
                    <a:pt x="935" y="136"/>
                  </a:cubicBezTo>
                  <a:cubicBezTo>
                    <a:pt x="924" y="137"/>
                    <a:pt x="916" y="144"/>
                    <a:pt x="912" y="151"/>
                  </a:cubicBezTo>
                  <a:cubicBezTo>
                    <a:pt x="917" y="164"/>
                    <a:pt x="917" y="164"/>
                    <a:pt x="917" y="164"/>
                  </a:cubicBezTo>
                  <a:cubicBezTo>
                    <a:pt x="918" y="165"/>
                    <a:pt x="918" y="165"/>
                    <a:pt x="920" y="165"/>
                  </a:cubicBezTo>
                  <a:cubicBezTo>
                    <a:pt x="920" y="165"/>
                    <a:pt x="920" y="165"/>
                    <a:pt x="920" y="165"/>
                  </a:cubicBezTo>
                  <a:cubicBezTo>
                    <a:pt x="921" y="165"/>
                    <a:pt x="930" y="164"/>
                    <a:pt x="933" y="164"/>
                  </a:cubicBezTo>
                  <a:cubicBezTo>
                    <a:pt x="935" y="164"/>
                    <a:pt x="942" y="161"/>
                    <a:pt x="944" y="161"/>
                  </a:cubicBezTo>
                  <a:cubicBezTo>
                    <a:pt x="948" y="159"/>
                    <a:pt x="961" y="154"/>
                    <a:pt x="965" y="154"/>
                  </a:cubicBezTo>
                  <a:cubicBezTo>
                    <a:pt x="966" y="154"/>
                    <a:pt x="966" y="154"/>
                    <a:pt x="966" y="154"/>
                  </a:cubicBezTo>
                  <a:cubicBezTo>
                    <a:pt x="969" y="154"/>
                    <a:pt x="972" y="157"/>
                    <a:pt x="972" y="159"/>
                  </a:cubicBezTo>
                  <a:cubicBezTo>
                    <a:pt x="972" y="161"/>
                    <a:pt x="968" y="168"/>
                    <a:pt x="967" y="169"/>
                  </a:cubicBezTo>
                  <a:cubicBezTo>
                    <a:pt x="964" y="171"/>
                    <a:pt x="957" y="171"/>
                    <a:pt x="952" y="171"/>
                  </a:cubicBezTo>
                  <a:cubicBezTo>
                    <a:pt x="951" y="172"/>
                    <a:pt x="945" y="179"/>
                    <a:pt x="945" y="182"/>
                  </a:cubicBezTo>
                  <a:cubicBezTo>
                    <a:pt x="945" y="190"/>
                    <a:pt x="945" y="190"/>
                    <a:pt x="945" y="190"/>
                  </a:cubicBezTo>
                  <a:cubicBezTo>
                    <a:pt x="947" y="202"/>
                    <a:pt x="960" y="198"/>
                    <a:pt x="968"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ïšḻïḑe"/>
            <p:cNvSpPr/>
            <p:nvPr/>
          </p:nvSpPr>
          <p:spPr bwMode="auto">
            <a:xfrm>
              <a:off x="5301300" y="3756463"/>
              <a:ext cx="184051" cy="162238"/>
            </a:xfrm>
            <a:custGeom>
              <a:avLst/>
              <a:gdLst>
                <a:gd name="T0" fmla="*/ 68 w 135"/>
                <a:gd name="T1" fmla="*/ 85 h 119"/>
                <a:gd name="T2" fmla="*/ 66 w 135"/>
                <a:gd name="T3" fmla="*/ 85 h 119"/>
                <a:gd name="T4" fmla="*/ 42 w 135"/>
                <a:gd name="T5" fmla="*/ 0 h 119"/>
                <a:gd name="T6" fmla="*/ 0 w 135"/>
                <a:gd name="T7" fmla="*/ 0 h 119"/>
                <a:gd name="T8" fmla="*/ 0 w 135"/>
                <a:gd name="T9" fmla="*/ 119 h 119"/>
                <a:gd name="T10" fmla="*/ 23 w 135"/>
                <a:gd name="T11" fmla="*/ 119 h 119"/>
                <a:gd name="T12" fmla="*/ 23 w 135"/>
                <a:gd name="T13" fmla="*/ 17 h 119"/>
                <a:gd name="T14" fmla="*/ 23 w 135"/>
                <a:gd name="T15" fmla="*/ 17 h 119"/>
                <a:gd name="T16" fmla="*/ 57 w 135"/>
                <a:gd name="T17" fmla="*/ 119 h 119"/>
                <a:gd name="T18" fmla="*/ 78 w 135"/>
                <a:gd name="T19" fmla="*/ 119 h 119"/>
                <a:gd name="T20" fmla="*/ 111 w 135"/>
                <a:gd name="T21" fmla="*/ 17 h 119"/>
                <a:gd name="T22" fmla="*/ 111 w 135"/>
                <a:gd name="T23" fmla="*/ 17 h 119"/>
                <a:gd name="T24" fmla="*/ 111 w 135"/>
                <a:gd name="T25" fmla="*/ 119 h 119"/>
                <a:gd name="T26" fmla="*/ 135 w 135"/>
                <a:gd name="T27" fmla="*/ 119 h 119"/>
                <a:gd name="T28" fmla="*/ 135 w 135"/>
                <a:gd name="T29" fmla="*/ 0 h 119"/>
                <a:gd name="T30" fmla="*/ 94 w 135"/>
                <a:gd name="T31" fmla="*/ 0 h 119"/>
                <a:gd name="T32" fmla="*/ 68 w 135"/>
                <a:gd name="T33" fmla="*/ 8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5" h="119">
                  <a:moveTo>
                    <a:pt x="68" y="85"/>
                  </a:moveTo>
                  <a:lnTo>
                    <a:pt x="66" y="85"/>
                  </a:lnTo>
                  <a:lnTo>
                    <a:pt x="42" y="0"/>
                  </a:lnTo>
                  <a:lnTo>
                    <a:pt x="0" y="0"/>
                  </a:lnTo>
                  <a:lnTo>
                    <a:pt x="0" y="119"/>
                  </a:lnTo>
                  <a:lnTo>
                    <a:pt x="23" y="119"/>
                  </a:lnTo>
                  <a:lnTo>
                    <a:pt x="23" y="17"/>
                  </a:lnTo>
                  <a:lnTo>
                    <a:pt x="23" y="17"/>
                  </a:lnTo>
                  <a:lnTo>
                    <a:pt x="57" y="119"/>
                  </a:lnTo>
                  <a:lnTo>
                    <a:pt x="78" y="119"/>
                  </a:lnTo>
                  <a:lnTo>
                    <a:pt x="111" y="17"/>
                  </a:lnTo>
                  <a:lnTo>
                    <a:pt x="111" y="17"/>
                  </a:lnTo>
                  <a:lnTo>
                    <a:pt x="111" y="119"/>
                  </a:lnTo>
                  <a:lnTo>
                    <a:pt x="135" y="119"/>
                  </a:lnTo>
                  <a:lnTo>
                    <a:pt x="135" y="0"/>
                  </a:lnTo>
                  <a:lnTo>
                    <a:pt x="94" y="0"/>
                  </a:lnTo>
                  <a:lnTo>
                    <a:pt x="68"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iŝľíďe"/>
            <p:cNvSpPr/>
            <p:nvPr/>
          </p:nvSpPr>
          <p:spPr bwMode="auto">
            <a:xfrm>
              <a:off x="5526251" y="3756463"/>
              <a:ext cx="35447" cy="16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 name="iṡľidé"/>
            <p:cNvSpPr/>
            <p:nvPr/>
          </p:nvSpPr>
          <p:spPr bwMode="auto">
            <a:xfrm>
              <a:off x="5601235" y="3756463"/>
              <a:ext cx="144514" cy="162238"/>
            </a:xfrm>
            <a:custGeom>
              <a:avLst/>
              <a:gdLst>
                <a:gd name="T0" fmla="*/ 83 w 106"/>
                <a:gd name="T1" fmla="*/ 93 h 119"/>
                <a:gd name="T2" fmla="*/ 83 w 106"/>
                <a:gd name="T3" fmla="*/ 93 h 119"/>
                <a:gd name="T4" fmla="*/ 38 w 106"/>
                <a:gd name="T5" fmla="*/ 0 h 119"/>
                <a:gd name="T6" fmla="*/ 0 w 106"/>
                <a:gd name="T7" fmla="*/ 0 h 119"/>
                <a:gd name="T8" fmla="*/ 0 w 106"/>
                <a:gd name="T9" fmla="*/ 119 h 119"/>
                <a:gd name="T10" fmla="*/ 23 w 106"/>
                <a:gd name="T11" fmla="*/ 119 h 119"/>
                <a:gd name="T12" fmla="*/ 23 w 106"/>
                <a:gd name="T13" fmla="*/ 19 h 119"/>
                <a:gd name="T14" fmla="*/ 23 w 106"/>
                <a:gd name="T15" fmla="*/ 19 h 119"/>
                <a:gd name="T16" fmla="*/ 71 w 106"/>
                <a:gd name="T17" fmla="*/ 119 h 119"/>
                <a:gd name="T18" fmla="*/ 106 w 106"/>
                <a:gd name="T19" fmla="*/ 119 h 119"/>
                <a:gd name="T20" fmla="*/ 106 w 106"/>
                <a:gd name="T21" fmla="*/ 0 h 119"/>
                <a:gd name="T22" fmla="*/ 83 w 106"/>
                <a:gd name="T23" fmla="*/ 0 h 119"/>
                <a:gd name="T24" fmla="*/ 83 w 106"/>
                <a:gd name="T25" fmla="*/ 9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9">
                  <a:moveTo>
                    <a:pt x="83" y="93"/>
                  </a:moveTo>
                  <a:lnTo>
                    <a:pt x="83" y="93"/>
                  </a:lnTo>
                  <a:lnTo>
                    <a:pt x="38" y="0"/>
                  </a:lnTo>
                  <a:lnTo>
                    <a:pt x="0" y="0"/>
                  </a:lnTo>
                  <a:lnTo>
                    <a:pt x="0" y="119"/>
                  </a:lnTo>
                  <a:lnTo>
                    <a:pt x="23" y="119"/>
                  </a:lnTo>
                  <a:lnTo>
                    <a:pt x="23" y="19"/>
                  </a:lnTo>
                  <a:lnTo>
                    <a:pt x="23" y="19"/>
                  </a:lnTo>
                  <a:lnTo>
                    <a:pt x="71" y="119"/>
                  </a:lnTo>
                  <a:lnTo>
                    <a:pt x="106" y="119"/>
                  </a:lnTo>
                  <a:lnTo>
                    <a:pt x="106" y="0"/>
                  </a:lnTo>
                  <a:lnTo>
                    <a:pt x="83" y="0"/>
                  </a:lnTo>
                  <a:lnTo>
                    <a:pt x="83"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íśļíḋe"/>
            <p:cNvSpPr/>
            <p:nvPr/>
          </p:nvSpPr>
          <p:spPr bwMode="auto">
            <a:xfrm>
              <a:off x="5778469" y="3756463"/>
              <a:ext cx="125427" cy="162238"/>
            </a:xfrm>
            <a:custGeom>
              <a:avLst/>
              <a:gdLst>
                <a:gd name="T0" fmla="*/ 90 w 92"/>
                <a:gd name="T1" fmla="*/ 19 h 119"/>
                <a:gd name="T2" fmla="*/ 90 w 92"/>
                <a:gd name="T3" fmla="*/ 0 h 119"/>
                <a:gd name="T4" fmla="*/ 5 w 92"/>
                <a:gd name="T5" fmla="*/ 0 h 119"/>
                <a:gd name="T6" fmla="*/ 5 w 92"/>
                <a:gd name="T7" fmla="*/ 19 h 119"/>
                <a:gd name="T8" fmla="*/ 59 w 92"/>
                <a:gd name="T9" fmla="*/ 19 h 119"/>
                <a:gd name="T10" fmla="*/ 0 w 92"/>
                <a:gd name="T11" fmla="*/ 97 h 119"/>
                <a:gd name="T12" fmla="*/ 0 w 92"/>
                <a:gd name="T13" fmla="*/ 119 h 119"/>
                <a:gd name="T14" fmla="*/ 92 w 92"/>
                <a:gd name="T15" fmla="*/ 119 h 119"/>
                <a:gd name="T16" fmla="*/ 92 w 92"/>
                <a:gd name="T17" fmla="*/ 97 h 119"/>
                <a:gd name="T18" fmla="*/ 33 w 92"/>
                <a:gd name="T19" fmla="*/ 97 h 119"/>
                <a:gd name="T20" fmla="*/ 90 w 92"/>
                <a:gd name="T21" fmla="*/ 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9">
                  <a:moveTo>
                    <a:pt x="90" y="19"/>
                  </a:moveTo>
                  <a:lnTo>
                    <a:pt x="90" y="0"/>
                  </a:lnTo>
                  <a:lnTo>
                    <a:pt x="5" y="0"/>
                  </a:lnTo>
                  <a:lnTo>
                    <a:pt x="5" y="19"/>
                  </a:lnTo>
                  <a:lnTo>
                    <a:pt x="59" y="19"/>
                  </a:lnTo>
                  <a:lnTo>
                    <a:pt x="0" y="97"/>
                  </a:lnTo>
                  <a:lnTo>
                    <a:pt x="0" y="119"/>
                  </a:lnTo>
                  <a:lnTo>
                    <a:pt x="92" y="119"/>
                  </a:lnTo>
                  <a:lnTo>
                    <a:pt x="92" y="97"/>
                  </a:lnTo>
                  <a:lnTo>
                    <a:pt x="33" y="97"/>
                  </a:lnTo>
                  <a:lnTo>
                    <a:pt x="90"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îṣ1ïḑé"/>
            <p:cNvSpPr/>
            <p:nvPr/>
          </p:nvSpPr>
          <p:spPr bwMode="auto">
            <a:xfrm>
              <a:off x="5939343" y="3756463"/>
              <a:ext cx="139061" cy="162238"/>
            </a:xfrm>
            <a:custGeom>
              <a:avLst/>
              <a:gdLst>
                <a:gd name="T0" fmla="*/ 33 w 43"/>
                <a:gd name="T1" fmla="*/ 27 h 50"/>
                <a:gd name="T2" fmla="*/ 30 w 43"/>
                <a:gd name="T3" fmla="*/ 39 h 50"/>
                <a:gd name="T4" fmla="*/ 22 w 43"/>
                <a:gd name="T5" fmla="*/ 43 h 50"/>
                <a:gd name="T6" fmla="*/ 13 w 43"/>
                <a:gd name="T7" fmla="*/ 39 h 50"/>
                <a:gd name="T8" fmla="*/ 11 w 43"/>
                <a:gd name="T9" fmla="*/ 27 h 50"/>
                <a:gd name="T10" fmla="*/ 11 w 43"/>
                <a:gd name="T11" fmla="*/ 0 h 50"/>
                <a:gd name="T12" fmla="*/ 0 w 43"/>
                <a:gd name="T13" fmla="*/ 0 h 50"/>
                <a:gd name="T14" fmla="*/ 0 w 43"/>
                <a:gd name="T15" fmla="*/ 31 h 50"/>
                <a:gd name="T16" fmla="*/ 22 w 43"/>
                <a:gd name="T17" fmla="*/ 50 h 50"/>
                <a:gd name="T18" fmla="*/ 43 w 43"/>
                <a:gd name="T19" fmla="*/ 31 h 50"/>
                <a:gd name="T20" fmla="*/ 43 w 43"/>
                <a:gd name="T21" fmla="*/ 0 h 50"/>
                <a:gd name="T22" fmla="*/ 33 w 43"/>
                <a:gd name="T23" fmla="*/ 0 h 50"/>
                <a:gd name="T24" fmla="*/ 33 w 43"/>
                <a:gd name="T25"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50">
                  <a:moveTo>
                    <a:pt x="33" y="27"/>
                  </a:moveTo>
                  <a:cubicBezTo>
                    <a:pt x="33" y="33"/>
                    <a:pt x="32" y="37"/>
                    <a:pt x="30" y="39"/>
                  </a:cubicBezTo>
                  <a:cubicBezTo>
                    <a:pt x="29" y="42"/>
                    <a:pt x="26" y="43"/>
                    <a:pt x="22" y="43"/>
                  </a:cubicBezTo>
                  <a:cubicBezTo>
                    <a:pt x="18" y="43"/>
                    <a:pt x="15" y="42"/>
                    <a:pt x="13" y="39"/>
                  </a:cubicBezTo>
                  <a:cubicBezTo>
                    <a:pt x="11" y="37"/>
                    <a:pt x="10" y="33"/>
                    <a:pt x="11" y="27"/>
                  </a:cubicBezTo>
                  <a:cubicBezTo>
                    <a:pt x="11" y="0"/>
                    <a:pt x="11" y="0"/>
                    <a:pt x="11" y="0"/>
                  </a:cubicBezTo>
                  <a:cubicBezTo>
                    <a:pt x="0" y="0"/>
                    <a:pt x="0" y="0"/>
                    <a:pt x="0" y="0"/>
                  </a:cubicBezTo>
                  <a:cubicBezTo>
                    <a:pt x="0" y="31"/>
                    <a:pt x="0" y="31"/>
                    <a:pt x="0" y="31"/>
                  </a:cubicBezTo>
                  <a:cubicBezTo>
                    <a:pt x="0" y="44"/>
                    <a:pt x="7" y="50"/>
                    <a:pt x="22" y="50"/>
                  </a:cubicBezTo>
                  <a:cubicBezTo>
                    <a:pt x="36" y="50"/>
                    <a:pt x="43" y="44"/>
                    <a:pt x="43" y="31"/>
                  </a:cubicBezTo>
                  <a:cubicBezTo>
                    <a:pt x="43" y="0"/>
                    <a:pt x="43" y="0"/>
                    <a:pt x="43" y="0"/>
                  </a:cubicBezTo>
                  <a:cubicBezTo>
                    <a:pt x="33" y="0"/>
                    <a:pt x="33" y="0"/>
                    <a:pt x="33" y="0"/>
                  </a:cubicBezTo>
                  <a:lnTo>
                    <a:pt x="33"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íṧḷíďè"/>
            <p:cNvSpPr/>
            <p:nvPr/>
          </p:nvSpPr>
          <p:spPr bwMode="auto">
            <a:xfrm>
              <a:off x="6175202" y="3756463"/>
              <a:ext cx="141788" cy="162238"/>
            </a:xfrm>
            <a:custGeom>
              <a:avLst/>
              <a:gdLst>
                <a:gd name="T0" fmla="*/ 33 w 44"/>
                <a:gd name="T1" fmla="*/ 27 h 50"/>
                <a:gd name="T2" fmla="*/ 31 w 44"/>
                <a:gd name="T3" fmla="*/ 39 h 50"/>
                <a:gd name="T4" fmla="*/ 22 w 44"/>
                <a:gd name="T5" fmla="*/ 43 h 50"/>
                <a:gd name="T6" fmla="*/ 13 w 44"/>
                <a:gd name="T7" fmla="*/ 39 h 50"/>
                <a:gd name="T8" fmla="*/ 11 w 44"/>
                <a:gd name="T9" fmla="*/ 27 h 50"/>
                <a:gd name="T10" fmla="*/ 11 w 44"/>
                <a:gd name="T11" fmla="*/ 0 h 50"/>
                <a:gd name="T12" fmla="*/ 0 w 44"/>
                <a:gd name="T13" fmla="*/ 0 h 50"/>
                <a:gd name="T14" fmla="*/ 0 w 44"/>
                <a:gd name="T15" fmla="*/ 31 h 50"/>
                <a:gd name="T16" fmla="*/ 22 w 44"/>
                <a:gd name="T17" fmla="*/ 50 h 50"/>
                <a:gd name="T18" fmla="*/ 44 w 44"/>
                <a:gd name="T19" fmla="*/ 31 h 50"/>
                <a:gd name="T20" fmla="*/ 44 w 44"/>
                <a:gd name="T21" fmla="*/ 0 h 50"/>
                <a:gd name="T22" fmla="*/ 33 w 44"/>
                <a:gd name="T23" fmla="*/ 0 h 50"/>
                <a:gd name="T24" fmla="*/ 33 w 44"/>
                <a:gd name="T25"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50">
                  <a:moveTo>
                    <a:pt x="33" y="27"/>
                  </a:moveTo>
                  <a:cubicBezTo>
                    <a:pt x="33" y="33"/>
                    <a:pt x="32" y="37"/>
                    <a:pt x="31" y="39"/>
                  </a:cubicBezTo>
                  <a:cubicBezTo>
                    <a:pt x="29" y="42"/>
                    <a:pt x="26" y="43"/>
                    <a:pt x="22" y="43"/>
                  </a:cubicBezTo>
                  <a:cubicBezTo>
                    <a:pt x="18" y="43"/>
                    <a:pt x="15" y="42"/>
                    <a:pt x="13" y="39"/>
                  </a:cubicBezTo>
                  <a:cubicBezTo>
                    <a:pt x="11" y="37"/>
                    <a:pt x="11" y="33"/>
                    <a:pt x="11" y="27"/>
                  </a:cubicBezTo>
                  <a:cubicBezTo>
                    <a:pt x="11" y="0"/>
                    <a:pt x="11" y="0"/>
                    <a:pt x="11" y="0"/>
                  </a:cubicBezTo>
                  <a:cubicBezTo>
                    <a:pt x="0" y="0"/>
                    <a:pt x="0" y="0"/>
                    <a:pt x="0" y="0"/>
                  </a:cubicBezTo>
                  <a:cubicBezTo>
                    <a:pt x="0" y="31"/>
                    <a:pt x="0" y="31"/>
                    <a:pt x="0" y="31"/>
                  </a:cubicBezTo>
                  <a:cubicBezTo>
                    <a:pt x="0" y="44"/>
                    <a:pt x="8" y="50"/>
                    <a:pt x="22" y="50"/>
                  </a:cubicBezTo>
                  <a:cubicBezTo>
                    <a:pt x="36" y="50"/>
                    <a:pt x="43" y="44"/>
                    <a:pt x="44" y="31"/>
                  </a:cubicBezTo>
                  <a:cubicBezTo>
                    <a:pt x="44" y="0"/>
                    <a:pt x="44" y="0"/>
                    <a:pt x="44" y="0"/>
                  </a:cubicBezTo>
                  <a:cubicBezTo>
                    <a:pt x="33" y="0"/>
                    <a:pt x="33" y="0"/>
                    <a:pt x="33" y="0"/>
                  </a:cubicBezTo>
                  <a:lnTo>
                    <a:pt x="33"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i$1iḓê"/>
            <p:cNvSpPr/>
            <p:nvPr/>
          </p:nvSpPr>
          <p:spPr bwMode="auto">
            <a:xfrm>
              <a:off x="6359253" y="3756463"/>
              <a:ext cx="148604" cy="162238"/>
            </a:xfrm>
            <a:custGeom>
              <a:avLst/>
              <a:gdLst>
                <a:gd name="T0" fmla="*/ 85 w 109"/>
                <a:gd name="T1" fmla="*/ 93 h 119"/>
                <a:gd name="T2" fmla="*/ 83 w 109"/>
                <a:gd name="T3" fmla="*/ 93 h 119"/>
                <a:gd name="T4" fmla="*/ 38 w 109"/>
                <a:gd name="T5" fmla="*/ 0 h 119"/>
                <a:gd name="T6" fmla="*/ 0 w 109"/>
                <a:gd name="T7" fmla="*/ 0 h 119"/>
                <a:gd name="T8" fmla="*/ 0 w 109"/>
                <a:gd name="T9" fmla="*/ 119 h 119"/>
                <a:gd name="T10" fmla="*/ 23 w 109"/>
                <a:gd name="T11" fmla="*/ 119 h 119"/>
                <a:gd name="T12" fmla="*/ 23 w 109"/>
                <a:gd name="T13" fmla="*/ 19 h 119"/>
                <a:gd name="T14" fmla="*/ 26 w 109"/>
                <a:gd name="T15" fmla="*/ 19 h 119"/>
                <a:gd name="T16" fmla="*/ 71 w 109"/>
                <a:gd name="T17" fmla="*/ 119 h 119"/>
                <a:gd name="T18" fmla="*/ 109 w 109"/>
                <a:gd name="T19" fmla="*/ 119 h 119"/>
                <a:gd name="T20" fmla="*/ 109 w 109"/>
                <a:gd name="T21" fmla="*/ 0 h 119"/>
                <a:gd name="T22" fmla="*/ 85 w 109"/>
                <a:gd name="T23" fmla="*/ 0 h 119"/>
                <a:gd name="T24" fmla="*/ 85 w 109"/>
                <a:gd name="T25" fmla="*/ 9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19">
                  <a:moveTo>
                    <a:pt x="85" y="93"/>
                  </a:moveTo>
                  <a:lnTo>
                    <a:pt x="83" y="93"/>
                  </a:lnTo>
                  <a:lnTo>
                    <a:pt x="38" y="0"/>
                  </a:lnTo>
                  <a:lnTo>
                    <a:pt x="0" y="0"/>
                  </a:lnTo>
                  <a:lnTo>
                    <a:pt x="0" y="119"/>
                  </a:lnTo>
                  <a:lnTo>
                    <a:pt x="23" y="119"/>
                  </a:lnTo>
                  <a:lnTo>
                    <a:pt x="23" y="19"/>
                  </a:lnTo>
                  <a:lnTo>
                    <a:pt x="26" y="19"/>
                  </a:lnTo>
                  <a:lnTo>
                    <a:pt x="71" y="119"/>
                  </a:lnTo>
                  <a:lnTo>
                    <a:pt x="109" y="119"/>
                  </a:lnTo>
                  <a:lnTo>
                    <a:pt x="109" y="0"/>
                  </a:lnTo>
                  <a:lnTo>
                    <a:pt x="85" y="0"/>
                  </a:lnTo>
                  <a:lnTo>
                    <a:pt x="85"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iṩḻïḍê"/>
            <p:cNvSpPr/>
            <p:nvPr/>
          </p:nvSpPr>
          <p:spPr bwMode="auto">
            <a:xfrm>
              <a:off x="6546030" y="3756463"/>
              <a:ext cx="35447" cy="16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 name="îSliḑè"/>
            <p:cNvSpPr/>
            <p:nvPr/>
          </p:nvSpPr>
          <p:spPr bwMode="auto">
            <a:xfrm>
              <a:off x="6610107" y="3756463"/>
              <a:ext cx="155421" cy="162238"/>
            </a:xfrm>
            <a:custGeom>
              <a:avLst/>
              <a:gdLst>
                <a:gd name="T0" fmla="*/ 59 w 114"/>
                <a:gd name="T1" fmla="*/ 93 h 119"/>
                <a:gd name="T2" fmla="*/ 57 w 114"/>
                <a:gd name="T3" fmla="*/ 93 h 119"/>
                <a:gd name="T4" fmla="*/ 26 w 114"/>
                <a:gd name="T5" fmla="*/ 0 h 119"/>
                <a:gd name="T6" fmla="*/ 0 w 114"/>
                <a:gd name="T7" fmla="*/ 0 h 119"/>
                <a:gd name="T8" fmla="*/ 43 w 114"/>
                <a:gd name="T9" fmla="*/ 119 h 119"/>
                <a:gd name="T10" fmla="*/ 71 w 114"/>
                <a:gd name="T11" fmla="*/ 119 h 119"/>
                <a:gd name="T12" fmla="*/ 114 w 114"/>
                <a:gd name="T13" fmla="*/ 0 h 119"/>
                <a:gd name="T14" fmla="*/ 90 w 114"/>
                <a:gd name="T15" fmla="*/ 0 h 119"/>
                <a:gd name="T16" fmla="*/ 59 w 114"/>
                <a:gd name="T17" fmla="*/ 9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119">
                  <a:moveTo>
                    <a:pt x="59" y="93"/>
                  </a:moveTo>
                  <a:lnTo>
                    <a:pt x="57" y="93"/>
                  </a:lnTo>
                  <a:lnTo>
                    <a:pt x="26" y="0"/>
                  </a:lnTo>
                  <a:lnTo>
                    <a:pt x="0" y="0"/>
                  </a:lnTo>
                  <a:lnTo>
                    <a:pt x="43" y="119"/>
                  </a:lnTo>
                  <a:lnTo>
                    <a:pt x="71" y="119"/>
                  </a:lnTo>
                  <a:lnTo>
                    <a:pt x="114" y="0"/>
                  </a:lnTo>
                  <a:lnTo>
                    <a:pt x="90" y="0"/>
                  </a:lnTo>
                  <a:lnTo>
                    <a:pt x="59"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1" name="ïṥļïde"/>
            <p:cNvSpPr/>
            <p:nvPr/>
          </p:nvSpPr>
          <p:spPr bwMode="auto">
            <a:xfrm>
              <a:off x="6794159" y="3756463"/>
              <a:ext cx="110431" cy="162238"/>
            </a:xfrm>
            <a:custGeom>
              <a:avLst/>
              <a:gdLst>
                <a:gd name="T0" fmla="*/ 26 w 81"/>
                <a:gd name="T1" fmla="*/ 66 h 119"/>
                <a:gd name="T2" fmla="*/ 76 w 81"/>
                <a:gd name="T3" fmla="*/ 66 h 119"/>
                <a:gd name="T4" fmla="*/ 76 w 81"/>
                <a:gd name="T5" fmla="*/ 47 h 119"/>
                <a:gd name="T6" fmla="*/ 26 w 81"/>
                <a:gd name="T7" fmla="*/ 47 h 119"/>
                <a:gd name="T8" fmla="*/ 26 w 81"/>
                <a:gd name="T9" fmla="*/ 19 h 119"/>
                <a:gd name="T10" fmla="*/ 78 w 81"/>
                <a:gd name="T11" fmla="*/ 19 h 119"/>
                <a:gd name="T12" fmla="*/ 78 w 81"/>
                <a:gd name="T13" fmla="*/ 0 h 119"/>
                <a:gd name="T14" fmla="*/ 0 w 81"/>
                <a:gd name="T15" fmla="*/ 0 h 119"/>
                <a:gd name="T16" fmla="*/ 0 w 81"/>
                <a:gd name="T17" fmla="*/ 119 h 119"/>
                <a:gd name="T18" fmla="*/ 81 w 81"/>
                <a:gd name="T19" fmla="*/ 119 h 119"/>
                <a:gd name="T20" fmla="*/ 81 w 81"/>
                <a:gd name="T21" fmla="*/ 97 h 119"/>
                <a:gd name="T22" fmla="*/ 26 w 81"/>
                <a:gd name="T23" fmla="*/ 97 h 119"/>
                <a:gd name="T24" fmla="*/ 26 w 81"/>
                <a:gd name="T25" fmla="*/ 6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119">
                  <a:moveTo>
                    <a:pt x="26" y="66"/>
                  </a:moveTo>
                  <a:lnTo>
                    <a:pt x="76" y="66"/>
                  </a:lnTo>
                  <a:lnTo>
                    <a:pt x="76" y="47"/>
                  </a:lnTo>
                  <a:lnTo>
                    <a:pt x="26" y="47"/>
                  </a:lnTo>
                  <a:lnTo>
                    <a:pt x="26" y="19"/>
                  </a:lnTo>
                  <a:lnTo>
                    <a:pt x="78" y="19"/>
                  </a:lnTo>
                  <a:lnTo>
                    <a:pt x="78" y="0"/>
                  </a:lnTo>
                  <a:lnTo>
                    <a:pt x="0" y="0"/>
                  </a:lnTo>
                  <a:lnTo>
                    <a:pt x="0" y="119"/>
                  </a:lnTo>
                  <a:lnTo>
                    <a:pt x="81" y="119"/>
                  </a:lnTo>
                  <a:lnTo>
                    <a:pt x="81" y="97"/>
                  </a:lnTo>
                  <a:lnTo>
                    <a:pt x="26" y="97"/>
                  </a:lnTo>
                  <a:lnTo>
                    <a:pt x="26" y="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2" name="ïś1ïďe"/>
            <p:cNvSpPr/>
            <p:nvPr/>
          </p:nvSpPr>
          <p:spPr bwMode="auto">
            <a:xfrm>
              <a:off x="6942763" y="3756463"/>
              <a:ext cx="129517" cy="162238"/>
            </a:xfrm>
            <a:custGeom>
              <a:avLst/>
              <a:gdLst>
                <a:gd name="T0" fmla="*/ 37 w 40"/>
                <a:gd name="T1" fmla="*/ 36 h 50"/>
                <a:gd name="T2" fmla="*/ 28 w 40"/>
                <a:gd name="T3" fmla="*/ 25 h 50"/>
                <a:gd name="T4" fmla="*/ 28 w 40"/>
                <a:gd name="T5" fmla="*/ 25 h 50"/>
                <a:gd name="T6" fmla="*/ 39 w 40"/>
                <a:gd name="T7" fmla="*/ 13 h 50"/>
                <a:gd name="T8" fmla="*/ 21 w 40"/>
                <a:gd name="T9" fmla="*/ 0 h 50"/>
                <a:gd name="T10" fmla="*/ 0 w 40"/>
                <a:gd name="T11" fmla="*/ 0 h 50"/>
                <a:gd name="T12" fmla="*/ 0 w 40"/>
                <a:gd name="T13" fmla="*/ 50 h 50"/>
                <a:gd name="T14" fmla="*/ 11 w 40"/>
                <a:gd name="T15" fmla="*/ 50 h 50"/>
                <a:gd name="T16" fmla="*/ 11 w 40"/>
                <a:gd name="T17" fmla="*/ 30 h 50"/>
                <a:gd name="T18" fmla="*/ 22 w 40"/>
                <a:gd name="T19" fmla="*/ 30 h 50"/>
                <a:gd name="T20" fmla="*/ 27 w 40"/>
                <a:gd name="T21" fmla="*/ 36 h 50"/>
                <a:gd name="T22" fmla="*/ 29 w 40"/>
                <a:gd name="T23" fmla="*/ 50 h 50"/>
                <a:gd name="T24" fmla="*/ 40 w 40"/>
                <a:gd name="T25" fmla="*/ 50 h 50"/>
                <a:gd name="T26" fmla="*/ 38 w 40"/>
                <a:gd name="T27" fmla="*/ 38 h 50"/>
                <a:gd name="T28" fmla="*/ 37 w 40"/>
                <a:gd name="T29" fmla="*/ 36 h 50"/>
                <a:gd name="T30" fmla="*/ 20 w 40"/>
                <a:gd name="T31" fmla="*/ 21 h 50"/>
                <a:gd name="T32" fmla="*/ 11 w 40"/>
                <a:gd name="T33" fmla="*/ 21 h 50"/>
                <a:gd name="T34" fmla="*/ 11 w 40"/>
                <a:gd name="T35" fmla="*/ 8 h 50"/>
                <a:gd name="T36" fmla="*/ 20 w 40"/>
                <a:gd name="T37" fmla="*/ 8 h 50"/>
                <a:gd name="T38" fmla="*/ 27 w 40"/>
                <a:gd name="T39" fmla="*/ 14 h 50"/>
                <a:gd name="T40" fmla="*/ 20 w 40"/>
                <a:gd name="T41"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0" h="50">
                  <a:moveTo>
                    <a:pt x="37" y="36"/>
                  </a:moveTo>
                  <a:cubicBezTo>
                    <a:pt x="37" y="29"/>
                    <a:pt x="34" y="25"/>
                    <a:pt x="28" y="25"/>
                  </a:cubicBezTo>
                  <a:cubicBezTo>
                    <a:pt x="28" y="25"/>
                    <a:pt x="28" y="25"/>
                    <a:pt x="28" y="25"/>
                  </a:cubicBezTo>
                  <a:cubicBezTo>
                    <a:pt x="35" y="23"/>
                    <a:pt x="39" y="19"/>
                    <a:pt x="39" y="13"/>
                  </a:cubicBezTo>
                  <a:cubicBezTo>
                    <a:pt x="39" y="4"/>
                    <a:pt x="33" y="0"/>
                    <a:pt x="21" y="0"/>
                  </a:cubicBezTo>
                  <a:cubicBezTo>
                    <a:pt x="0" y="0"/>
                    <a:pt x="0" y="0"/>
                    <a:pt x="0" y="0"/>
                  </a:cubicBezTo>
                  <a:cubicBezTo>
                    <a:pt x="0" y="50"/>
                    <a:pt x="0" y="50"/>
                    <a:pt x="0" y="50"/>
                  </a:cubicBezTo>
                  <a:cubicBezTo>
                    <a:pt x="11" y="50"/>
                    <a:pt x="11" y="50"/>
                    <a:pt x="11" y="50"/>
                  </a:cubicBezTo>
                  <a:cubicBezTo>
                    <a:pt x="11" y="30"/>
                    <a:pt x="11" y="30"/>
                    <a:pt x="11" y="30"/>
                  </a:cubicBezTo>
                  <a:cubicBezTo>
                    <a:pt x="22" y="30"/>
                    <a:pt x="22" y="30"/>
                    <a:pt x="22" y="30"/>
                  </a:cubicBezTo>
                  <a:cubicBezTo>
                    <a:pt x="25" y="30"/>
                    <a:pt x="26" y="32"/>
                    <a:pt x="27" y="36"/>
                  </a:cubicBezTo>
                  <a:cubicBezTo>
                    <a:pt x="27" y="41"/>
                    <a:pt x="28" y="46"/>
                    <a:pt x="29" y="50"/>
                  </a:cubicBezTo>
                  <a:cubicBezTo>
                    <a:pt x="40" y="50"/>
                    <a:pt x="40" y="50"/>
                    <a:pt x="40" y="50"/>
                  </a:cubicBezTo>
                  <a:cubicBezTo>
                    <a:pt x="39" y="48"/>
                    <a:pt x="38" y="44"/>
                    <a:pt x="38" y="38"/>
                  </a:cubicBezTo>
                  <a:cubicBezTo>
                    <a:pt x="38" y="38"/>
                    <a:pt x="38" y="37"/>
                    <a:pt x="37" y="36"/>
                  </a:cubicBezTo>
                  <a:close/>
                  <a:moveTo>
                    <a:pt x="20" y="21"/>
                  </a:moveTo>
                  <a:cubicBezTo>
                    <a:pt x="11" y="21"/>
                    <a:pt x="11" y="21"/>
                    <a:pt x="11" y="21"/>
                  </a:cubicBezTo>
                  <a:cubicBezTo>
                    <a:pt x="11" y="8"/>
                    <a:pt x="11" y="8"/>
                    <a:pt x="11" y="8"/>
                  </a:cubicBezTo>
                  <a:cubicBezTo>
                    <a:pt x="20" y="8"/>
                    <a:pt x="20" y="8"/>
                    <a:pt x="20" y="8"/>
                  </a:cubicBezTo>
                  <a:cubicBezTo>
                    <a:pt x="25" y="8"/>
                    <a:pt x="27" y="10"/>
                    <a:pt x="27" y="14"/>
                  </a:cubicBezTo>
                  <a:cubicBezTo>
                    <a:pt x="27" y="19"/>
                    <a:pt x="25" y="21"/>
                    <a:pt x="20"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3" name="íṣľïďê"/>
            <p:cNvSpPr/>
            <p:nvPr/>
          </p:nvSpPr>
          <p:spPr bwMode="auto">
            <a:xfrm>
              <a:off x="7098184" y="3753737"/>
              <a:ext cx="132244" cy="164964"/>
            </a:xfrm>
            <a:custGeom>
              <a:avLst/>
              <a:gdLst>
                <a:gd name="T0" fmla="*/ 24 w 41"/>
                <a:gd name="T1" fmla="*/ 21 h 51"/>
                <a:gd name="T2" fmla="*/ 22 w 41"/>
                <a:gd name="T3" fmla="*/ 21 h 51"/>
                <a:gd name="T4" fmla="*/ 13 w 41"/>
                <a:gd name="T5" fmla="*/ 14 h 51"/>
                <a:gd name="T6" fmla="*/ 21 w 41"/>
                <a:gd name="T7" fmla="*/ 7 h 51"/>
                <a:gd name="T8" fmla="*/ 29 w 41"/>
                <a:gd name="T9" fmla="*/ 15 h 51"/>
                <a:gd name="T10" fmla="*/ 40 w 41"/>
                <a:gd name="T11" fmla="*/ 15 h 51"/>
                <a:gd name="T12" fmla="*/ 23 w 41"/>
                <a:gd name="T13" fmla="*/ 0 h 51"/>
                <a:gd name="T14" fmla="*/ 2 w 41"/>
                <a:gd name="T15" fmla="*/ 16 h 51"/>
                <a:gd name="T16" fmla="*/ 18 w 41"/>
                <a:gd name="T17" fmla="*/ 30 h 51"/>
                <a:gd name="T18" fmla="*/ 20 w 41"/>
                <a:gd name="T19" fmla="*/ 30 h 51"/>
                <a:gd name="T20" fmla="*/ 30 w 41"/>
                <a:gd name="T21" fmla="*/ 38 h 51"/>
                <a:gd name="T22" fmla="*/ 20 w 41"/>
                <a:gd name="T23" fmla="*/ 44 h 51"/>
                <a:gd name="T24" fmla="*/ 11 w 41"/>
                <a:gd name="T25" fmla="*/ 35 h 51"/>
                <a:gd name="T26" fmla="*/ 0 w 41"/>
                <a:gd name="T27" fmla="*/ 35 h 51"/>
                <a:gd name="T28" fmla="*/ 20 w 41"/>
                <a:gd name="T29" fmla="*/ 51 h 51"/>
                <a:gd name="T30" fmla="*/ 41 w 41"/>
                <a:gd name="T31" fmla="*/ 35 h 51"/>
                <a:gd name="T32" fmla="*/ 24 w 41"/>
                <a:gd name="T33"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1" h="51">
                  <a:moveTo>
                    <a:pt x="24" y="21"/>
                  </a:moveTo>
                  <a:cubicBezTo>
                    <a:pt x="23" y="21"/>
                    <a:pt x="22" y="21"/>
                    <a:pt x="22" y="21"/>
                  </a:cubicBezTo>
                  <a:cubicBezTo>
                    <a:pt x="16" y="20"/>
                    <a:pt x="13" y="18"/>
                    <a:pt x="13" y="14"/>
                  </a:cubicBezTo>
                  <a:cubicBezTo>
                    <a:pt x="13" y="10"/>
                    <a:pt x="16" y="8"/>
                    <a:pt x="21" y="7"/>
                  </a:cubicBezTo>
                  <a:cubicBezTo>
                    <a:pt x="26" y="7"/>
                    <a:pt x="29" y="10"/>
                    <a:pt x="29" y="15"/>
                  </a:cubicBezTo>
                  <a:cubicBezTo>
                    <a:pt x="40" y="15"/>
                    <a:pt x="40" y="15"/>
                    <a:pt x="40" y="15"/>
                  </a:cubicBezTo>
                  <a:cubicBezTo>
                    <a:pt x="39" y="5"/>
                    <a:pt x="33" y="0"/>
                    <a:pt x="23" y="0"/>
                  </a:cubicBezTo>
                  <a:cubicBezTo>
                    <a:pt x="9" y="0"/>
                    <a:pt x="2" y="6"/>
                    <a:pt x="2" y="16"/>
                  </a:cubicBezTo>
                  <a:cubicBezTo>
                    <a:pt x="2" y="23"/>
                    <a:pt x="7" y="27"/>
                    <a:pt x="18" y="30"/>
                  </a:cubicBezTo>
                  <a:cubicBezTo>
                    <a:pt x="19" y="30"/>
                    <a:pt x="19" y="30"/>
                    <a:pt x="20" y="30"/>
                  </a:cubicBezTo>
                  <a:cubicBezTo>
                    <a:pt x="26" y="32"/>
                    <a:pt x="30" y="34"/>
                    <a:pt x="30" y="38"/>
                  </a:cubicBezTo>
                  <a:cubicBezTo>
                    <a:pt x="29" y="42"/>
                    <a:pt x="26" y="44"/>
                    <a:pt x="20" y="44"/>
                  </a:cubicBezTo>
                  <a:cubicBezTo>
                    <a:pt x="14" y="44"/>
                    <a:pt x="11" y="41"/>
                    <a:pt x="11" y="35"/>
                  </a:cubicBezTo>
                  <a:cubicBezTo>
                    <a:pt x="0" y="35"/>
                    <a:pt x="0" y="35"/>
                    <a:pt x="0" y="35"/>
                  </a:cubicBezTo>
                  <a:cubicBezTo>
                    <a:pt x="0" y="46"/>
                    <a:pt x="7" y="51"/>
                    <a:pt x="20" y="51"/>
                  </a:cubicBezTo>
                  <a:cubicBezTo>
                    <a:pt x="34" y="51"/>
                    <a:pt x="41" y="46"/>
                    <a:pt x="41" y="35"/>
                  </a:cubicBezTo>
                  <a:cubicBezTo>
                    <a:pt x="41" y="28"/>
                    <a:pt x="35" y="24"/>
                    <a:pt x="24"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4" name="îsļïḋé"/>
            <p:cNvSpPr/>
            <p:nvPr/>
          </p:nvSpPr>
          <p:spPr bwMode="auto">
            <a:xfrm>
              <a:off x="7265875" y="3756463"/>
              <a:ext cx="35447" cy="16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 name="işliḋé"/>
            <p:cNvSpPr/>
            <p:nvPr/>
          </p:nvSpPr>
          <p:spPr bwMode="auto">
            <a:xfrm>
              <a:off x="7329952" y="3756463"/>
              <a:ext cx="132244" cy="162238"/>
            </a:xfrm>
            <a:custGeom>
              <a:avLst/>
              <a:gdLst>
                <a:gd name="T0" fmla="*/ 0 w 97"/>
                <a:gd name="T1" fmla="*/ 19 h 119"/>
                <a:gd name="T2" fmla="*/ 35 w 97"/>
                <a:gd name="T3" fmla="*/ 19 h 119"/>
                <a:gd name="T4" fmla="*/ 35 w 97"/>
                <a:gd name="T5" fmla="*/ 119 h 119"/>
                <a:gd name="T6" fmla="*/ 61 w 97"/>
                <a:gd name="T7" fmla="*/ 119 h 119"/>
                <a:gd name="T8" fmla="*/ 61 w 97"/>
                <a:gd name="T9" fmla="*/ 19 h 119"/>
                <a:gd name="T10" fmla="*/ 97 w 97"/>
                <a:gd name="T11" fmla="*/ 19 h 119"/>
                <a:gd name="T12" fmla="*/ 97 w 97"/>
                <a:gd name="T13" fmla="*/ 0 h 119"/>
                <a:gd name="T14" fmla="*/ 0 w 97"/>
                <a:gd name="T15" fmla="*/ 0 h 119"/>
                <a:gd name="T16" fmla="*/ 0 w 97"/>
                <a:gd name="T17" fmla="*/ 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119">
                  <a:moveTo>
                    <a:pt x="0" y="19"/>
                  </a:moveTo>
                  <a:lnTo>
                    <a:pt x="35" y="19"/>
                  </a:lnTo>
                  <a:lnTo>
                    <a:pt x="35" y="119"/>
                  </a:lnTo>
                  <a:lnTo>
                    <a:pt x="61" y="119"/>
                  </a:lnTo>
                  <a:lnTo>
                    <a:pt x="61" y="19"/>
                  </a:lnTo>
                  <a:lnTo>
                    <a:pt x="97" y="19"/>
                  </a:lnTo>
                  <a:lnTo>
                    <a:pt x="97" y="0"/>
                  </a:lnTo>
                  <a:lnTo>
                    <a:pt x="0" y="0"/>
                  </a:lnTo>
                  <a:lnTo>
                    <a:pt x="0"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6" name="íślíḑè"/>
            <p:cNvSpPr/>
            <p:nvPr/>
          </p:nvSpPr>
          <p:spPr bwMode="auto">
            <a:xfrm>
              <a:off x="7478556" y="3756463"/>
              <a:ext cx="144514" cy="162238"/>
            </a:xfrm>
            <a:custGeom>
              <a:avLst/>
              <a:gdLst>
                <a:gd name="T0" fmla="*/ 54 w 106"/>
                <a:gd name="T1" fmla="*/ 55 h 119"/>
                <a:gd name="T2" fmla="*/ 30 w 106"/>
                <a:gd name="T3" fmla="*/ 0 h 119"/>
                <a:gd name="T4" fmla="*/ 0 w 106"/>
                <a:gd name="T5" fmla="*/ 0 h 119"/>
                <a:gd name="T6" fmla="*/ 40 w 106"/>
                <a:gd name="T7" fmla="*/ 81 h 119"/>
                <a:gd name="T8" fmla="*/ 40 w 106"/>
                <a:gd name="T9" fmla="*/ 119 h 119"/>
                <a:gd name="T10" fmla="*/ 66 w 106"/>
                <a:gd name="T11" fmla="*/ 119 h 119"/>
                <a:gd name="T12" fmla="*/ 66 w 106"/>
                <a:gd name="T13" fmla="*/ 81 h 119"/>
                <a:gd name="T14" fmla="*/ 106 w 106"/>
                <a:gd name="T15" fmla="*/ 0 h 119"/>
                <a:gd name="T16" fmla="*/ 80 w 106"/>
                <a:gd name="T17" fmla="*/ 0 h 119"/>
                <a:gd name="T18" fmla="*/ 54 w 106"/>
                <a:gd name="T19" fmla="*/ 5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19">
                  <a:moveTo>
                    <a:pt x="54" y="55"/>
                  </a:moveTo>
                  <a:lnTo>
                    <a:pt x="30" y="0"/>
                  </a:lnTo>
                  <a:lnTo>
                    <a:pt x="0" y="0"/>
                  </a:lnTo>
                  <a:lnTo>
                    <a:pt x="40" y="81"/>
                  </a:lnTo>
                  <a:lnTo>
                    <a:pt x="40" y="119"/>
                  </a:lnTo>
                  <a:lnTo>
                    <a:pt x="66" y="119"/>
                  </a:lnTo>
                  <a:lnTo>
                    <a:pt x="66" y="81"/>
                  </a:lnTo>
                  <a:lnTo>
                    <a:pt x="106" y="0"/>
                  </a:lnTo>
                  <a:lnTo>
                    <a:pt x="80" y="0"/>
                  </a:lnTo>
                  <a:lnTo>
                    <a:pt x="54" y="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7" name="ïś1ïḋè"/>
            <p:cNvSpPr/>
            <p:nvPr/>
          </p:nvSpPr>
          <p:spPr bwMode="auto">
            <a:xfrm>
              <a:off x="7698054" y="3753737"/>
              <a:ext cx="154058" cy="164964"/>
            </a:xfrm>
            <a:custGeom>
              <a:avLst/>
              <a:gdLst>
                <a:gd name="T0" fmla="*/ 24 w 48"/>
                <a:gd name="T1" fmla="*/ 0 h 51"/>
                <a:gd name="T2" fmla="*/ 0 w 48"/>
                <a:gd name="T3" fmla="*/ 26 h 51"/>
                <a:gd name="T4" fmla="*/ 24 w 48"/>
                <a:gd name="T5" fmla="*/ 51 h 51"/>
                <a:gd name="T6" fmla="*/ 48 w 48"/>
                <a:gd name="T7" fmla="*/ 26 h 51"/>
                <a:gd name="T8" fmla="*/ 24 w 48"/>
                <a:gd name="T9" fmla="*/ 0 h 51"/>
                <a:gd name="T10" fmla="*/ 24 w 48"/>
                <a:gd name="T11" fmla="*/ 44 h 51"/>
                <a:gd name="T12" fmla="*/ 11 w 48"/>
                <a:gd name="T13" fmla="*/ 26 h 51"/>
                <a:gd name="T14" fmla="*/ 24 w 48"/>
                <a:gd name="T15" fmla="*/ 7 h 51"/>
                <a:gd name="T16" fmla="*/ 36 w 48"/>
                <a:gd name="T17" fmla="*/ 26 h 51"/>
                <a:gd name="T18" fmla="*/ 24 w 48"/>
                <a:gd name="T19"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51">
                  <a:moveTo>
                    <a:pt x="24" y="0"/>
                  </a:moveTo>
                  <a:cubicBezTo>
                    <a:pt x="8" y="0"/>
                    <a:pt x="0" y="9"/>
                    <a:pt x="0" y="26"/>
                  </a:cubicBezTo>
                  <a:cubicBezTo>
                    <a:pt x="0" y="43"/>
                    <a:pt x="8" y="51"/>
                    <a:pt x="24" y="51"/>
                  </a:cubicBezTo>
                  <a:cubicBezTo>
                    <a:pt x="39" y="51"/>
                    <a:pt x="47" y="43"/>
                    <a:pt x="48" y="26"/>
                  </a:cubicBezTo>
                  <a:cubicBezTo>
                    <a:pt x="47" y="9"/>
                    <a:pt x="39" y="0"/>
                    <a:pt x="24" y="0"/>
                  </a:cubicBezTo>
                  <a:close/>
                  <a:moveTo>
                    <a:pt x="24" y="44"/>
                  </a:moveTo>
                  <a:cubicBezTo>
                    <a:pt x="15" y="44"/>
                    <a:pt x="11" y="38"/>
                    <a:pt x="11" y="26"/>
                  </a:cubicBezTo>
                  <a:cubicBezTo>
                    <a:pt x="11" y="14"/>
                    <a:pt x="15" y="7"/>
                    <a:pt x="24" y="7"/>
                  </a:cubicBezTo>
                  <a:cubicBezTo>
                    <a:pt x="32" y="7"/>
                    <a:pt x="36" y="14"/>
                    <a:pt x="36" y="26"/>
                  </a:cubicBezTo>
                  <a:cubicBezTo>
                    <a:pt x="36" y="38"/>
                    <a:pt x="32" y="44"/>
                    <a:pt x="24"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8" name="îsļïḍê"/>
            <p:cNvSpPr/>
            <p:nvPr/>
          </p:nvSpPr>
          <p:spPr bwMode="auto">
            <a:xfrm>
              <a:off x="7887558" y="3756463"/>
              <a:ext cx="106341" cy="162238"/>
            </a:xfrm>
            <a:custGeom>
              <a:avLst/>
              <a:gdLst>
                <a:gd name="T0" fmla="*/ 0 w 78"/>
                <a:gd name="T1" fmla="*/ 119 h 119"/>
                <a:gd name="T2" fmla="*/ 26 w 78"/>
                <a:gd name="T3" fmla="*/ 119 h 119"/>
                <a:gd name="T4" fmla="*/ 26 w 78"/>
                <a:gd name="T5" fmla="*/ 66 h 119"/>
                <a:gd name="T6" fmla="*/ 73 w 78"/>
                <a:gd name="T7" fmla="*/ 66 h 119"/>
                <a:gd name="T8" fmla="*/ 73 w 78"/>
                <a:gd name="T9" fmla="*/ 47 h 119"/>
                <a:gd name="T10" fmla="*/ 26 w 78"/>
                <a:gd name="T11" fmla="*/ 47 h 119"/>
                <a:gd name="T12" fmla="*/ 26 w 78"/>
                <a:gd name="T13" fmla="*/ 19 h 119"/>
                <a:gd name="T14" fmla="*/ 78 w 78"/>
                <a:gd name="T15" fmla="*/ 19 h 119"/>
                <a:gd name="T16" fmla="*/ 78 w 78"/>
                <a:gd name="T17" fmla="*/ 0 h 119"/>
                <a:gd name="T18" fmla="*/ 0 w 78"/>
                <a:gd name="T19" fmla="*/ 0 h 119"/>
                <a:gd name="T20" fmla="*/ 0 w 7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119">
                  <a:moveTo>
                    <a:pt x="0" y="119"/>
                  </a:moveTo>
                  <a:lnTo>
                    <a:pt x="26" y="119"/>
                  </a:lnTo>
                  <a:lnTo>
                    <a:pt x="26" y="66"/>
                  </a:lnTo>
                  <a:lnTo>
                    <a:pt x="73" y="66"/>
                  </a:lnTo>
                  <a:lnTo>
                    <a:pt x="73" y="47"/>
                  </a:lnTo>
                  <a:lnTo>
                    <a:pt x="26" y="47"/>
                  </a:lnTo>
                  <a:lnTo>
                    <a:pt x="26" y="19"/>
                  </a:lnTo>
                  <a:lnTo>
                    <a:pt x="78" y="19"/>
                  </a:lnTo>
                  <a:lnTo>
                    <a:pt x="78" y="0"/>
                  </a:lnTo>
                  <a:lnTo>
                    <a:pt x="0" y="0"/>
                  </a:lnTo>
                  <a:lnTo>
                    <a:pt x="0" y="1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9" name="íṣlíḑé"/>
            <p:cNvSpPr/>
            <p:nvPr/>
          </p:nvSpPr>
          <p:spPr bwMode="auto">
            <a:xfrm>
              <a:off x="8068883" y="3753737"/>
              <a:ext cx="134971" cy="164964"/>
            </a:xfrm>
            <a:custGeom>
              <a:avLst/>
              <a:gdLst>
                <a:gd name="T0" fmla="*/ 21 w 42"/>
                <a:gd name="T1" fmla="*/ 7 h 51"/>
                <a:gd name="T2" fmla="*/ 31 w 42"/>
                <a:gd name="T3" fmla="*/ 17 h 51"/>
                <a:gd name="T4" fmla="*/ 42 w 42"/>
                <a:gd name="T5" fmla="*/ 17 h 51"/>
                <a:gd name="T6" fmla="*/ 21 w 42"/>
                <a:gd name="T7" fmla="*/ 0 h 51"/>
                <a:gd name="T8" fmla="*/ 0 w 42"/>
                <a:gd name="T9" fmla="*/ 26 h 51"/>
                <a:gd name="T10" fmla="*/ 21 w 42"/>
                <a:gd name="T11" fmla="*/ 51 h 51"/>
                <a:gd name="T12" fmla="*/ 42 w 42"/>
                <a:gd name="T13" fmla="*/ 35 h 51"/>
                <a:gd name="T14" fmla="*/ 31 w 42"/>
                <a:gd name="T15" fmla="*/ 35 h 51"/>
                <a:gd name="T16" fmla="*/ 21 w 42"/>
                <a:gd name="T17" fmla="*/ 44 h 51"/>
                <a:gd name="T18" fmla="*/ 11 w 42"/>
                <a:gd name="T19" fmla="*/ 26 h 51"/>
                <a:gd name="T20" fmla="*/ 21 w 42"/>
                <a:gd name="T21"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1">
                  <a:moveTo>
                    <a:pt x="21" y="7"/>
                  </a:moveTo>
                  <a:cubicBezTo>
                    <a:pt x="27" y="8"/>
                    <a:pt x="30" y="11"/>
                    <a:pt x="31" y="17"/>
                  </a:cubicBezTo>
                  <a:cubicBezTo>
                    <a:pt x="42" y="17"/>
                    <a:pt x="42" y="17"/>
                    <a:pt x="42" y="17"/>
                  </a:cubicBezTo>
                  <a:cubicBezTo>
                    <a:pt x="41" y="6"/>
                    <a:pt x="34" y="0"/>
                    <a:pt x="21" y="0"/>
                  </a:cubicBezTo>
                  <a:cubicBezTo>
                    <a:pt x="7" y="0"/>
                    <a:pt x="0" y="9"/>
                    <a:pt x="0" y="26"/>
                  </a:cubicBezTo>
                  <a:cubicBezTo>
                    <a:pt x="0" y="43"/>
                    <a:pt x="7" y="51"/>
                    <a:pt x="21" y="51"/>
                  </a:cubicBezTo>
                  <a:cubicBezTo>
                    <a:pt x="34" y="51"/>
                    <a:pt x="41" y="46"/>
                    <a:pt x="42" y="35"/>
                  </a:cubicBezTo>
                  <a:cubicBezTo>
                    <a:pt x="31" y="35"/>
                    <a:pt x="31" y="35"/>
                    <a:pt x="31" y="35"/>
                  </a:cubicBezTo>
                  <a:cubicBezTo>
                    <a:pt x="30" y="41"/>
                    <a:pt x="27" y="44"/>
                    <a:pt x="21" y="44"/>
                  </a:cubicBezTo>
                  <a:cubicBezTo>
                    <a:pt x="15" y="44"/>
                    <a:pt x="12" y="38"/>
                    <a:pt x="11" y="26"/>
                  </a:cubicBezTo>
                  <a:cubicBezTo>
                    <a:pt x="12" y="14"/>
                    <a:pt x="15" y="8"/>
                    <a:pt x="2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0" name="ïSlïḓe"/>
            <p:cNvSpPr/>
            <p:nvPr/>
          </p:nvSpPr>
          <p:spPr bwMode="auto">
            <a:xfrm>
              <a:off x="8236574" y="3756463"/>
              <a:ext cx="132244" cy="162238"/>
            </a:xfrm>
            <a:custGeom>
              <a:avLst/>
              <a:gdLst>
                <a:gd name="T0" fmla="*/ 71 w 97"/>
                <a:gd name="T1" fmla="*/ 45 h 119"/>
                <a:gd name="T2" fmla="*/ 26 w 97"/>
                <a:gd name="T3" fmla="*/ 45 h 119"/>
                <a:gd name="T4" fmla="*/ 26 w 97"/>
                <a:gd name="T5" fmla="*/ 0 h 119"/>
                <a:gd name="T6" fmla="*/ 0 w 97"/>
                <a:gd name="T7" fmla="*/ 0 h 119"/>
                <a:gd name="T8" fmla="*/ 0 w 97"/>
                <a:gd name="T9" fmla="*/ 119 h 119"/>
                <a:gd name="T10" fmla="*/ 26 w 97"/>
                <a:gd name="T11" fmla="*/ 119 h 119"/>
                <a:gd name="T12" fmla="*/ 26 w 97"/>
                <a:gd name="T13" fmla="*/ 66 h 119"/>
                <a:gd name="T14" fmla="*/ 71 w 97"/>
                <a:gd name="T15" fmla="*/ 66 h 119"/>
                <a:gd name="T16" fmla="*/ 71 w 97"/>
                <a:gd name="T17" fmla="*/ 119 h 119"/>
                <a:gd name="T18" fmla="*/ 97 w 97"/>
                <a:gd name="T19" fmla="*/ 119 h 119"/>
                <a:gd name="T20" fmla="*/ 97 w 97"/>
                <a:gd name="T21" fmla="*/ 0 h 119"/>
                <a:gd name="T22" fmla="*/ 71 w 97"/>
                <a:gd name="T23" fmla="*/ 0 h 119"/>
                <a:gd name="T24" fmla="*/ 71 w 97"/>
                <a:gd name="T25" fmla="*/ 4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19">
                  <a:moveTo>
                    <a:pt x="71" y="45"/>
                  </a:moveTo>
                  <a:lnTo>
                    <a:pt x="26" y="45"/>
                  </a:lnTo>
                  <a:lnTo>
                    <a:pt x="26" y="0"/>
                  </a:lnTo>
                  <a:lnTo>
                    <a:pt x="0" y="0"/>
                  </a:lnTo>
                  <a:lnTo>
                    <a:pt x="0" y="119"/>
                  </a:lnTo>
                  <a:lnTo>
                    <a:pt x="26" y="119"/>
                  </a:lnTo>
                  <a:lnTo>
                    <a:pt x="26" y="66"/>
                  </a:lnTo>
                  <a:lnTo>
                    <a:pt x="71" y="66"/>
                  </a:lnTo>
                  <a:lnTo>
                    <a:pt x="71" y="119"/>
                  </a:lnTo>
                  <a:lnTo>
                    <a:pt x="97" y="119"/>
                  </a:lnTo>
                  <a:lnTo>
                    <a:pt x="97" y="0"/>
                  </a:lnTo>
                  <a:lnTo>
                    <a:pt x="71" y="0"/>
                  </a:lnTo>
                  <a:lnTo>
                    <a:pt x="71"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1" name="ïŝ1îḓé"/>
            <p:cNvSpPr/>
            <p:nvPr/>
          </p:nvSpPr>
          <p:spPr bwMode="auto">
            <a:xfrm>
              <a:off x="8409718" y="3756463"/>
              <a:ext cx="32720" cy="16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2" name="ïš1idé"/>
            <p:cNvSpPr/>
            <p:nvPr/>
          </p:nvSpPr>
          <p:spPr bwMode="auto">
            <a:xfrm>
              <a:off x="8484702" y="3756463"/>
              <a:ext cx="144514" cy="162238"/>
            </a:xfrm>
            <a:custGeom>
              <a:avLst/>
              <a:gdLst>
                <a:gd name="T0" fmla="*/ 83 w 106"/>
                <a:gd name="T1" fmla="*/ 93 h 119"/>
                <a:gd name="T2" fmla="*/ 83 w 106"/>
                <a:gd name="T3" fmla="*/ 93 h 119"/>
                <a:gd name="T4" fmla="*/ 38 w 106"/>
                <a:gd name="T5" fmla="*/ 0 h 119"/>
                <a:gd name="T6" fmla="*/ 0 w 106"/>
                <a:gd name="T7" fmla="*/ 0 h 119"/>
                <a:gd name="T8" fmla="*/ 0 w 106"/>
                <a:gd name="T9" fmla="*/ 119 h 119"/>
                <a:gd name="T10" fmla="*/ 23 w 106"/>
                <a:gd name="T11" fmla="*/ 119 h 119"/>
                <a:gd name="T12" fmla="*/ 23 w 106"/>
                <a:gd name="T13" fmla="*/ 19 h 119"/>
                <a:gd name="T14" fmla="*/ 23 w 106"/>
                <a:gd name="T15" fmla="*/ 19 h 119"/>
                <a:gd name="T16" fmla="*/ 71 w 106"/>
                <a:gd name="T17" fmla="*/ 119 h 119"/>
                <a:gd name="T18" fmla="*/ 106 w 106"/>
                <a:gd name="T19" fmla="*/ 119 h 119"/>
                <a:gd name="T20" fmla="*/ 106 w 106"/>
                <a:gd name="T21" fmla="*/ 0 h 119"/>
                <a:gd name="T22" fmla="*/ 83 w 106"/>
                <a:gd name="T23" fmla="*/ 0 h 119"/>
                <a:gd name="T24" fmla="*/ 83 w 106"/>
                <a:gd name="T25" fmla="*/ 93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9">
                  <a:moveTo>
                    <a:pt x="83" y="93"/>
                  </a:moveTo>
                  <a:lnTo>
                    <a:pt x="83" y="93"/>
                  </a:lnTo>
                  <a:lnTo>
                    <a:pt x="38" y="0"/>
                  </a:lnTo>
                  <a:lnTo>
                    <a:pt x="0" y="0"/>
                  </a:lnTo>
                  <a:lnTo>
                    <a:pt x="0" y="119"/>
                  </a:lnTo>
                  <a:lnTo>
                    <a:pt x="23" y="119"/>
                  </a:lnTo>
                  <a:lnTo>
                    <a:pt x="23" y="19"/>
                  </a:lnTo>
                  <a:lnTo>
                    <a:pt x="23" y="19"/>
                  </a:lnTo>
                  <a:lnTo>
                    <a:pt x="71" y="119"/>
                  </a:lnTo>
                  <a:lnTo>
                    <a:pt x="106" y="119"/>
                  </a:lnTo>
                  <a:lnTo>
                    <a:pt x="106" y="0"/>
                  </a:lnTo>
                  <a:lnTo>
                    <a:pt x="83" y="0"/>
                  </a:lnTo>
                  <a:lnTo>
                    <a:pt x="83"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3" name="îṣḻide"/>
            <p:cNvSpPr/>
            <p:nvPr/>
          </p:nvSpPr>
          <p:spPr bwMode="auto">
            <a:xfrm>
              <a:off x="8657846" y="3756463"/>
              <a:ext cx="158148" cy="162238"/>
            </a:xfrm>
            <a:custGeom>
              <a:avLst/>
              <a:gdLst>
                <a:gd name="T0" fmla="*/ 74 w 116"/>
                <a:gd name="T1" fmla="*/ 0 h 119"/>
                <a:gd name="T2" fmla="*/ 43 w 116"/>
                <a:gd name="T3" fmla="*/ 0 h 119"/>
                <a:gd name="T4" fmla="*/ 0 w 116"/>
                <a:gd name="T5" fmla="*/ 119 h 119"/>
                <a:gd name="T6" fmla="*/ 24 w 116"/>
                <a:gd name="T7" fmla="*/ 119 h 119"/>
                <a:gd name="T8" fmla="*/ 34 w 116"/>
                <a:gd name="T9" fmla="*/ 93 h 119"/>
                <a:gd name="T10" fmla="*/ 81 w 116"/>
                <a:gd name="T11" fmla="*/ 93 h 119"/>
                <a:gd name="T12" fmla="*/ 90 w 116"/>
                <a:gd name="T13" fmla="*/ 119 h 119"/>
                <a:gd name="T14" fmla="*/ 116 w 116"/>
                <a:gd name="T15" fmla="*/ 119 h 119"/>
                <a:gd name="T16" fmla="*/ 74 w 116"/>
                <a:gd name="T17" fmla="*/ 0 h 119"/>
                <a:gd name="T18" fmla="*/ 41 w 116"/>
                <a:gd name="T19" fmla="*/ 74 h 119"/>
                <a:gd name="T20" fmla="*/ 57 w 116"/>
                <a:gd name="T21" fmla="*/ 21 h 119"/>
                <a:gd name="T22" fmla="*/ 60 w 116"/>
                <a:gd name="T23" fmla="*/ 21 h 119"/>
                <a:gd name="T24" fmla="*/ 74 w 116"/>
                <a:gd name="T25" fmla="*/ 74 h 119"/>
                <a:gd name="T26" fmla="*/ 41 w 116"/>
                <a:gd name="T27" fmla="*/ 7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119">
                  <a:moveTo>
                    <a:pt x="74" y="0"/>
                  </a:moveTo>
                  <a:lnTo>
                    <a:pt x="43" y="0"/>
                  </a:lnTo>
                  <a:lnTo>
                    <a:pt x="0" y="119"/>
                  </a:lnTo>
                  <a:lnTo>
                    <a:pt x="24" y="119"/>
                  </a:lnTo>
                  <a:lnTo>
                    <a:pt x="34" y="93"/>
                  </a:lnTo>
                  <a:lnTo>
                    <a:pt x="81" y="93"/>
                  </a:lnTo>
                  <a:lnTo>
                    <a:pt x="90" y="119"/>
                  </a:lnTo>
                  <a:lnTo>
                    <a:pt x="116" y="119"/>
                  </a:lnTo>
                  <a:lnTo>
                    <a:pt x="74" y="0"/>
                  </a:lnTo>
                  <a:close/>
                  <a:moveTo>
                    <a:pt x="41" y="74"/>
                  </a:moveTo>
                  <a:lnTo>
                    <a:pt x="57" y="21"/>
                  </a:lnTo>
                  <a:lnTo>
                    <a:pt x="60" y="21"/>
                  </a:lnTo>
                  <a:lnTo>
                    <a:pt x="74" y="74"/>
                  </a:lnTo>
                  <a:lnTo>
                    <a:pt x="41" y="7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sp>
        <p:nvSpPr>
          <p:cNvPr id="54" name="椭圆 53"/>
          <p:cNvSpPr/>
          <p:nvPr userDrawn="1"/>
        </p:nvSpPr>
        <p:spPr>
          <a:xfrm>
            <a:off x="307394" y="147389"/>
            <a:ext cx="594613" cy="594613"/>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660400" y="-1"/>
            <a:ext cx="10858500" cy="817564"/>
          </a:xfrm>
          <a:prstGeom prst="rect">
            <a:avLst/>
          </a:prstGeom>
        </p:spPr>
        <p:txBody>
          <a:bodyPr vert="horz" lIns="0" tIns="45720" rIns="91440" bIns="45720" rtlCol="0" anchor="b" anchorCtr="0">
            <a:normAutofit/>
          </a:bodyPr>
          <a:lstStyle/>
          <a:p>
            <a:r>
              <a:rPr lang="en-US" altLang="zh-CN" dirty="0"/>
              <a:t>Click to edit Master title style</a:t>
            </a:r>
            <a:endParaRPr lang="zh-CN" altLang="en-US" dirty="0"/>
          </a:p>
        </p:txBody>
      </p:sp>
      <p:sp>
        <p:nvSpPr>
          <p:cNvPr id="4" name="日期占位符 3"/>
          <p:cNvSpPr>
            <a:spLocks noGrp="1"/>
          </p:cNvSpPr>
          <p:nvPr>
            <p:ph type="dt" sz="half" idx="2"/>
          </p:nvPr>
        </p:nvSpPr>
        <p:spPr>
          <a:xfrm>
            <a:off x="660400" y="6581524"/>
            <a:ext cx="2743200" cy="227037"/>
          </a:xfrm>
          <a:prstGeom prst="rect">
            <a:avLst/>
          </a:prstGeom>
        </p:spPr>
        <p:txBody>
          <a:bodyPr vert="horz" lIns="0" tIns="45720" rIns="0" bIns="45720" rtlCol="0" anchor="ctr"/>
          <a:lstStyle>
            <a:lvl1pPr algn="l">
              <a:defRPr sz="1050" spc="600">
                <a:solidFill>
                  <a:schemeClr val="bg1"/>
                </a:solidFill>
              </a:defRPr>
            </a:lvl1pPr>
          </a:lstStyle>
          <a:p>
            <a:r>
              <a:rPr lang="zh-CN" altLang="en-US"/>
              <a:t>美美与共 知行合一</a:t>
            </a:r>
            <a:endParaRPr lang="zh-CN" altLang="en-US" dirty="0"/>
          </a:p>
        </p:txBody>
      </p:sp>
      <p:sp>
        <p:nvSpPr>
          <p:cNvPr id="6" name="灯片编号占位符 5"/>
          <p:cNvSpPr>
            <a:spLocks noGrp="1"/>
          </p:cNvSpPr>
          <p:nvPr>
            <p:ph type="sldNum" sz="quarter" idx="4"/>
          </p:nvPr>
        </p:nvSpPr>
        <p:spPr>
          <a:xfrm>
            <a:off x="8788402" y="6581524"/>
            <a:ext cx="2730498" cy="227037"/>
          </a:xfrm>
          <a:prstGeom prst="rect">
            <a:avLst/>
          </a:prstGeom>
        </p:spPr>
        <p:txBody>
          <a:bodyPr vert="horz" lIns="0" tIns="45720" rIns="0" bIns="45720" rtlCol="0" anchor="ctr"/>
          <a:lstStyle>
            <a:lvl1pPr algn="r">
              <a:defRPr sz="1000" spc="300">
                <a:solidFill>
                  <a:schemeClr val="bg1"/>
                </a:solidFill>
                <a:latin typeface="+mn-lt"/>
              </a:defRPr>
            </a:lvl1pPr>
          </a:lstStyle>
          <a:p>
            <a:r>
              <a:rPr lang="en-US" altLang="zh-CN" dirty="0" err="1"/>
              <a:t>Minzu</a:t>
            </a:r>
            <a:r>
              <a:rPr lang="en-US" altLang="zh-CN" dirty="0"/>
              <a:t> University of China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hf hdr="0" ft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CF0210-9EFB-4FBE-AADD-CE66351048B3}" type="datetimeFigureOut">
              <a:rPr lang="zh-CN" altLang="en-US" smtClean="0"/>
              <a:t>2026/6/12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CF7B77-6BC6-455A-A34F-DE8DB852454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5523865" y="5773420"/>
            <a:ext cx="1144270" cy="353060"/>
          </a:xfrm>
          <a:solidFill>
            <a:srgbClr val="780009"/>
          </a:solidFill>
        </p:spPr>
        <p:txBody>
          <a:bodyPr/>
          <a:lstStyle/>
          <a:p>
            <a:r>
              <a:rPr lang="zh-CN" altLang="en-US" sz="2000" dirty="0"/>
              <a:t>周密</a:t>
            </a:r>
          </a:p>
        </p:txBody>
      </p:sp>
      <p:sp>
        <p:nvSpPr>
          <p:cNvPr id="50" name="标题 49"/>
          <p:cNvSpPr>
            <a:spLocks noGrp="1"/>
          </p:cNvSpPr>
          <p:nvPr>
            <p:ph type="title"/>
          </p:nvPr>
        </p:nvSpPr>
        <p:spPr/>
        <p:txBody>
          <a:bodyPr/>
          <a:lstStyle/>
          <a:p>
            <a:r>
              <a:rPr lang="zh-CN" altLang="en-US" dirty="0">
                <a:solidFill>
                  <a:srgbClr val="780009"/>
                </a:solidFill>
              </a:rPr>
              <a:t>深圳大学组会汇报</a:t>
            </a: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93902" y="1753100"/>
            <a:ext cx="2052165" cy="1228795"/>
            <a:chOff x="5576876" y="540040"/>
            <a:chExt cx="2052165" cy="1228795"/>
          </a:xfrm>
        </p:grpSpPr>
        <p:sp>
          <p:nvSpPr>
            <p:cNvPr id="29" name="文本框 28"/>
            <p:cNvSpPr txBox="1"/>
            <p:nvPr/>
          </p:nvSpPr>
          <p:spPr>
            <a:xfrm>
              <a:off x="5576876" y="540040"/>
              <a:ext cx="779381" cy="769441"/>
            </a:xfrm>
            <a:prstGeom prst="rect">
              <a:avLst/>
            </a:prstGeom>
            <a:noFill/>
          </p:spPr>
          <p:txBody>
            <a:bodyPr wrap="none" rtlCol="0">
              <a:spAutoFit/>
            </a:bodyPr>
            <a:lstStyle/>
            <a:p>
              <a:r>
                <a:rPr lang="en-US" altLang="zh-CN" sz="4400" spc="300" dirty="0">
                  <a:gradFill>
                    <a:gsLst>
                      <a:gs pos="0">
                        <a:schemeClr val="accent1"/>
                      </a:gs>
                      <a:gs pos="90000">
                        <a:schemeClr val="accent1">
                          <a:alpha val="0"/>
                        </a:schemeClr>
                      </a:gs>
                    </a:gsLst>
                    <a:lin ang="5400000" scaled="1"/>
                  </a:gradFill>
                  <a:latin typeface="Impact" panose="020B0806030902050204" pitchFamily="34" charset="0"/>
                </a:rPr>
                <a:t>01</a:t>
              </a:r>
              <a:endParaRPr lang="zh-CN" altLang="en-US" sz="4400" spc="300" dirty="0">
                <a:gradFill>
                  <a:gsLst>
                    <a:gs pos="0">
                      <a:schemeClr val="accent1"/>
                    </a:gs>
                    <a:gs pos="90000">
                      <a:schemeClr val="accent1">
                        <a:alpha val="0"/>
                      </a:schemeClr>
                    </a:gs>
                  </a:gsLst>
                  <a:lin ang="5400000" scaled="1"/>
                </a:gradFill>
                <a:latin typeface="Impact" panose="020B0806030902050204" pitchFamily="34" charset="0"/>
              </a:endParaRPr>
            </a:p>
          </p:txBody>
        </p:sp>
        <p:sp>
          <p:nvSpPr>
            <p:cNvPr id="10" name="文本框 9"/>
            <p:cNvSpPr txBox="1"/>
            <p:nvPr/>
          </p:nvSpPr>
          <p:spPr>
            <a:xfrm>
              <a:off x="5576876" y="977361"/>
              <a:ext cx="1569660" cy="461665"/>
            </a:xfrm>
            <a:prstGeom prst="rect">
              <a:avLst/>
            </a:prstGeom>
            <a:noFill/>
          </p:spPr>
          <p:txBody>
            <a:bodyPr wrap="none" rtlCol="0">
              <a:spAutoFit/>
            </a:bodyPr>
            <a:lstStyle/>
            <a:p>
              <a:r>
                <a:rPr lang="zh-CN" altLang="en-US" sz="2400" b="1" spc="300" dirty="0">
                  <a:solidFill>
                    <a:schemeClr val="tx2">
                      <a:lumMod val="50000"/>
                    </a:schemeClr>
                  </a:solidFill>
                </a:rPr>
                <a:t>学习收获</a:t>
              </a:r>
            </a:p>
          </p:txBody>
        </p:sp>
        <p:sp>
          <p:nvSpPr>
            <p:cNvPr id="11" name="文本框 10"/>
            <p:cNvSpPr txBox="1"/>
            <p:nvPr/>
          </p:nvSpPr>
          <p:spPr>
            <a:xfrm>
              <a:off x="5576876" y="1461058"/>
              <a:ext cx="2052165" cy="307777"/>
            </a:xfrm>
            <a:prstGeom prst="rect">
              <a:avLst/>
            </a:prstGeom>
            <a:noFill/>
          </p:spPr>
          <p:txBody>
            <a:bodyPr wrap="none" rtlCol="0">
              <a:spAutoFit/>
            </a:bodyPr>
            <a:lstStyle/>
            <a:p>
              <a:r>
                <a:rPr lang="en-US" altLang="zh-CN" sz="1400" spc="100" dirty="0">
                  <a:solidFill>
                    <a:schemeClr val="bg1">
                      <a:lumMod val="75000"/>
                    </a:schemeClr>
                  </a:solidFill>
                </a:rPr>
                <a:t>Harvest of  Learning</a:t>
              </a:r>
              <a:endParaRPr lang="zh-CN" altLang="en-US" sz="1400" spc="100" dirty="0">
                <a:solidFill>
                  <a:schemeClr val="bg1">
                    <a:lumMod val="75000"/>
                  </a:schemeClr>
                </a:solidFill>
              </a:endParaRPr>
            </a:p>
          </p:txBody>
        </p:sp>
      </p:grpSp>
      <p:grpSp>
        <p:nvGrpSpPr>
          <p:cNvPr id="35" name="组合 34"/>
          <p:cNvGrpSpPr/>
          <p:nvPr/>
        </p:nvGrpSpPr>
        <p:grpSpPr>
          <a:xfrm>
            <a:off x="7039502" y="1754518"/>
            <a:ext cx="2292615" cy="1228795"/>
            <a:chOff x="8704421" y="540040"/>
            <a:chExt cx="2292615" cy="1228795"/>
          </a:xfrm>
        </p:grpSpPr>
        <p:sp>
          <p:nvSpPr>
            <p:cNvPr id="30" name="文本框 29"/>
            <p:cNvSpPr txBox="1"/>
            <p:nvPr/>
          </p:nvSpPr>
          <p:spPr>
            <a:xfrm>
              <a:off x="8704421" y="540040"/>
              <a:ext cx="848309" cy="769441"/>
            </a:xfrm>
            <a:prstGeom prst="rect">
              <a:avLst/>
            </a:prstGeom>
            <a:noFill/>
          </p:spPr>
          <p:txBody>
            <a:bodyPr wrap="none" rtlCol="0">
              <a:spAutoFit/>
            </a:bodyPr>
            <a:lstStyle/>
            <a:p>
              <a:r>
                <a:rPr lang="en-US" altLang="zh-CN" sz="4400" spc="300" dirty="0">
                  <a:gradFill>
                    <a:gsLst>
                      <a:gs pos="0">
                        <a:schemeClr val="accent1"/>
                      </a:gs>
                      <a:gs pos="90000">
                        <a:schemeClr val="accent1">
                          <a:alpha val="0"/>
                        </a:schemeClr>
                      </a:gs>
                    </a:gsLst>
                    <a:lin ang="5400000" scaled="1"/>
                  </a:gradFill>
                  <a:latin typeface="Impact" panose="020B0806030902050204" pitchFamily="34" charset="0"/>
                </a:rPr>
                <a:t>02</a:t>
              </a:r>
              <a:endParaRPr lang="zh-CN" altLang="en-US" sz="4400" spc="300" dirty="0">
                <a:gradFill>
                  <a:gsLst>
                    <a:gs pos="0">
                      <a:schemeClr val="accent1"/>
                    </a:gs>
                    <a:gs pos="90000">
                      <a:schemeClr val="accent1">
                        <a:alpha val="0"/>
                      </a:schemeClr>
                    </a:gs>
                  </a:gsLst>
                  <a:lin ang="5400000" scaled="1"/>
                </a:gradFill>
                <a:latin typeface="Impact" panose="020B0806030902050204" pitchFamily="34" charset="0"/>
              </a:endParaRPr>
            </a:p>
          </p:txBody>
        </p:sp>
        <p:sp>
          <p:nvSpPr>
            <p:cNvPr id="14" name="文本框 13"/>
            <p:cNvSpPr txBox="1"/>
            <p:nvPr/>
          </p:nvSpPr>
          <p:spPr>
            <a:xfrm>
              <a:off x="8704421" y="977361"/>
              <a:ext cx="2292615" cy="461665"/>
            </a:xfrm>
            <a:prstGeom prst="rect">
              <a:avLst/>
            </a:prstGeom>
            <a:noFill/>
          </p:spPr>
          <p:txBody>
            <a:bodyPr wrap="none" rtlCol="0">
              <a:spAutoFit/>
            </a:bodyPr>
            <a:lstStyle/>
            <a:p>
              <a:r>
                <a:rPr lang="en-US" altLang="zh-CN" sz="2400" b="1" spc="300" dirty="0" err="1">
                  <a:solidFill>
                    <a:schemeClr val="tx2">
                      <a:lumMod val="50000"/>
                    </a:schemeClr>
                  </a:solidFill>
                </a:rPr>
                <a:t>Pytorch</a:t>
              </a:r>
              <a:r>
                <a:rPr lang="zh-CN" altLang="en-US" sz="2400" b="1" spc="300" dirty="0">
                  <a:solidFill>
                    <a:schemeClr val="tx2">
                      <a:lumMod val="50000"/>
                    </a:schemeClr>
                  </a:solidFill>
                </a:rPr>
                <a:t>实践</a:t>
              </a:r>
            </a:p>
          </p:txBody>
        </p:sp>
        <p:sp>
          <p:nvSpPr>
            <p:cNvPr id="15" name="文本框 14"/>
            <p:cNvSpPr txBox="1"/>
            <p:nvPr/>
          </p:nvSpPr>
          <p:spPr>
            <a:xfrm>
              <a:off x="8704421" y="1461058"/>
              <a:ext cx="1931939" cy="307777"/>
            </a:xfrm>
            <a:prstGeom prst="rect">
              <a:avLst/>
            </a:prstGeom>
            <a:noFill/>
          </p:spPr>
          <p:txBody>
            <a:bodyPr wrap="none" rtlCol="0">
              <a:spAutoFit/>
            </a:bodyPr>
            <a:lstStyle/>
            <a:p>
              <a:r>
                <a:rPr lang="en-US" altLang="zh-CN" sz="1400" spc="100" dirty="0">
                  <a:solidFill>
                    <a:schemeClr val="bg1">
                      <a:lumMod val="75000"/>
                    </a:schemeClr>
                  </a:solidFill>
                </a:rPr>
                <a:t>Practice of </a:t>
              </a:r>
              <a:r>
                <a:rPr lang="en-US" altLang="zh-CN" sz="1400" spc="100" dirty="0" err="1">
                  <a:solidFill>
                    <a:schemeClr val="bg1">
                      <a:lumMod val="75000"/>
                    </a:schemeClr>
                  </a:solidFill>
                </a:rPr>
                <a:t>Pytorch</a:t>
              </a:r>
              <a:endParaRPr lang="zh-CN" altLang="en-US" sz="1400" spc="100" dirty="0">
                <a:solidFill>
                  <a:schemeClr val="bg1">
                    <a:lumMod val="75000"/>
                  </a:schemeClr>
                </a:solidFill>
              </a:endParaRPr>
            </a:p>
          </p:txBody>
        </p:sp>
      </p:grpSp>
      <p:grpSp>
        <p:nvGrpSpPr>
          <p:cNvPr id="37" name="组合 36"/>
          <p:cNvGrpSpPr/>
          <p:nvPr/>
        </p:nvGrpSpPr>
        <p:grpSpPr>
          <a:xfrm>
            <a:off x="3793902" y="3704752"/>
            <a:ext cx="4482958" cy="1197029"/>
            <a:chOff x="5576876" y="2230747"/>
            <a:chExt cx="4482958" cy="1197029"/>
          </a:xfrm>
        </p:grpSpPr>
        <p:sp>
          <p:nvSpPr>
            <p:cNvPr id="31" name="文本框 30"/>
            <p:cNvSpPr txBox="1"/>
            <p:nvPr/>
          </p:nvSpPr>
          <p:spPr>
            <a:xfrm>
              <a:off x="5576876" y="2230747"/>
              <a:ext cx="864339" cy="769441"/>
            </a:xfrm>
            <a:prstGeom prst="rect">
              <a:avLst/>
            </a:prstGeom>
            <a:noFill/>
          </p:spPr>
          <p:txBody>
            <a:bodyPr wrap="none" rtlCol="0">
              <a:spAutoFit/>
            </a:bodyPr>
            <a:lstStyle/>
            <a:p>
              <a:r>
                <a:rPr lang="en-US" altLang="zh-CN" sz="4400" spc="300" dirty="0">
                  <a:gradFill>
                    <a:gsLst>
                      <a:gs pos="0">
                        <a:schemeClr val="accent1"/>
                      </a:gs>
                      <a:gs pos="90000">
                        <a:schemeClr val="accent1">
                          <a:alpha val="0"/>
                        </a:schemeClr>
                      </a:gs>
                    </a:gsLst>
                    <a:lin ang="5400000" scaled="1"/>
                  </a:gradFill>
                  <a:latin typeface="Impact" panose="020B0806030902050204" pitchFamily="34" charset="0"/>
                </a:rPr>
                <a:t>03</a:t>
              </a:r>
              <a:endParaRPr lang="zh-CN" altLang="en-US" sz="4400" spc="300" dirty="0">
                <a:gradFill>
                  <a:gsLst>
                    <a:gs pos="0">
                      <a:schemeClr val="accent1"/>
                    </a:gs>
                    <a:gs pos="90000">
                      <a:schemeClr val="accent1">
                        <a:alpha val="0"/>
                      </a:schemeClr>
                    </a:gs>
                  </a:gsLst>
                  <a:lin ang="5400000" scaled="1"/>
                </a:gradFill>
                <a:latin typeface="Impact" panose="020B0806030902050204" pitchFamily="34" charset="0"/>
              </a:endParaRPr>
            </a:p>
          </p:txBody>
        </p:sp>
        <p:sp>
          <p:nvSpPr>
            <p:cNvPr id="17" name="文本框 16"/>
            <p:cNvSpPr txBox="1"/>
            <p:nvPr/>
          </p:nvSpPr>
          <p:spPr>
            <a:xfrm>
              <a:off x="5576876" y="2637526"/>
              <a:ext cx="4482958" cy="461665"/>
            </a:xfrm>
            <a:prstGeom prst="rect">
              <a:avLst/>
            </a:prstGeom>
            <a:noFill/>
          </p:spPr>
          <p:txBody>
            <a:bodyPr wrap="none" rtlCol="0">
              <a:spAutoFit/>
            </a:bodyPr>
            <a:lstStyle/>
            <a:p>
              <a:r>
                <a:rPr lang="en-US" altLang="zh-CN" sz="2400" b="1" spc="300" dirty="0">
                  <a:solidFill>
                    <a:schemeClr val="tx2">
                      <a:lumMod val="50000"/>
                    </a:schemeClr>
                  </a:solidFill>
                </a:rPr>
                <a:t>Transformer</a:t>
              </a:r>
              <a:r>
                <a:rPr lang="zh-CN" altLang="en-US" sz="2400" b="1" spc="300" dirty="0">
                  <a:solidFill>
                    <a:schemeClr val="tx2">
                      <a:lumMod val="50000"/>
                    </a:schemeClr>
                  </a:solidFill>
                </a:rPr>
                <a:t>模型使用初步</a:t>
              </a:r>
            </a:p>
          </p:txBody>
        </p:sp>
        <p:sp>
          <p:nvSpPr>
            <p:cNvPr id="18" name="文本框 17"/>
            <p:cNvSpPr txBox="1"/>
            <p:nvPr/>
          </p:nvSpPr>
          <p:spPr>
            <a:xfrm>
              <a:off x="5576876" y="3119999"/>
              <a:ext cx="3435556" cy="307777"/>
            </a:xfrm>
            <a:prstGeom prst="rect">
              <a:avLst/>
            </a:prstGeom>
            <a:noFill/>
          </p:spPr>
          <p:txBody>
            <a:bodyPr wrap="none" rtlCol="0">
              <a:spAutoFit/>
            </a:bodyPr>
            <a:lstStyle/>
            <a:p>
              <a:r>
                <a:rPr lang="en-US" altLang="zh-CN" sz="1400" spc="100" dirty="0">
                  <a:solidFill>
                    <a:schemeClr val="bg1">
                      <a:lumMod val="75000"/>
                    </a:schemeClr>
                  </a:solidFill>
                </a:rPr>
                <a:t>Basical Usage of transformer model</a:t>
              </a:r>
              <a:endParaRPr lang="zh-CN" altLang="en-US" sz="1400" spc="100" dirty="0">
                <a:solidFill>
                  <a:schemeClr val="bg1">
                    <a:lumMod val="75000"/>
                  </a:schemeClr>
                </a:solidFill>
              </a:endParaRPr>
            </a:p>
          </p:txBody>
        </p:sp>
      </p:grpSp>
      <p:sp>
        <p:nvSpPr>
          <p:cNvPr id="39" name="文本框 38"/>
          <p:cNvSpPr txBox="1"/>
          <p:nvPr/>
        </p:nvSpPr>
        <p:spPr>
          <a:xfrm rot="16200000">
            <a:off x="-1646906" y="2926862"/>
            <a:ext cx="5445722" cy="1446550"/>
          </a:xfrm>
          <a:prstGeom prst="rect">
            <a:avLst/>
          </a:prstGeom>
          <a:noFill/>
        </p:spPr>
        <p:txBody>
          <a:bodyPr wrap="none" rtlCol="0">
            <a:spAutoFit/>
          </a:bodyPr>
          <a:lstStyle/>
          <a:p>
            <a:r>
              <a:rPr lang="en-US" altLang="zh-CN" sz="8800" b="1" spc="50" dirty="0">
                <a:solidFill>
                  <a:srgbClr val="B4776D"/>
                </a:solidFill>
                <a:latin typeface="+mj-lt"/>
              </a:rPr>
              <a:t>Contents</a:t>
            </a:r>
            <a:r>
              <a:rPr lang="en-US" altLang="zh-CN" sz="8800" b="1" spc="50" dirty="0">
                <a:solidFill>
                  <a:schemeClr val="accent1"/>
                </a:solidFill>
                <a:latin typeface="+mj-lt"/>
              </a:rPr>
              <a:t>.</a:t>
            </a:r>
            <a:endParaRPr lang="zh-CN" altLang="en-US" sz="8800" b="1" spc="50" dirty="0">
              <a:solidFill>
                <a:schemeClr val="accent1"/>
              </a:solidFill>
              <a:latin typeface="+mj-lt"/>
            </a:endParaRPr>
          </a:p>
        </p:txBody>
      </p:sp>
      <p:sp>
        <p:nvSpPr>
          <p:cNvPr id="40" name="文本框 39"/>
          <p:cNvSpPr txBox="1"/>
          <p:nvPr/>
        </p:nvSpPr>
        <p:spPr>
          <a:xfrm>
            <a:off x="1116549" y="4139145"/>
            <a:ext cx="738664" cy="2246769"/>
          </a:xfrm>
          <a:prstGeom prst="rect">
            <a:avLst/>
          </a:prstGeom>
          <a:noFill/>
        </p:spPr>
        <p:txBody>
          <a:bodyPr vert="eaVert" wrap="none" rtlCol="0">
            <a:spAutoFit/>
          </a:bodyPr>
          <a:lstStyle/>
          <a:p>
            <a:r>
              <a:rPr lang="zh-CN" altLang="en-US" sz="3600" b="1" spc="600" dirty="0">
                <a:solidFill>
                  <a:srgbClr val="9A2418"/>
                </a:solidFill>
              </a:rPr>
              <a:t>结构大纲</a:t>
            </a:r>
          </a:p>
        </p:txBody>
      </p:sp>
      <p:sp>
        <p:nvSpPr>
          <p:cNvPr id="43" name="矩形 42"/>
          <p:cNvSpPr/>
          <p:nvPr/>
        </p:nvSpPr>
        <p:spPr>
          <a:xfrm>
            <a:off x="0" y="6570000"/>
            <a:ext cx="12192000" cy="288000"/>
          </a:xfrm>
          <a:prstGeom prst="rect">
            <a:avLst/>
          </a:prstGeom>
          <a:solidFill>
            <a:srgbClr val="9A2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0467218" y="6126091"/>
            <a:ext cx="1052654" cy="108000"/>
            <a:chOff x="10467218" y="6126091"/>
            <a:chExt cx="1052654" cy="108000"/>
          </a:xfrm>
          <a:solidFill>
            <a:srgbClr val="9A2418"/>
          </a:solidFill>
        </p:grpSpPr>
        <p:sp>
          <p:nvSpPr>
            <p:cNvPr id="3" name="椭圆 2"/>
            <p:cNvSpPr/>
            <p:nvPr/>
          </p:nvSpPr>
          <p:spPr>
            <a:xfrm>
              <a:off x="10467218" y="6126091"/>
              <a:ext cx="108000" cy="108000"/>
            </a:xfrm>
            <a:prstGeom prst="ellipse">
              <a:avLst/>
            </a:prstGeom>
            <a:grpFill/>
            <a:ln>
              <a:solidFill>
                <a:srgbClr val="9A241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2" name="椭圆 91"/>
            <p:cNvSpPr/>
            <p:nvPr/>
          </p:nvSpPr>
          <p:spPr>
            <a:xfrm>
              <a:off x="10703381" y="6126091"/>
              <a:ext cx="108000" cy="108000"/>
            </a:xfrm>
            <a:prstGeom prst="ellipse">
              <a:avLst/>
            </a:prstGeom>
            <a:grpFill/>
            <a:ln>
              <a:solidFill>
                <a:srgbClr val="9A241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3" name="椭圆 92"/>
            <p:cNvSpPr/>
            <p:nvPr/>
          </p:nvSpPr>
          <p:spPr>
            <a:xfrm>
              <a:off x="10939545" y="6126091"/>
              <a:ext cx="108000" cy="108000"/>
            </a:xfrm>
            <a:prstGeom prst="ellipse">
              <a:avLst/>
            </a:prstGeom>
            <a:grpFill/>
            <a:ln>
              <a:solidFill>
                <a:srgbClr val="9A241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4" name="椭圆 93"/>
            <p:cNvSpPr/>
            <p:nvPr/>
          </p:nvSpPr>
          <p:spPr>
            <a:xfrm>
              <a:off x="11175708" y="6126091"/>
              <a:ext cx="108000" cy="108000"/>
            </a:xfrm>
            <a:prstGeom prst="ellipse">
              <a:avLst/>
            </a:prstGeom>
            <a:grpFill/>
            <a:ln>
              <a:solidFill>
                <a:srgbClr val="9A241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5" name="椭圆 94"/>
            <p:cNvSpPr/>
            <p:nvPr/>
          </p:nvSpPr>
          <p:spPr>
            <a:xfrm>
              <a:off x="11411872" y="6126091"/>
              <a:ext cx="108000" cy="108000"/>
            </a:xfrm>
            <a:prstGeom prst="ellipse">
              <a:avLst/>
            </a:prstGeom>
            <a:grpFill/>
            <a:ln>
              <a:solidFill>
                <a:srgbClr val="9A241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5437" y="2105561"/>
            <a:ext cx="2214068" cy="2646878"/>
          </a:xfrm>
          <a:prstGeom prst="rect">
            <a:avLst/>
          </a:prstGeom>
          <a:noFill/>
        </p:spPr>
        <p:txBody>
          <a:bodyPr wrap="none" rtlCol="0">
            <a:spAutoFit/>
          </a:bodyPr>
          <a:lstStyle/>
          <a:p>
            <a:r>
              <a:rPr lang="en-US" altLang="zh-CN" sz="16600" spc="300" dirty="0">
                <a:solidFill>
                  <a:srgbClr val="9A2418"/>
                </a:solidFill>
                <a:latin typeface="Impact" panose="020B0806030902050204" pitchFamily="34" charset="0"/>
              </a:rPr>
              <a:t>01</a:t>
            </a:r>
            <a:endParaRPr lang="zh-CN" altLang="en-US" sz="16600" spc="300" dirty="0">
              <a:solidFill>
                <a:srgbClr val="9A2418"/>
              </a:solidFill>
              <a:latin typeface="Impact" panose="020B0806030902050204" pitchFamily="34" charset="0"/>
            </a:endParaRPr>
          </a:p>
        </p:txBody>
      </p:sp>
      <p:grpSp>
        <p:nvGrpSpPr>
          <p:cNvPr id="21" name="组合 20"/>
          <p:cNvGrpSpPr/>
          <p:nvPr/>
        </p:nvGrpSpPr>
        <p:grpSpPr>
          <a:xfrm>
            <a:off x="10467218" y="6126091"/>
            <a:ext cx="1052654" cy="108000"/>
            <a:chOff x="10467218" y="6126091"/>
            <a:chExt cx="1052654" cy="108000"/>
          </a:xfrm>
        </p:grpSpPr>
        <p:sp>
          <p:nvSpPr>
            <p:cNvPr id="22" name="椭圆 21"/>
            <p:cNvSpPr/>
            <p:nvPr/>
          </p:nvSpPr>
          <p:spPr>
            <a:xfrm>
              <a:off x="10467218" y="6126091"/>
              <a:ext cx="108000" cy="10800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椭圆 22"/>
            <p:cNvSpPr/>
            <p:nvPr/>
          </p:nvSpPr>
          <p:spPr>
            <a:xfrm>
              <a:off x="10703381"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椭圆 23"/>
            <p:cNvSpPr/>
            <p:nvPr/>
          </p:nvSpPr>
          <p:spPr>
            <a:xfrm>
              <a:off x="10939545"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椭圆 24"/>
            <p:cNvSpPr/>
            <p:nvPr/>
          </p:nvSpPr>
          <p:spPr>
            <a:xfrm>
              <a:off x="11175708"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6" name="椭圆 25"/>
            <p:cNvSpPr/>
            <p:nvPr/>
          </p:nvSpPr>
          <p:spPr>
            <a:xfrm>
              <a:off x="11411872"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 name="标题 1"/>
          <p:cNvSpPr>
            <a:spLocks noGrp="1"/>
          </p:cNvSpPr>
          <p:nvPr>
            <p:ph type="title"/>
          </p:nvPr>
        </p:nvSpPr>
        <p:spPr/>
        <p:txBody>
          <a:bodyPr/>
          <a:lstStyle/>
          <a:p>
            <a:r>
              <a:rPr lang="zh-CN" altLang="en-US" dirty="0"/>
              <a:t>学习收获</a:t>
            </a:r>
          </a:p>
        </p:txBody>
      </p:sp>
      <p:sp>
        <p:nvSpPr>
          <p:cNvPr id="3" name="文本占位符 2"/>
          <p:cNvSpPr>
            <a:spLocks noGrp="1"/>
          </p:cNvSpPr>
          <p:nvPr>
            <p:ph type="body" sz="quarter" idx="10"/>
          </p:nvPr>
        </p:nvSpPr>
        <p:spPr/>
        <p:txBody>
          <a:bodyPr/>
          <a:lstStyle/>
          <a:p>
            <a:r>
              <a:rPr lang="en-US" altLang="zh-CN" dirty="0"/>
              <a:t>Harvest of Learning</a:t>
            </a: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组合 154">
            <a:extLst>
              <a:ext uri="{FF2B5EF4-FFF2-40B4-BE49-F238E27FC236}">
                <a16:creationId xmlns:a16="http://schemas.microsoft.com/office/drawing/2014/main" id="{B28881E7-934D-795B-6BAA-8CE21D6F261F}"/>
              </a:ext>
            </a:extLst>
          </p:cNvPr>
          <p:cNvGrpSpPr/>
          <p:nvPr/>
        </p:nvGrpSpPr>
        <p:grpSpPr>
          <a:xfrm>
            <a:off x="2153920" y="1290319"/>
            <a:ext cx="7680960" cy="2746774"/>
            <a:chOff x="1605280" y="1330959"/>
            <a:chExt cx="7680960" cy="2746774"/>
          </a:xfrm>
        </p:grpSpPr>
        <p:grpSp>
          <p:nvGrpSpPr>
            <p:cNvPr id="14" name="组合 13">
              <a:extLst>
                <a:ext uri="{FF2B5EF4-FFF2-40B4-BE49-F238E27FC236}">
                  <a16:creationId xmlns:a16="http://schemas.microsoft.com/office/drawing/2014/main" id="{EFC81030-FD0C-2E49-4D68-E4875BB4005B}"/>
                </a:ext>
              </a:extLst>
            </p:cNvPr>
            <p:cNvGrpSpPr/>
            <p:nvPr/>
          </p:nvGrpSpPr>
          <p:grpSpPr>
            <a:xfrm>
              <a:off x="2479040" y="1330960"/>
              <a:ext cx="467360" cy="2746773"/>
              <a:chOff x="1554480" y="1270000"/>
              <a:chExt cx="467360" cy="2746773"/>
            </a:xfrm>
          </p:grpSpPr>
          <p:sp>
            <p:nvSpPr>
              <p:cNvPr id="4" name="流程图: 接点 3">
                <a:extLst>
                  <a:ext uri="{FF2B5EF4-FFF2-40B4-BE49-F238E27FC236}">
                    <a16:creationId xmlns:a16="http://schemas.microsoft.com/office/drawing/2014/main" id="{31205411-0C96-1170-E242-D1F405D4BFA5}"/>
                  </a:ext>
                </a:extLst>
              </p:cNvPr>
              <p:cNvSpPr/>
              <p:nvPr/>
            </p:nvSpPr>
            <p:spPr>
              <a:xfrm>
                <a:off x="1554480" y="127000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接点 4">
                <a:extLst>
                  <a:ext uri="{FF2B5EF4-FFF2-40B4-BE49-F238E27FC236}">
                    <a16:creationId xmlns:a16="http://schemas.microsoft.com/office/drawing/2014/main" id="{4126D3F8-0381-89A5-5450-F5C794307577}"/>
                  </a:ext>
                </a:extLst>
              </p:cNvPr>
              <p:cNvSpPr/>
              <p:nvPr/>
            </p:nvSpPr>
            <p:spPr>
              <a:xfrm>
                <a:off x="1554480" y="188976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流程图: 接点 5">
                <a:extLst>
                  <a:ext uri="{FF2B5EF4-FFF2-40B4-BE49-F238E27FC236}">
                    <a16:creationId xmlns:a16="http://schemas.microsoft.com/office/drawing/2014/main" id="{BD9F09F7-3E51-E40B-6479-071E5281211A}"/>
                  </a:ext>
                </a:extLst>
              </p:cNvPr>
              <p:cNvSpPr/>
              <p:nvPr/>
            </p:nvSpPr>
            <p:spPr>
              <a:xfrm>
                <a:off x="1554480" y="250952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流程图: 接点 6">
                <a:extLst>
                  <a:ext uri="{FF2B5EF4-FFF2-40B4-BE49-F238E27FC236}">
                    <a16:creationId xmlns:a16="http://schemas.microsoft.com/office/drawing/2014/main" id="{ABA3665F-C8FC-FC10-CE9F-5C3F9AD5CB49}"/>
                  </a:ext>
                </a:extLst>
              </p:cNvPr>
              <p:cNvSpPr/>
              <p:nvPr/>
            </p:nvSpPr>
            <p:spPr>
              <a:xfrm>
                <a:off x="1554480" y="3549413"/>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50CCEE72-8969-F25D-83A8-FCB0B91B883E}"/>
                  </a:ext>
                </a:extLst>
              </p:cNvPr>
              <p:cNvCxnSpPr>
                <a:cxnSpLocks/>
              </p:cNvCxnSpPr>
              <p:nvPr/>
            </p:nvCxnSpPr>
            <p:spPr>
              <a:xfrm>
                <a:off x="1788160" y="3119120"/>
                <a:ext cx="0" cy="309880"/>
              </a:xfrm>
              <a:prstGeom prst="line">
                <a:avLst/>
              </a:prstGeom>
              <a:ln w="19050" cap="rnd"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5" name="组合 14">
              <a:extLst>
                <a:ext uri="{FF2B5EF4-FFF2-40B4-BE49-F238E27FC236}">
                  <a16:creationId xmlns:a16="http://schemas.microsoft.com/office/drawing/2014/main" id="{DFED25FC-583A-0DDD-F511-8D8C599566FF}"/>
                </a:ext>
              </a:extLst>
            </p:cNvPr>
            <p:cNvGrpSpPr/>
            <p:nvPr/>
          </p:nvGrpSpPr>
          <p:grpSpPr>
            <a:xfrm>
              <a:off x="4216400" y="1330960"/>
              <a:ext cx="467360" cy="2746773"/>
              <a:chOff x="1554480" y="1270000"/>
              <a:chExt cx="467360" cy="2746773"/>
            </a:xfrm>
          </p:grpSpPr>
          <p:sp>
            <p:nvSpPr>
              <p:cNvPr id="16" name="流程图: 接点 15">
                <a:extLst>
                  <a:ext uri="{FF2B5EF4-FFF2-40B4-BE49-F238E27FC236}">
                    <a16:creationId xmlns:a16="http://schemas.microsoft.com/office/drawing/2014/main" id="{F6A562CA-989D-D3B5-CFED-B7A3937ECFFE}"/>
                  </a:ext>
                </a:extLst>
              </p:cNvPr>
              <p:cNvSpPr/>
              <p:nvPr/>
            </p:nvSpPr>
            <p:spPr>
              <a:xfrm>
                <a:off x="1554480" y="127000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流程图: 接点 16">
                <a:extLst>
                  <a:ext uri="{FF2B5EF4-FFF2-40B4-BE49-F238E27FC236}">
                    <a16:creationId xmlns:a16="http://schemas.microsoft.com/office/drawing/2014/main" id="{3C5247B4-8F05-DE1C-BC7D-C25D5EB1E491}"/>
                  </a:ext>
                </a:extLst>
              </p:cNvPr>
              <p:cNvSpPr/>
              <p:nvPr/>
            </p:nvSpPr>
            <p:spPr>
              <a:xfrm>
                <a:off x="1554480" y="188976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流程图: 接点 17">
                <a:extLst>
                  <a:ext uri="{FF2B5EF4-FFF2-40B4-BE49-F238E27FC236}">
                    <a16:creationId xmlns:a16="http://schemas.microsoft.com/office/drawing/2014/main" id="{4B92EFCE-C23A-7355-ADE9-74A49A1192A5}"/>
                  </a:ext>
                </a:extLst>
              </p:cNvPr>
              <p:cNvSpPr/>
              <p:nvPr/>
            </p:nvSpPr>
            <p:spPr>
              <a:xfrm>
                <a:off x="1554480" y="250952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接点 18">
                <a:extLst>
                  <a:ext uri="{FF2B5EF4-FFF2-40B4-BE49-F238E27FC236}">
                    <a16:creationId xmlns:a16="http://schemas.microsoft.com/office/drawing/2014/main" id="{B16D8A81-FAA7-148F-32E6-B66602AAEEC3}"/>
                  </a:ext>
                </a:extLst>
              </p:cNvPr>
              <p:cNvSpPr/>
              <p:nvPr/>
            </p:nvSpPr>
            <p:spPr>
              <a:xfrm>
                <a:off x="1554480" y="3549413"/>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BD70BC02-475B-C1DB-8190-71C13767C565}"/>
                  </a:ext>
                </a:extLst>
              </p:cNvPr>
              <p:cNvCxnSpPr>
                <a:cxnSpLocks/>
              </p:cNvCxnSpPr>
              <p:nvPr/>
            </p:nvCxnSpPr>
            <p:spPr>
              <a:xfrm>
                <a:off x="1788160" y="3119120"/>
                <a:ext cx="0" cy="309880"/>
              </a:xfrm>
              <a:prstGeom prst="line">
                <a:avLst/>
              </a:prstGeom>
              <a:ln w="19050" cap="rnd"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1" name="组合 20">
              <a:extLst>
                <a:ext uri="{FF2B5EF4-FFF2-40B4-BE49-F238E27FC236}">
                  <a16:creationId xmlns:a16="http://schemas.microsoft.com/office/drawing/2014/main" id="{401068D3-D4DA-106A-C490-6FE2C671BBDD}"/>
                </a:ext>
              </a:extLst>
            </p:cNvPr>
            <p:cNvGrpSpPr/>
            <p:nvPr/>
          </p:nvGrpSpPr>
          <p:grpSpPr>
            <a:xfrm>
              <a:off x="5801362" y="1330960"/>
              <a:ext cx="467360" cy="2746773"/>
              <a:chOff x="1554480" y="1270000"/>
              <a:chExt cx="467360" cy="2746773"/>
            </a:xfrm>
          </p:grpSpPr>
          <p:sp>
            <p:nvSpPr>
              <p:cNvPr id="22" name="流程图: 接点 21">
                <a:extLst>
                  <a:ext uri="{FF2B5EF4-FFF2-40B4-BE49-F238E27FC236}">
                    <a16:creationId xmlns:a16="http://schemas.microsoft.com/office/drawing/2014/main" id="{CB85445B-9F98-1460-B88F-ED0FEE196875}"/>
                  </a:ext>
                </a:extLst>
              </p:cNvPr>
              <p:cNvSpPr/>
              <p:nvPr/>
            </p:nvSpPr>
            <p:spPr>
              <a:xfrm>
                <a:off x="1554480" y="127000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流程图: 接点 22">
                <a:extLst>
                  <a:ext uri="{FF2B5EF4-FFF2-40B4-BE49-F238E27FC236}">
                    <a16:creationId xmlns:a16="http://schemas.microsoft.com/office/drawing/2014/main" id="{D7D9A926-14B0-6EA1-AE1F-3715B515D069}"/>
                  </a:ext>
                </a:extLst>
              </p:cNvPr>
              <p:cNvSpPr/>
              <p:nvPr/>
            </p:nvSpPr>
            <p:spPr>
              <a:xfrm>
                <a:off x="1554480" y="188976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流程图: 接点 23">
                <a:extLst>
                  <a:ext uri="{FF2B5EF4-FFF2-40B4-BE49-F238E27FC236}">
                    <a16:creationId xmlns:a16="http://schemas.microsoft.com/office/drawing/2014/main" id="{646F66E1-C8F1-D84F-F329-0553946A2846}"/>
                  </a:ext>
                </a:extLst>
              </p:cNvPr>
              <p:cNvSpPr/>
              <p:nvPr/>
            </p:nvSpPr>
            <p:spPr>
              <a:xfrm>
                <a:off x="1554480" y="250952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流程图: 接点 24">
                <a:extLst>
                  <a:ext uri="{FF2B5EF4-FFF2-40B4-BE49-F238E27FC236}">
                    <a16:creationId xmlns:a16="http://schemas.microsoft.com/office/drawing/2014/main" id="{376C7E9B-8EBE-8E64-02FD-BCD5964AA09B}"/>
                  </a:ext>
                </a:extLst>
              </p:cNvPr>
              <p:cNvSpPr/>
              <p:nvPr/>
            </p:nvSpPr>
            <p:spPr>
              <a:xfrm>
                <a:off x="1554480" y="3549413"/>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a:extLst>
                  <a:ext uri="{FF2B5EF4-FFF2-40B4-BE49-F238E27FC236}">
                    <a16:creationId xmlns:a16="http://schemas.microsoft.com/office/drawing/2014/main" id="{257A4061-0FE0-CBA4-8EF9-7D0277EBD02C}"/>
                  </a:ext>
                </a:extLst>
              </p:cNvPr>
              <p:cNvCxnSpPr>
                <a:cxnSpLocks/>
              </p:cNvCxnSpPr>
              <p:nvPr/>
            </p:nvCxnSpPr>
            <p:spPr>
              <a:xfrm>
                <a:off x="1788160" y="3119120"/>
                <a:ext cx="0" cy="309880"/>
              </a:xfrm>
              <a:prstGeom prst="line">
                <a:avLst/>
              </a:prstGeom>
              <a:ln w="19050" cap="rnd"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7" name="组合 26">
              <a:extLst>
                <a:ext uri="{FF2B5EF4-FFF2-40B4-BE49-F238E27FC236}">
                  <a16:creationId xmlns:a16="http://schemas.microsoft.com/office/drawing/2014/main" id="{E7064F81-325E-659B-8057-F82D048D62DC}"/>
                </a:ext>
              </a:extLst>
            </p:cNvPr>
            <p:cNvGrpSpPr/>
            <p:nvPr/>
          </p:nvGrpSpPr>
          <p:grpSpPr>
            <a:xfrm>
              <a:off x="7741921" y="1330959"/>
              <a:ext cx="467360" cy="2746773"/>
              <a:chOff x="1554480" y="1270000"/>
              <a:chExt cx="467360" cy="2746773"/>
            </a:xfrm>
          </p:grpSpPr>
          <p:sp>
            <p:nvSpPr>
              <p:cNvPr id="28" name="流程图: 接点 27">
                <a:extLst>
                  <a:ext uri="{FF2B5EF4-FFF2-40B4-BE49-F238E27FC236}">
                    <a16:creationId xmlns:a16="http://schemas.microsoft.com/office/drawing/2014/main" id="{932B16CF-FD43-5270-6848-893E5DA10AAD}"/>
                  </a:ext>
                </a:extLst>
              </p:cNvPr>
              <p:cNvSpPr/>
              <p:nvPr/>
            </p:nvSpPr>
            <p:spPr>
              <a:xfrm>
                <a:off x="1554480" y="127000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流程图: 接点 28">
                <a:extLst>
                  <a:ext uri="{FF2B5EF4-FFF2-40B4-BE49-F238E27FC236}">
                    <a16:creationId xmlns:a16="http://schemas.microsoft.com/office/drawing/2014/main" id="{AA3C3371-7CC7-9CA5-666E-ACD21D409A50}"/>
                  </a:ext>
                </a:extLst>
              </p:cNvPr>
              <p:cNvSpPr/>
              <p:nvPr/>
            </p:nvSpPr>
            <p:spPr>
              <a:xfrm>
                <a:off x="1554480" y="188976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流程图: 接点 29">
                <a:extLst>
                  <a:ext uri="{FF2B5EF4-FFF2-40B4-BE49-F238E27FC236}">
                    <a16:creationId xmlns:a16="http://schemas.microsoft.com/office/drawing/2014/main" id="{F09337E6-F764-9A3F-F557-189C0C20A7C2}"/>
                  </a:ext>
                </a:extLst>
              </p:cNvPr>
              <p:cNvSpPr/>
              <p:nvPr/>
            </p:nvSpPr>
            <p:spPr>
              <a:xfrm>
                <a:off x="1554480" y="2509520"/>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流程图: 接点 30">
                <a:extLst>
                  <a:ext uri="{FF2B5EF4-FFF2-40B4-BE49-F238E27FC236}">
                    <a16:creationId xmlns:a16="http://schemas.microsoft.com/office/drawing/2014/main" id="{AED0FE63-EB40-4566-9773-B4F88B59D330}"/>
                  </a:ext>
                </a:extLst>
              </p:cNvPr>
              <p:cNvSpPr/>
              <p:nvPr/>
            </p:nvSpPr>
            <p:spPr>
              <a:xfrm>
                <a:off x="1554480" y="3549413"/>
                <a:ext cx="467360" cy="467360"/>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a:extLst>
                  <a:ext uri="{FF2B5EF4-FFF2-40B4-BE49-F238E27FC236}">
                    <a16:creationId xmlns:a16="http://schemas.microsoft.com/office/drawing/2014/main" id="{0C195BE2-7A2A-765D-9D65-0D7FC52584E8}"/>
                  </a:ext>
                </a:extLst>
              </p:cNvPr>
              <p:cNvCxnSpPr>
                <a:cxnSpLocks/>
              </p:cNvCxnSpPr>
              <p:nvPr/>
            </p:nvCxnSpPr>
            <p:spPr>
              <a:xfrm>
                <a:off x="1788160" y="3119120"/>
                <a:ext cx="0" cy="309880"/>
              </a:xfrm>
              <a:prstGeom prst="line">
                <a:avLst/>
              </a:prstGeom>
              <a:ln w="19050" cap="rnd"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34" name="直接连接符 33">
              <a:extLst>
                <a:ext uri="{FF2B5EF4-FFF2-40B4-BE49-F238E27FC236}">
                  <a16:creationId xmlns:a16="http://schemas.microsoft.com/office/drawing/2014/main" id="{F9ADB179-6B65-37D3-2F45-9A4EF39B6512}"/>
                </a:ext>
              </a:extLst>
            </p:cNvPr>
            <p:cNvCxnSpPr>
              <a:cxnSpLocks/>
              <a:endCxn id="4" idx="2"/>
            </p:cNvCxnSpPr>
            <p:nvPr/>
          </p:nvCxnSpPr>
          <p:spPr>
            <a:xfrm>
              <a:off x="1605280" y="1564640"/>
              <a:ext cx="8737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199D700-A677-6A38-F580-253C4D7C2749}"/>
                </a:ext>
              </a:extLst>
            </p:cNvPr>
            <p:cNvCxnSpPr>
              <a:endCxn id="5" idx="2"/>
            </p:cNvCxnSpPr>
            <p:nvPr/>
          </p:nvCxnSpPr>
          <p:spPr>
            <a:xfrm>
              <a:off x="1615440" y="2184400"/>
              <a:ext cx="863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1E8862F-182F-D0A6-7AC8-9A938D1F4109}"/>
                </a:ext>
              </a:extLst>
            </p:cNvPr>
            <p:cNvCxnSpPr>
              <a:cxnSpLocks/>
              <a:endCxn id="6" idx="2"/>
            </p:cNvCxnSpPr>
            <p:nvPr/>
          </p:nvCxnSpPr>
          <p:spPr>
            <a:xfrm>
              <a:off x="1615440" y="2804160"/>
              <a:ext cx="863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DC2658C-3742-A7D8-D918-8AABAB7F84AB}"/>
                </a:ext>
              </a:extLst>
            </p:cNvPr>
            <p:cNvCxnSpPr>
              <a:cxnSpLocks/>
              <a:endCxn id="7" idx="2"/>
            </p:cNvCxnSpPr>
            <p:nvPr/>
          </p:nvCxnSpPr>
          <p:spPr>
            <a:xfrm>
              <a:off x="1615440" y="3844053"/>
              <a:ext cx="863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5C75E870-C034-FC44-24AF-E0F7D3508E78}"/>
                </a:ext>
              </a:extLst>
            </p:cNvPr>
            <p:cNvCxnSpPr>
              <a:cxnSpLocks/>
              <a:stCxn id="4" idx="6"/>
              <a:endCxn id="16" idx="2"/>
            </p:cNvCxnSpPr>
            <p:nvPr/>
          </p:nvCxnSpPr>
          <p:spPr>
            <a:xfrm>
              <a:off x="2946400" y="1564640"/>
              <a:ext cx="127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1D6A3D47-17A0-2BE3-4B50-CBCEC2FD9B0F}"/>
                </a:ext>
              </a:extLst>
            </p:cNvPr>
            <p:cNvCxnSpPr>
              <a:cxnSpLocks/>
              <a:stCxn id="4" idx="6"/>
              <a:endCxn id="17" idx="2"/>
            </p:cNvCxnSpPr>
            <p:nvPr/>
          </p:nvCxnSpPr>
          <p:spPr>
            <a:xfrm>
              <a:off x="2946400" y="1564640"/>
              <a:ext cx="1270000" cy="619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9F5B2F6-71B7-FDBD-42B6-11CA1698FA88}"/>
                </a:ext>
              </a:extLst>
            </p:cNvPr>
            <p:cNvCxnSpPr>
              <a:cxnSpLocks/>
              <a:stCxn id="4" idx="6"/>
              <a:endCxn id="18" idx="2"/>
            </p:cNvCxnSpPr>
            <p:nvPr/>
          </p:nvCxnSpPr>
          <p:spPr>
            <a:xfrm>
              <a:off x="2946400" y="1564640"/>
              <a:ext cx="1270000" cy="1239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40EF8D1-D330-0CBF-852D-81BE6B84E4F0}"/>
                </a:ext>
              </a:extLst>
            </p:cNvPr>
            <p:cNvCxnSpPr>
              <a:cxnSpLocks/>
              <a:stCxn id="4" idx="6"/>
              <a:endCxn id="19" idx="2"/>
            </p:cNvCxnSpPr>
            <p:nvPr/>
          </p:nvCxnSpPr>
          <p:spPr>
            <a:xfrm>
              <a:off x="2946400" y="1564640"/>
              <a:ext cx="1270000" cy="2279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DE093C4-BF59-CCED-374C-2E69D2EBF7B5}"/>
                </a:ext>
              </a:extLst>
            </p:cNvPr>
            <p:cNvCxnSpPr>
              <a:cxnSpLocks/>
              <a:stCxn id="5" idx="6"/>
              <a:endCxn id="16" idx="2"/>
            </p:cNvCxnSpPr>
            <p:nvPr/>
          </p:nvCxnSpPr>
          <p:spPr>
            <a:xfrm flipV="1">
              <a:off x="2946400" y="1564640"/>
              <a:ext cx="1270000" cy="619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7D2656A-D311-98B3-C025-958DDA9D2B4E}"/>
                </a:ext>
              </a:extLst>
            </p:cNvPr>
            <p:cNvCxnSpPr>
              <a:cxnSpLocks/>
              <a:stCxn id="6" idx="6"/>
              <a:endCxn id="16" idx="2"/>
            </p:cNvCxnSpPr>
            <p:nvPr/>
          </p:nvCxnSpPr>
          <p:spPr>
            <a:xfrm flipV="1">
              <a:off x="2946400" y="1564640"/>
              <a:ext cx="1270000" cy="1239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2BF30C1-9709-EAEF-5BFE-44B9814619BC}"/>
                </a:ext>
              </a:extLst>
            </p:cNvPr>
            <p:cNvCxnSpPr>
              <a:cxnSpLocks/>
              <a:stCxn id="5" idx="6"/>
              <a:endCxn id="17" idx="2"/>
            </p:cNvCxnSpPr>
            <p:nvPr/>
          </p:nvCxnSpPr>
          <p:spPr>
            <a:xfrm>
              <a:off x="2946400" y="2184400"/>
              <a:ext cx="127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F0E5B37-DC42-62D9-9445-78B29D852A4D}"/>
                </a:ext>
              </a:extLst>
            </p:cNvPr>
            <p:cNvCxnSpPr>
              <a:cxnSpLocks/>
              <a:stCxn id="5" idx="6"/>
              <a:endCxn id="18" idx="2"/>
            </p:cNvCxnSpPr>
            <p:nvPr/>
          </p:nvCxnSpPr>
          <p:spPr>
            <a:xfrm>
              <a:off x="2946400" y="2184400"/>
              <a:ext cx="1270000" cy="619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319FD47-BFBD-7DAF-F48B-B6917A0B251A}"/>
                </a:ext>
              </a:extLst>
            </p:cNvPr>
            <p:cNvCxnSpPr>
              <a:cxnSpLocks/>
              <a:stCxn id="5" idx="6"/>
              <a:endCxn id="19" idx="2"/>
            </p:cNvCxnSpPr>
            <p:nvPr/>
          </p:nvCxnSpPr>
          <p:spPr>
            <a:xfrm>
              <a:off x="2946400" y="2184400"/>
              <a:ext cx="1270000" cy="16596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0FFB38B-5179-7B19-74A9-B7823F02831E}"/>
                </a:ext>
              </a:extLst>
            </p:cNvPr>
            <p:cNvCxnSpPr>
              <a:cxnSpLocks/>
              <a:stCxn id="6" idx="6"/>
              <a:endCxn id="17" idx="2"/>
            </p:cNvCxnSpPr>
            <p:nvPr/>
          </p:nvCxnSpPr>
          <p:spPr>
            <a:xfrm flipV="1">
              <a:off x="2946400" y="2184400"/>
              <a:ext cx="1270000" cy="619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2926C8AA-A0ED-C80C-D41C-47959FBFA554}"/>
                </a:ext>
              </a:extLst>
            </p:cNvPr>
            <p:cNvCxnSpPr>
              <a:cxnSpLocks/>
              <a:stCxn id="6" idx="6"/>
              <a:endCxn id="18" idx="2"/>
            </p:cNvCxnSpPr>
            <p:nvPr/>
          </p:nvCxnSpPr>
          <p:spPr>
            <a:xfrm>
              <a:off x="2946400" y="2804160"/>
              <a:ext cx="127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D45C6CD0-0F86-680B-8585-986E79643119}"/>
                </a:ext>
              </a:extLst>
            </p:cNvPr>
            <p:cNvCxnSpPr>
              <a:cxnSpLocks/>
              <a:stCxn id="6" idx="6"/>
              <a:endCxn id="19" idx="2"/>
            </p:cNvCxnSpPr>
            <p:nvPr/>
          </p:nvCxnSpPr>
          <p:spPr>
            <a:xfrm>
              <a:off x="2946400" y="2804160"/>
              <a:ext cx="1270000" cy="103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B0958775-6DCC-4E51-DB9B-6B8A6F371557}"/>
                </a:ext>
              </a:extLst>
            </p:cNvPr>
            <p:cNvCxnSpPr>
              <a:cxnSpLocks/>
              <a:stCxn id="7" idx="6"/>
              <a:endCxn id="16" idx="2"/>
            </p:cNvCxnSpPr>
            <p:nvPr/>
          </p:nvCxnSpPr>
          <p:spPr>
            <a:xfrm flipV="1">
              <a:off x="2946400" y="1564640"/>
              <a:ext cx="1270000" cy="2279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0B6E318C-7366-3AAE-2418-72C6139BE5AF}"/>
                </a:ext>
              </a:extLst>
            </p:cNvPr>
            <p:cNvCxnSpPr>
              <a:cxnSpLocks/>
              <a:stCxn id="7" idx="6"/>
              <a:endCxn id="17" idx="2"/>
            </p:cNvCxnSpPr>
            <p:nvPr/>
          </p:nvCxnSpPr>
          <p:spPr>
            <a:xfrm flipV="1">
              <a:off x="2946400" y="2184400"/>
              <a:ext cx="1270000" cy="165965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41EB1E96-A882-392F-C008-4B5007781AB3}"/>
                </a:ext>
              </a:extLst>
            </p:cNvPr>
            <p:cNvCxnSpPr>
              <a:cxnSpLocks/>
              <a:stCxn id="7" idx="6"/>
              <a:endCxn id="18" idx="2"/>
            </p:cNvCxnSpPr>
            <p:nvPr/>
          </p:nvCxnSpPr>
          <p:spPr>
            <a:xfrm flipV="1">
              <a:off x="2946400" y="2804160"/>
              <a:ext cx="1270000" cy="103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CA6A3C5-2304-8687-4E5F-482C5B9DB9B2}"/>
                </a:ext>
              </a:extLst>
            </p:cNvPr>
            <p:cNvCxnSpPr>
              <a:cxnSpLocks/>
              <a:stCxn id="7" idx="6"/>
              <a:endCxn id="19" idx="2"/>
            </p:cNvCxnSpPr>
            <p:nvPr/>
          </p:nvCxnSpPr>
          <p:spPr>
            <a:xfrm>
              <a:off x="2946400" y="3844053"/>
              <a:ext cx="127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2EC4997-09B8-338E-A5B8-2ACC1531F560}"/>
                </a:ext>
              </a:extLst>
            </p:cNvPr>
            <p:cNvCxnSpPr/>
            <p:nvPr/>
          </p:nvCxnSpPr>
          <p:spPr>
            <a:xfrm>
              <a:off x="4927600" y="2570480"/>
              <a:ext cx="64008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6" name="直接连接符 95">
              <a:extLst>
                <a:ext uri="{FF2B5EF4-FFF2-40B4-BE49-F238E27FC236}">
                  <a16:creationId xmlns:a16="http://schemas.microsoft.com/office/drawing/2014/main" id="{B546EE1A-D346-17E8-8703-63B1FEE78FAC}"/>
                </a:ext>
              </a:extLst>
            </p:cNvPr>
            <p:cNvCxnSpPr>
              <a:stCxn id="22" idx="6"/>
              <a:endCxn id="28" idx="2"/>
            </p:cNvCxnSpPr>
            <p:nvPr/>
          </p:nvCxnSpPr>
          <p:spPr>
            <a:xfrm flipV="1">
              <a:off x="6268722" y="1564639"/>
              <a:ext cx="14731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3A46A7CA-43A1-4D96-7A86-30A7A4493BD6}"/>
                </a:ext>
              </a:extLst>
            </p:cNvPr>
            <p:cNvCxnSpPr>
              <a:cxnSpLocks/>
              <a:stCxn id="23" idx="6"/>
              <a:endCxn id="29" idx="2"/>
            </p:cNvCxnSpPr>
            <p:nvPr/>
          </p:nvCxnSpPr>
          <p:spPr>
            <a:xfrm flipV="1">
              <a:off x="6268722" y="2184399"/>
              <a:ext cx="14731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D55D0B57-FBEC-81FB-E2D8-4631B9CFA4E5}"/>
                </a:ext>
              </a:extLst>
            </p:cNvPr>
            <p:cNvCxnSpPr>
              <a:cxnSpLocks/>
              <a:stCxn id="24" idx="6"/>
              <a:endCxn id="30" idx="2"/>
            </p:cNvCxnSpPr>
            <p:nvPr/>
          </p:nvCxnSpPr>
          <p:spPr>
            <a:xfrm flipV="1">
              <a:off x="6268722" y="2804159"/>
              <a:ext cx="14731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9A12663E-FD91-5DC8-0C43-43E1828FF12B}"/>
                </a:ext>
              </a:extLst>
            </p:cNvPr>
            <p:cNvCxnSpPr>
              <a:cxnSpLocks/>
              <a:stCxn id="25" idx="6"/>
              <a:endCxn id="31" idx="2"/>
            </p:cNvCxnSpPr>
            <p:nvPr/>
          </p:nvCxnSpPr>
          <p:spPr>
            <a:xfrm flipV="1">
              <a:off x="6268722" y="3844052"/>
              <a:ext cx="147319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2F9CF67-010D-6E4D-EA4D-5DD6EE244325}"/>
                </a:ext>
              </a:extLst>
            </p:cNvPr>
            <p:cNvCxnSpPr>
              <a:cxnSpLocks/>
              <a:stCxn id="22" idx="6"/>
              <a:endCxn id="29" idx="2"/>
            </p:cNvCxnSpPr>
            <p:nvPr/>
          </p:nvCxnSpPr>
          <p:spPr>
            <a:xfrm>
              <a:off x="6268722" y="1564640"/>
              <a:ext cx="1473199" cy="6197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EA4F61AB-6D8E-0F3A-C927-614013ED2CAE}"/>
                </a:ext>
              </a:extLst>
            </p:cNvPr>
            <p:cNvCxnSpPr>
              <a:cxnSpLocks/>
              <a:stCxn id="22" idx="6"/>
              <a:endCxn id="30" idx="2"/>
            </p:cNvCxnSpPr>
            <p:nvPr/>
          </p:nvCxnSpPr>
          <p:spPr>
            <a:xfrm>
              <a:off x="6268722" y="1564640"/>
              <a:ext cx="1473199" cy="12395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3871D3BD-8B6E-0A4A-479A-8DC1CBB85EF7}"/>
                </a:ext>
              </a:extLst>
            </p:cNvPr>
            <p:cNvCxnSpPr>
              <a:cxnSpLocks/>
              <a:stCxn id="22" idx="6"/>
              <a:endCxn id="31" idx="2"/>
            </p:cNvCxnSpPr>
            <p:nvPr/>
          </p:nvCxnSpPr>
          <p:spPr>
            <a:xfrm>
              <a:off x="6268722" y="1564640"/>
              <a:ext cx="1473199" cy="22794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44986391-86C3-0FBF-4702-8A0E1A602AF2}"/>
                </a:ext>
              </a:extLst>
            </p:cNvPr>
            <p:cNvCxnSpPr>
              <a:cxnSpLocks/>
              <a:stCxn id="23" idx="6"/>
              <a:endCxn id="28" idx="2"/>
            </p:cNvCxnSpPr>
            <p:nvPr/>
          </p:nvCxnSpPr>
          <p:spPr>
            <a:xfrm flipV="1">
              <a:off x="6268722" y="1564639"/>
              <a:ext cx="1473199" cy="619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5EFBD5BA-395C-4FF7-C773-F2A7C699A110}"/>
                </a:ext>
              </a:extLst>
            </p:cNvPr>
            <p:cNvCxnSpPr>
              <a:cxnSpLocks/>
              <a:stCxn id="23" idx="6"/>
              <a:endCxn id="30" idx="2"/>
            </p:cNvCxnSpPr>
            <p:nvPr/>
          </p:nvCxnSpPr>
          <p:spPr>
            <a:xfrm>
              <a:off x="6268722" y="2184400"/>
              <a:ext cx="1473199" cy="6197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827813AB-0699-31E6-B709-DE2E591E82F7}"/>
                </a:ext>
              </a:extLst>
            </p:cNvPr>
            <p:cNvCxnSpPr>
              <a:cxnSpLocks/>
              <a:stCxn id="23" idx="6"/>
              <a:endCxn id="31" idx="2"/>
            </p:cNvCxnSpPr>
            <p:nvPr/>
          </p:nvCxnSpPr>
          <p:spPr>
            <a:xfrm>
              <a:off x="6268722" y="2184400"/>
              <a:ext cx="1473199" cy="1659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CBE98843-706A-64B6-CB86-82C785CDCE5A}"/>
                </a:ext>
              </a:extLst>
            </p:cNvPr>
            <p:cNvCxnSpPr>
              <a:cxnSpLocks/>
              <a:stCxn id="24" idx="6"/>
              <a:endCxn id="28" idx="2"/>
            </p:cNvCxnSpPr>
            <p:nvPr/>
          </p:nvCxnSpPr>
          <p:spPr>
            <a:xfrm flipV="1">
              <a:off x="6268722" y="1564639"/>
              <a:ext cx="1473199" cy="12395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1CA57184-0F63-3388-1B76-18995896AA9D}"/>
                </a:ext>
              </a:extLst>
            </p:cNvPr>
            <p:cNvCxnSpPr>
              <a:cxnSpLocks/>
              <a:stCxn id="24" idx="6"/>
              <a:endCxn id="31" idx="2"/>
            </p:cNvCxnSpPr>
            <p:nvPr/>
          </p:nvCxnSpPr>
          <p:spPr>
            <a:xfrm>
              <a:off x="6268722" y="2804160"/>
              <a:ext cx="1473199" cy="1039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451FE818-4A4B-7487-8273-3573D8018EEC}"/>
                </a:ext>
              </a:extLst>
            </p:cNvPr>
            <p:cNvCxnSpPr>
              <a:cxnSpLocks/>
              <a:stCxn id="24" idx="6"/>
              <a:endCxn id="29" idx="2"/>
            </p:cNvCxnSpPr>
            <p:nvPr/>
          </p:nvCxnSpPr>
          <p:spPr>
            <a:xfrm flipV="1">
              <a:off x="6268722" y="2184399"/>
              <a:ext cx="1473199" cy="619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4EABA7EB-6FD5-C4A6-D58C-8C8503405938}"/>
                </a:ext>
              </a:extLst>
            </p:cNvPr>
            <p:cNvCxnSpPr>
              <a:cxnSpLocks/>
              <a:stCxn id="25" idx="6"/>
              <a:endCxn id="28" idx="2"/>
            </p:cNvCxnSpPr>
            <p:nvPr/>
          </p:nvCxnSpPr>
          <p:spPr>
            <a:xfrm flipV="1">
              <a:off x="6268722" y="1564639"/>
              <a:ext cx="1473199" cy="2279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995E918F-8CA8-D11D-05FE-E48DD9E3D68C}"/>
                </a:ext>
              </a:extLst>
            </p:cNvPr>
            <p:cNvCxnSpPr>
              <a:cxnSpLocks/>
              <a:stCxn id="25" idx="6"/>
              <a:endCxn id="29" idx="2"/>
            </p:cNvCxnSpPr>
            <p:nvPr/>
          </p:nvCxnSpPr>
          <p:spPr>
            <a:xfrm flipV="1">
              <a:off x="6268722" y="2184399"/>
              <a:ext cx="1473199" cy="1659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51256BD5-874B-A09A-A790-39CC7FEE6BD3}"/>
                </a:ext>
              </a:extLst>
            </p:cNvPr>
            <p:cNvCxnSpPr>
              <a:cxnSpLocks/>
              <a:stCxn id="25" idx="6"/>
              <a:endCxn id="30" idx="2"/>
            </p:cNvCxnSpPr>
            <p:nvPr/>
          </p:nvCxnSpPr>
          <p:spPr>
            <a:xfrm flipV="1">
              <a:off x="6268722" y="2804159"/>
              <a:ext cx="1473199" cy="10398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77B1C793-921A-C1C7-E2E1-78C41A75B736}"/>
                </a:ext>
              </a:extLst>
            </p:cNvPr>
            <p:cNvCxnSpPr>
              <a:cxnSpLocks/>
              <a:stCxn id="28" idx="6"/>
            </p:cNvCxnSpPr>
            <p:nvPr/>
          </p:nvCxnSpPr>
          <p:spPr>
            <a:xfrm>
              <a:off x="8209281" y="1564639"/>
              <a:ext cx="10769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771075C3-F251-75EF-C90F-7D5AA6F5B83E}"/>
                </a:ext>
              </a:extLst>
            </p:cNvPr>
            <p:cNvCxnSpPr>
              <a:cxnSpLocks/>
              <a:stCxn id="29" idx="6"/>
            </p:cNvCxnSpPr>
            <p:nvPr/>
          </p:nvCxnSpPr>
          <p:spPr>
            <a:xfrm>
              <a:off x="8209281" y="2184399"/>
              <a:ext cx="10769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198562B7-32C4-6308-9654-D4053E33BCCE}"/>
                </a:ext>
              </a:extLst>
            </p:cNvPr>
            <p:cNvCxnSpPr>
              <a:cxnSpLocks/>
              <a:stCxn id="30" idx="6"/>
            </p:cNvCxnSpPr>
            <p:nvPr/>
          </p:nvCxnSpPr>
          <p:spPr>
            <a:xfrm>
              <a:off x="8209281" y="2804159"/>
              <a:ext cx="10769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1FAFABDC-29B1-3029-3411-875399C1C507}"/>
                </a:ext>
              </a:extLst>
            </p:cNvPr>
            <p:cNvCxnSpPr>
              <a:cxnSpLocks/>
              <a:stCxn id="31" idx="6"/>
            </p:cNvCxnSpPr>
            <p:nvPr/>
          </p:nvCxnSpPr>
          <p:spPr>
            <a:xfrm>
              <a:off x="8209281" y="3844052"/>
              <a:ext cx="107695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6" name="文本框 155">
            <a:extLst>
              <a:ext uri="{FF2B5EF4-FFF2-40B4-BE49-F238E27FC236}">
                <a16:creationId xmlns:a16="http://schemas.microsoft.com/office/drawing/2014/main" id="{3A00AFA3-C9C5-0D2A-0CCC-22A342BE5339}"/>
              </a:ext>
            </a:extLst>
          </p:cNvPr>
          <p:cNvSpPr txBox="1"/>
          <p:nvPr/>
        </p:nvSpPr>
        <p:spPr>
          <a:xfrm>
            <a:off x="2763520" y="4328150"/>
            <a:ext cx="995680" cy="400110"/>
          </a:xfrm>
          <a:prstGeom prst="rect">
            <a:avLst/>
          </a:prstGeom>
          <a:noFill/>
        </p:spPr>
        <p:txBody>
          <a:bodyPr wrap="square" rtlCol="0">
            <a:spAutoFit/>
          </a:bodyPr>
          <a:lstStyle/>
          <a:p>
            <a:r>
              <a:rPr lang="zh-CN" altLang="en-US" sz="2000" dirty="0"/>
              <a:t>输入层</a:t>
            </a:r>
          </a:p>
        </p:txBody>
      </p:sp>
      <p:sp>
        <p:nvSpPr>
          <p:cNvPr id="158" name="文本框 157">
            <a:extLst>
              <a:ext uri="{FF2B5EF4-FFF2-40B4-BE49-F238E27FC236}">
                <a16:creationId xmlns:a16="http://schemas.microsoft.com/office/drawing/2014/main" id="{7088815F-60BC-A596-6479-253BC0020789}"/>
              </a:ext>
            </a:extLst>
          </p:cNvPr>
          <p:cNvSpPr txBox="1"/>
          <p:nvPr/>
        </p:nvSpPr>
        <p:spPr>
          <a:xfrm>
            <a:off x="5455920" y="4328160"/>
            <a:ext cx="741678" cy="400100"/>
          </a:xfrm>
          <a:prstGeom prst="rect">
            <a:avLst/>
          </a:prstGeom>
          <a:noFill/>
        </p:spPr>
        <p:txBody>
          <a:bodyPr wrap="square" rtlCol="0">
            <a:spAutoFit/>
          </a:bodyPr>
          <a:lstStyle/>
          <a:p>
            <a:r>
              <a:rPr lang="zh-CN" altLang="en-US" sz="2000" dirty="0"/>
              <a:t>隐层</a:t>
            </a:r>
          </a:p>
        </p:txBody>
      </p:sp>
      <p:sp>
        <p:nvSpPr>
          <p:cNvPr id="159" name="文本框 158">
            <a:extLst>
              <a:ext uri="{FF2B5EF4-FFF2-40B4-BE49-F238E27FC236}">
                <a16:creationId xmlns:a16="http://schemas.microsoft.com/office/drawing/2014/main" id="{2062B3AF-2DBB-3120-12F5-9968A9921712}"/>
              </a:ext>
            </a:extLst>
          </p:cNvPr>
          <p:cNvSpPr txBox="1"/>
          <p:nvPr/>
        </p:nvSpPr>
        <p:spPr>
          <a:xfrm>
            <a:off x="7955280" y="4328160"/>
            <a:ext cx="995680" cy="400110"/>
          </a:xfrm>
          <a:prstGeom prst="rect">
            <a:avLst/>
          </a:prstGeom>
          <a:noFill/>
        </p:spPr>
        <p:txBody>
          <a:bodyPr wrap="square" rtlCol="0">
            <a:spAutoFit/>
          </a:bodyPr>
          <a:lstStyle/>
          <a:p>
            <a:r>
              <a:rPr lang="zh-CN" altLang="en-US" sz="2000" dirty="0"/>
              <a:t>输出层</a:t>
            </a:r>
          </a:p>
        </p:txBody>
      </p:sp>
      <p:sp>
        <p:nvSpPr>
          <p:cNvPr id="160" name="左大括号 159">
            <a:extLst>
              <a:ext uri="{FF2B5EF4-FFF2-40B4-BE49-F238E27FC236}">
                <a16:creationId xmlns:a16="http://schemas.microsoft.com/office/drawing/2014/main" id="{9BDEC702-493F-F302-C12A-ED5C30097F55}"/>
              </a:ext>
            </a:extLst>
          </p:cNvPr>
          <p:cNvSpPr/>
          <p:nvPr/>
        </p:nvSpPr>
        <p:spPr>
          <a:xfrm>
            <a:off x="1524000" y="1523999"/>
            <a:ext cx="264159" cy="22794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2" name="右大括号 161">
            <a:extLst>
              <a:ext uri="{FF2B5EF4-FFF2-40B4-BE49-F238E27FC236}">
                <a16:creationId xmlns:a16="http://schemas.microsoft.com/office/drawing/2014/main" id="{4E80ADB7-F669-E149-4AFF-AF7085D2B170}"/>
              </a:ext>
            </a:extLst>
          </p:cNvPr>
          <p:cNvSpPr/>
          <p:nvPr/>
        </p:nvSpPr>
        <p:spPr>
          <a:xfrm>
            <a:off x="10271760" y="1523992"/>
            <a:ext cx="233680" cy="227941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3" name="文本框 162">
            <a:extLst>
              <a:ext uri="{FF2B5EF4-FFF2-40B4-BE49-F238E27FC236}">
                <a16:creationId xmlns:a16="http://schemas.microsoft.com/office/drawing/2014/main" id="{048DFD66-A86C-2D19-8EF2-CE80A72D7C9D}"/>
              </a:ext>
            </a:extLst>
          </p:cNvPr>
          <p:cNvSpPr txBox="1"/>
          <p:nvPr/>
        </p:nvSpPr>
        <p:spPr>
          <a:xfrm>
            <a:off x="8950960" y="2455147"/>
            <a:ext cx="762000" cy="369332"/>
          </a:xfrm>
          <a:prstGeom prst="rect">
            <a:avLst/>
          </a:prstGeom>
          <a:noFill/>
        </p:spPr>
        <p:txBody>
          <a:bodyPr wrap="square" rtlCol="0">
            <a:spAutoFit/>
          </a:bodyPr>
          <a:lstStyle/>
          <a:p>
            <a:r>
              <a:rPr lang="zh-CN" altLang="en-US" dirty="0"/>
              <a:t>概率</a:t>
            </a:r>
          </a:p>
        </p:txBody>
      </p:sp>
      <p:sp>
        <p:nvSpPr>
          <p:cNvPr id="164" name="文本框 163">
            <a:extLst>
              <a:ext uri="{FF2B5EF4-FFF2-40B4-BE49-F238E27FC236}">
                <a16:creationId xmlns:a16="http://schemas.microsoft.com/office/drawing/2014/main" id="{B97DC579-2616-C6B9-613D-74D7ECCAAF02}"/>
              </a:ext>
            </a:extLst>
          </p:cNvPr>
          <p:cNvSpPr txBox="1"/>
          <p:nvPr/>
        </p:nvSpPr>
        <p:spPr>
          <a:xfrm>
            <a:off x="10668000" y="2453639"/>
            <a:ext cx="680719" cy="369332"/>
          </a:xfrm>
          <a:prstGeom prst="rect">
            <a:avLst/>
          </a:prstGeom>
          <a:noFill/>
        </p:spPr>
        <p:txBody>
          <a:bodyPr wrap="square" rtlCol="0">
            <a:spAutoFit/>
          </a:bodyPr>
          <a:lstStyle/>
          <a:p>
            <a:r>
              <a:rPr lang="zh-CN" altLang="en-US" dirty="0"/>
              <a:t>下标</a:t>
            </a:r>
          </a:p>
        </p:txBody>
      </p:sp>
      <p:sp>
        <p:nvSpPr>
          <p:cNvPr id="165" name="文本框 164">
            <a:extLst>
              <a:ext uri="{FF2B5EF4-FFF2-40B4-BE49-F238E27FC236}">
                <a16:creationId xmlns:a16="http://schemas.microsoft.com/office/drawing/2014/main" id="{66975E28-34ED-0AFB-8BF0-55C8EE7A5DE5}"/>
              </a:ext>
            </a:extLst>
          </p:cNvPr>
          <p:cNvSpPr txBox="1"/>
          <p:nvPr/>
        </p:nvSpPr>
        <p:spPr>
          <a:xfrm>
            <a:off x="3688081" y="1105653"/>
            <a:ext cx="833120" cy="369332"/>
          </a:xfrm>
          <a:prstGeom prst="rect">
            <a:avLst/>
          </a:prstGeom>
          <a:noFill/>
        </p:spPr>
        <p:txBody>
          <a:bodyPr wrap="square" rtlCol="0">
            <a:spAutoFit/>
          </a:bodyPr>
          <a:lstStyle/>
          <a:p>
            <a:r>
              <a:rPr lang="zh-CN" altLang="en-US" dirty="0"/>
              <a:t>权重</a:t>
            </a:r>
            <a:r>
              <a:rPr lang="en-US" altLang="zh-CN" dirty="0"/>
              <a:t>w</a:t>
            </a:r>
            <a:endParaRPr lang="zh-CN" altLang="en-US" dirty="0"/>
          </a:p>
        </p:txBody>
      </p:sp>
      <p:sp>
        <p:nvSpPr>
          <p:cNvPr id="167" name="文本框 166">
            <a:extLst>
              <a:ext uri="{FF2B5EF4-FFF2-40B4-BE49-F238E27FC236}">
                <a16:creationId xmlns:a16="http://schemas.microsoft.com/office/drawing/2014/main" id="{8C95B20C-935A-8B39-7C3A-DC65156D59E6}"/>
              </a:ext>
            </a:extLst>
          </p:cNvPr>
          <p:cNvSpPr txBox="1"/>
          <p:nvPr/>
        </p:nvSpPr>
        <p:spPr>
          <a:xfrm>
            <a:off x="7137401" y="1137919"/>
            <a:ext cx="833120" cy="369332"/>
          </a:xfrm>
          <a:prstGeom prst="rect">
            <a:avLst/>
          </a:prstGeom>
          <a:noFill/>
        </p:spPr>
        <p:txBody>
          <a:bodyPr wrap="square" rtlCol="0">
            <a:spAutoFit/>
          </a:bodyPr>
          <a:lstStyle/>
          <a:p>
            <a:r>
              <a:rPr lang="zh-CN" altLang="en-US" dirty="0"/>
              <a:t>权重</a:t>
            </a:r>
            <a:r>
              <a:rPr lang="en-US" altLang="zh-CN" dirty="0"/>
              <a:t>w</a:t>
            </a:r>
            <a:endParaRPr lang="zh-CN" altLang="en-US" dirty="0"/>
          </a:p>
        </p:txBody>
      </p:sp>
      <p:sp>
        <p:nvSpPr>
          <p:cNvPr id="168" name="文本框 167">
            <a:extLst>
              <a:ext uri="{FF2B5EF4-FFF2-40B4-BE49-F238E27FC236}">
                <a16:creationId xmlns:a16="http://schemas.microsoft.com/office/drawing/2014/main" id="{FB419190-DF06-D4F6-1C15-AB388F0C06A3}"/>
              </a:ext>
            </a:extLst>
          </p:cNvPr>
          <p:cNvSpPr txBox="1"/>
          <p:nvPr/>
        </p:nvSpPr>
        <p:spPr>
          <a:xfrm>
            <a:off x="873760" y="2529839"/>
            <a:ext cx="294640" cy="369332"/>
          </a:xfrm>
          <a:prstGeom prst="rect">
            <a:avLst/>
          </a:prstGeom>
          <a:noFill/>
        </p:spPr>
        <p:txBody>
          <a:bodyPr wrap="square" rtlCol="0">
            <a:spAutoFit/>
          </a:bodyPr>
          <a:lstStyle/>
          <a:p>
            <a:r>
              <a:rPr lang="en-US" altLang="zh-CN" dirty="0"/>
              <a:t>X</a:t>
            </a:r>
            <a:endParaRPr lang="zh-CN" altLang="en-US" dirty="0"/>
          </a:p>
        </p:txBody>
      </p:sp>
      <p:sp>
        <p:nvSpPr>
          <p:cNvPr id="169" name="文本框 168">
            <a:extLst>
              <a:ext uri="{FF2B5EF4-FFF2-40B4-BE49-F238E27FC236}">
                <a16:creationId xmlns:a16="http://schemas.microsoft.com/office/drawing/2014/main" id="{5442B665-CD52-6314-00DF-88D1022BE9CD}"/>
              </a:ext>
            </a:extLst>
          </p:cNvPr>
          <p:cNvSpPr txBox="1"/>
          <p:nvPr/>
        </p:nvSpPr>
        <p:spPr>
          <a:xfrm>
            <a:off x="873760" y="5076985"/>
            <a:ext cx="4094480" cy="369332"/>
          </a:xfrm>
          <a:prstGeom prst="rect">
            <a:avLst/>
          </a:prstGeom>
          <a:noFill/>
        </p:spPr>
        <p:txBody>
          <a:bodyPr wrap="square" rtlCol="0">
            <a:spAutoFit/>
          </a:bodyPr>
          <a:lstStyle/>
          <a:p>
            <a:r>
              <a:rPr lang="en-US" altLang="zh-CN" dirty="0"/>
              <a:t>X:</a:t>
            </a:r>
            <a:r>
              <a:rPr lang="zh-CN" altLang="en-US" dirty="0"/>
              <a:t>输入神经网络的输入值，是一个向量。</a:t>
            </a:r>
          </a:p>
        </p:txBody>
      </p:sp>
      <p:sp>
        <p:nvSpPr>
          <p:cNvPr id="170" name="左大括号 169">
            <a:extLst>
              <a:ext uri="{FF2B5EF4-FFF2-40B4-BE49-F238E27FC236}">
                <a16:creationId xmlns:a16="http://schemas.microsoft.com/office/drawing/2014/main" id="{290AEB47-62EA-8B76-7A06-8E8077DE9B17}"/>
              </a:ext>
            </a:extLst>
          </p:cNvPr>
          <p:cNvSpPr/>
          <p:nvPr/>
        </p:nvSpPr>
        <p:spPr>
          <a:xfrm>
            <a:off x="5029200" y="4998720"/>
            <a:ext cx="142240" cy="5892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1" name="文本框 170">
            <a:extLst>
              <a:ext uri="{FF2B5EF4-FFF2-40B4-BE49-F238E27FC236}">
                <a16:creationId xmlns:a16="http://schemas.microsoft.com/office/drawing/2014/main" id="{EEA02C91-5DB2-94AE-AF3A-6EDB74DB1E96}"/>
              </a:ext>
            </a:extLst>
          </p:cNvPr>
          <p:cNvSpPr txBox="1"/>
          <p:nvPr/>
        </p:nvSpPr>
        <p:spPr>
          <a:xfrm>
            <a:off x="5232402" y="4843298"/>
            <a:ext cx="5161280" cy="369332"/>
          </a:xfrm>
          <a:prstGeom prst="rect">
            <a:avLst/>
          </a:prstGeom>
          <a:noFill/>
        </p:spPr>
        <p:txBody>
          <a:bodyPr wrap="square" rtlCol="0">
            <a:spAutoFit/>
          </a:bodyPr>
          <a:lstStyle/>
          <a:p>
            <a:r>
              <a:rPr lang="zh-CN" altLang="en-US" dirty="0"/>
              <a:t>图像数据，比如</a:t>
            </a:r>
            <a:r>
              <a:rPr lang="en-US" altLang="zh-CN" dirty="0"/>
              <a:t>28x28</a:t>
            </a:r>
            <a:r>
              <a:rPr lang="zh-CN" altLang="en-US" dirty="0"/>
              <a:t>，输入的向量维度高达</a:t>
            </a:r>
            <a:r>
              <a:rPr lang="en-US" altLang="zh-CN" dirty="0"/>
              <a:t>784</a:t>
            </a:r>
            <a:r>
              <a:rPr lang="zh-CN" altLang="en-US" dirty="0"/>
              <a:t>。</a:t>
            </a:r>
          </a:p>
        </p:txBody>
      </p:sp>
      <p:sp>
        <p:nvSpPr>
          <p:cNvPr id="173" name="文本框 172">
            <a:extLst>
              <a:ext uri="{FF2B5EF4-FFF2-40B4-BE49-F238E27FC236}">
                <a16:creationId xmlns:a16="http://schemas.microsoft.com/office/drawing/2014/main" id="{CEE647BB-2D48-2C30-9CDC-551321C98797}"/>
              </a:ext>
            </a:extLst>
          </p:cNvPr>
          <p:cNvSpPr txBox="1"/>
          <p:nvPr/>
        </p:nvSpPr>
        <p:spPr>
          <a:xfrm>
            <a:off x="5232400" y="5446317"/>
            <a:ext cx="6532880" cy="646331"/>
          </a:xfrm>
          <a:prstGeom prst="rect">
            <a:avLst/>
          </a:prstGeom>
          <a:noFill/>
        </p:spPr>
        <p:txBody>
          <a:bodyPr wrap="square" rtlCol="0">
            <a:spAutoFit/>
          </a:bodyPr>
          <a:lstStyle/>
          <a:p>
            <a:r>
              <a:rPr lang="zh-CN" altLang="en-US" dirty="0"/>
              <a:t>文本数据，</a:t>
            </a:r>
            <a:r>
              <a:rPr lang="en-US" altLang="zh-CN" dirty="0"/>
              <a:t>one-hot</a:t>
            </a:r>
            <a:r>
              <a:rPr lang="zh-CN" altLang="en-US" dirty="0"/>
              <a:t>编码，在进行词向量进行降维度，表达词间关联度。</a:t>
            </a:r>
          </a:p>
        </p:txBody>
      </p:sp>
      <p:sp>
        <p:nvSpPr>
          <p:cNvPr id="174" name="文本框 173">
            <a:extLst>
              <a:ext uri="{FF2B5EF4-FFF2-40B4-BE49-F238E27FC236}">
                <a16:creationId xmlns:a16="http://schemas.microsoft.com/office/drawing/2014/main" id="{58E38954-C34C-DAC0-1E89-D68690DA7D4E}"/>
              </a:ext>
            </a:extLst>
          </p:cNvPr>
          <p:cNvSpPr txBox="1"/>
          <p:nvPr/>
        </p:nvSpPr>
        <p:spPr>
          <a:xfrm>
            <a:off x="629919" y="463808"/>
            <a:ext cx="2865121" cy="523220"/>
          </a:xfrm>
          <a:prstGeom prst="rect">
            <a:avLst/>
          </a:prstGeom>
          <a:noFill/>
        </p:spPr>
        <p:txBody>
          <a:bodyPr wrap="square" rtlCol="0">
            <a:spAutoFit/>
          </a:bodyPr>
          <a:lstStyle/>
          <a:p>
            <a:r>
              <a:rPr lang="zh-CN" altLang="en-US" sz="2800" b="1" dirty="0"/>
              <a:t>全连接神经网络</a:t>
            </a:r>
          </a:p>
        </p:txBody>
      </p:sp>
    </p:spTree>
    <p:extLst>
      <p:ext uri="{BB962C8B-B14F-4D97-AF65-F5344CB8AC3E}">
        <p14:creationId xmlns:p14="http://schemas.microsoft.com/office/powerpoint/2010/main" val="4019944151"/>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7CFFE1-8433-E1D3-2997-2F584BCBB912}"/>
              </a:ext>
            </a:extLst>
          </p:cNvPr>
          <p:cNvSpPr txBox="1"/>
          <p:nvPr/>
        </p:nvSpPr>
        <p:spPr>
          <a:xfrm>
            <a:off x="670560" y="619760"/>
            <a:ext cx="5547360" cy="523220"/>
          </a:xfrm>
          <a:prstGeom prst="rect">
            <a:avLst/>
          </a:prstGeom>
          <a:noFill/>
        </p:spPr>
        <p:txBody>
          <a:bodyPr wrap="square" rtlCol="0">
            <a:spAutoFit/>
          </a:bodyPr>
          <a:lstStyle/>
          <a:p>
            <a:r>
              <a:rPr lang="zh-CN" altLang="en-US" sz="2800" dirty="0"/>
              <a:t>解释一下对于输入数据的向量转化</a:t>
            </a:r>
          </a:p>
        </p:txBody>
      </p:sp>
      <p:sp>
        <p:nvSpPr>
          <p:cNvPr id="3" name="文本框 2">
            <a:extLst>
              <a:ext uri="{FF2B5EF4-FFF2-40B4-BE49-F238E27FC236}">
                <a16:creationId xmlns:a16="http://schemas.microsoft.com/office/drawing/2014/main" id="{FB78BF18-D63B-588E-2BBB-80A1CD283E55}"/>
              </a:ext>
            </a:extLst>
          </p:cNvPr>
          <p:cNvSpPr txBox="1"/>
          <p:nvPr/>
        </p:nvSpPr>
        <p:spPr>
          <a:xfrm>
            <a:off x="1463040" y="1542832"/>
            <a:ext cx="2753360" cy="369332"/>
          </a:xfrm>
          <a:prstGeom prst="rect">
            <a:avLst/>
          </a:prstGeom>
          <a:noFill/>
        </p:spPr>
        <p:txBody>
          <a:bodyPr wrap="square" rtlCol="0">
            <a:spAutoFit/>
          </a:bodyPr>
          <a:lstStyle/>
          <a:p>
            <a:r>
              <a:rPr lang="zh-CN" altLang="en-US" dirty="0"/>
              <a:t>比如有一句话</a:t>
            </a:r>
            <a:r>
              <a:rPr lang="en-US" altLang="zh-CN" dirty="0"/>
              <a:t>:</a:t>
            </a:r>
            <a:r>
              <a:rPr lang="zh-CN" altLang="en-US" dirty="0"/>
              <a:t>我叫周密！</a:t>
            </a:r>
          </a:p>
        </p:txBody>
      </p:sp>
      <p:sp>
        <p:nvSpPr>
          <p:cNvPr id="4" name="文本框 3">
            <a:extLst>
              <a:ext uri="{FF2B5EF4-FFF2-40B4-BE49-F238E27FC236}">
                <a16:creationId xmlns:a16="http://schemas.microsoft.com/office/drawing/2014/main" id="{3C9D1BCF-5CB8-F509-5D8E-7D50F530DCCF}"/>
              </a:ext>
            </a:extLst>
          </p:cNvPr>
          <p:cNvSpPr txBox="1"/>
          <p:nvPr/>
        </p:nvSpPr>
        <p:spPr>
          <a:xfrm>
            <a:off x="1463040" y="2213094"/>
            <a:ext cx="375920" cy="369332"/>
          </a:xfrm>
          <a:prstGeom prst="rect">
            <a:avLst/>
          </a:prstGeom>
          <a:noFill/>
        </p:spPr>
        <p:txBody>
          <a:bodyPr wrap="square" rtlCol="0">
            <a:spAutoFit/>
          </a:bodyPr>
          <a:lstStyle/>
          <a:p>
            <a:r>
              <a:rPr lang="zh-CN" altLang="en-US" dirty="0"/>
              <a:t>我</a:t>
            </a:r>
          </a:p>
        </p:txBody>
      </p:sp>
      <p:sp>
        <p:nvSpPr>
          <p:cNvPr id="6" name="文本框 5">
            <a:extLst>
              <a:ext uri="{FF2B5EF4-FFF2-40B4-BE49-F238E27FC236}">
                <a16:creationId xmlns:a16="http://schemas.microsoft.com/office/drawing/2014/main" id="{2F61D99E-C61F-2088-E1CE-43348F105E8F}"/>
              </a:ext>
            </a:extLst>
          </p:cNvPr>
          <p:cNvSpPr txBox="1"/>
          <p:nvPr/>
        </p:nvSpPr>
        <p:spPr>
          <a:xfrm>
            <a:off x="1457960" y="2698690"/>
            <a:ext cx="304800" cy="369332"/>
          </a:xfrm>
          <a:prstGeom prst="rect">
            <a:avLst/>
          </a:prstGeom>
          <a:noFill/>
        </p:spPr>
        <p:txBody>
          <a:bodyPr wrap="square" rtlCol="0">
            <a:spAutoFit/>
          </a:bodyPr>
          <a:lstStyle/>
          <a:p>
            <a:r>
              <a:rPr lang="zh-CN" altLang="en-US" dirty="0"/>
              <a:t>叫</a:t>
            </a:r>
          </a:p>
        </p:txBody>
      </p:sp>
      <p:sp>
        <p:nvSpPr>
          <p:cNvPr id="7" name="文本框 6">
            <a:extLst>
              <a:ext uri="{FF2B5EF4-FFF2-40B4-BE49-F238E27FC236}">
                <a16:creationId xmlns:a16="http://schemas.microsoft.com/office/drawing/2014/main" id="{E57970BD-5FA9-30A3-C8A6-34C7F50EA2F8}"/>
              </a:ext>
            </a:extLst>
          </p:cNvPr>
          <p:cNvSpPr txBox="1"/>
          <p:nvPr/>
        </p:nvSpPr>
        <p:spPr>
          <a:xfrm>
            <a:off x="1463040" y="3305017"/>
            <a:ext cx="650240" cy="369332"/>
          </a:xfrm>
          <a:prstGeom prst="rect">
            <a:avLst/>
          </a:prstGeom>
          <a:noFill/>
        </p:spPr>
        <p:txBody>
          <a:bodyPr wrap="square" rtlCol="0">
            <a:spAutoFit/>
          </a:bodyPr>
          <a:lstStyle/>
          <a:p>
            <a:r>
              <a:rPr lang="zh-CN" altLang="en-US" dirty="0"/>
              <a:t>周密</a:t>
            </a:r>
          </a:p>
        </p:txBody>
      </p:sp>
      <p:sp>
        <p:nvSpPr>
          <p:cNvPr id="8" name="矩形 7">
            <a:extLst>
              <a:ext uri="{FF2B5EF4-FFF2-40B4-BE49-F238E27FC236}">
                <a16:creationId xmlns:a16="http://schemas.microsoft.com/office/drawing/2014/main" id="{905E86E8-4F45-838D-8945-8BAD7D48BE6D}"/>
              </a:ext>
            </a:extLst>
          </p:cNvPr>
          <p:cNvSpPr/>
          <p:nvPr/>
        </p:nvSpPr>
        <p:spPr>
          <a:xfrm>
            <a:off x="2227580" y="2243088"/>
            <a:ext cx="2433320" cy="3655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(1,0,0,0,0,…,0)</a:t>
            </a:r>
            <a:endParaRPr lang="zh-CN" altLang="en-US" dirty="0">
              <a:solidFill>
                <a:schemeClr val="tx1"/>
              </a:solidFill>
            </a:endParaRPr>
          </a:p>
        </p:txBody>
      </p:sp>
      <p:sp>
        <p:nvSpPr>
          <p:cNvPr id="9" name="矩形 8">
            <a:extLst>
              <a:ext uri="{FF2B5EF4-FFF2-40B4-BE49-F238E27FC236}">
                <a16:creationId xmlns:a16="http://schemas.microsoft.com/office/drawing/2014/main" id="{57DFE318-8223-386D-39E1-F8022D602D28}"/>
              </a:ext>
            </a:extLst>
          </p:cNvPr>
          <p:cNvSpPr/>
          <p:nvPr/>
        </p:nvSpPr>
        <p:spPr>
          <a:xfrm>
            <a:off x="2329180" y="2608590"/>
            <a:ext cx="2230120" cy="3631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(0,1,0,0,0,…,0)</a:t>
            </a:r>
            <a:endParaRPr lang="zh-CN" altLang="en-US" dirty="0">
              <a:solidFill>
                <a:schemeClr val="tx1"/>
              </a:solidFill>
            </a:endParaRPr>
          </a:p>
        </p:txBody>
      </p:sp>
      <p:sp>
        <p:nvSpPr>
          <p:cNvPr id="10" name="矩形 9">
            <a:extLst>
              <a:ext uri="{FF2B5EF4-FFF2-40B4-BE49-F238E27FC236}">
                <a16:creationId xmlns:a16="http://schemas.microsoft.com/office/drawing/2014/main" id="{48124F76-0F33-E0A7-46CB-F672F1A8A777}"/>
              </a:ext>
            </a:extLst>
          </p:cNvPr>
          <p:cNvSpPr/>
          <p:nvPr/>
        </p:nvSpPr>
        <p:spPr>
          <a:xfrm>
            <a:off x="2227580" y="3305017"/>
            <a:ext cx="2433320" cy="3631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(0,0,1,0,0,…,0)</a:t>
            </a:r>
            <a:endParaRPr lang="zh-CN" altLang="en-US" dirty="0">
              <a:solidFill>
                <a:schemeClr val="tx1"/>
              </a:solidFill>
            </a:endParaRPr>
          </a:p>
        </p:txBody>
      </p:sp>
      <p:sp>
        <p:nvSpPr>
          <p:cNvPr id="11" name="箭头: 右 10">
            <a:extLst>
              <a:ext uri="{FF2B5EF4-FFF2-40B4-BE49-F238E27FC236}">
                <a16:creationId xmlns:a16="http://schemas.microsoft.com/office/drawing/2014/main" id="{F0011B15-BB00-5355-F759-396D270D610F}"/>
              </a:ext>
            </a:extLst>
          </p:cNvPr>
          <p:cNvSpPr/>
          <p:nvPr/>
        </p:nvSpPr>
        <p:spPr>
          <a:xfrm>
            <a:off x="4660900" y="2582426"/>
            <a:ext cx="2123440" cy="64218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zh-CN" altLang="en-US" dirty="0"/>
              <a:t>维</a:t>
            </a:r>
            <a:r>
              <a:rPr lang="en-US" altLang="zh-CN" dirty="0"/>
              <a:t>one-hot</a:t>
            </a:r>
            <a:r>
              <a:rPr lang="zh-CN" altLang="en-US" dirty="0"/>
              <a:t>编码</a:t>
            </a:r>
          </a:p>
        </p:txBody>
      </p:sp>
      <p:sp>
        <p:nvSpPr>
          <p:cNvPr id="13" name="立方体 12">
            <a:extLst>
              <a:ext uri="{FF2B5EF4-FFF2-40B4-BE49-F238E27FC236}">
                <a16:creationId xmlns:a16="http://schemas.microsoft.com/office/drawing/2014/main" id="{C53C2CB9-7F1F-9803-E178-FC6BDE73CF25}"/>
              </a:ext>
            </a:extLst>
          </p:cNvPr>
          <p:cNvSpPr/>
          <p:nvPr/>
        </p:nvSpPr>
        <p:spPr>
          <a:xfrm>
            <a:off x="6885940" y="2304162"/>
            <a:ext cx="1188720" cy="1117600"/>
          </a:xfrm>
          <a:prstGeom prst="cube">
            <a:avLst/>
          </a:prstGeom>
          <a:solidFill>
            <a:schemeClr val="tx1">
              <a:lumMod val="95000"/>
              <a:lumOff val="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词矩阵</a:t>
            </a:r>
          </a:p>
        </p:txBody>
      </p:sp>
      <p:sp>
        <p:nvSpPr>
          <p:cNvPr id="14" name="箭头: 右 13">
            <a:extLst>
              <a:ext uri="{FF2B5EF4-FFF2-40B4-BE49-F238E27FC236}">
                <a16:creationId xmlns:a16="http://schemas.microsoft.com/office/drawing/2014/main" id="{CCFE5AD2-2EAD-939A-D8AF-3B5E60798817}"/>
              </a:ext>
            </a:extLst>
          </p:cNvPr>
          <p:cNvSpPr/>
          <p:nvPr/>
        </p:nvSpPr>
        <p:spPr>
          <a:xfrm>
            <a:off x="8379460" y="2620396"/>
            <a:ext cx="1483360" cy="60421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做乘法</a:t>
            </a:r>
          </a:p>
        </p:txBody>
      </p:sp>
      <p:sp>
        <p:nvSpPr>
          <p:cNvPr id="15" name="文本框 14">
            <a:extLst>
              <a:ext uri="{FF2B5EF4-FFF2-40B4-BE49-F238E27FC236}">
                <a16:creationId xmlns:a16="http://schemas.microsoft.com/office/drawing/2014/main" id="{260FB365-5A3D-593A-F3CC-6965A655F31A}"/>
              </a:ext>
            </a:extLst>
          </p:cNvPr>
          <p:cNvSpPr txBox="1"/>
          <p:nvPr/>
        </p:nvSpPr>
        <p:spPr>
          <a:xfrm>
            <a:off x="9966960" y="2632348"/>
            <a:ext cx="1590040" cy="369332"/>
          </a:xfrm>
          <a:prstGeom prst="rect">
            <a:avLst/>
          </a:prstGeom>
          <a:noFill/>
        </p:spPr>
        <p:txBody>
          <a:bodyPr wrap="square" rtlCol="0">
            <a:spAutoFit/>
          </a:bodyPr>
          <a:lstStyle/>
          <a:p>
            <a:r>
              <a:rPr lang="zh-CN" altLang="en-US" dirty="0"/>
              <a:t>低维度词向量</a:t>
            </a:r>
          </a:p>
        </p:txBody>
      </p:sp>
      <p:sp>
        <p:nvSpPr>
          <p:cNvPr id="16" name="文本框 15">
            <a:extLst>
              <a:ext uri="{FF2B5EF4-FFF2-40B4-BE49-F238E27FC236}">
                <a16:creationId xmlns:a16="http://schemas.microsoft.com/office/drawing/2014/main" id="{0413E4B4-6477-13F8-793B-79D126284A5A}"/>
              </a:ext>
            </a:extLst>
          </p:cNvPr>
          <p:cNvSpPr txBox="1"/>
          <p:nvPr/>
        </p:nvSpPr>
        <p:spPr>
          <a:xfrm>
            <a:off x="1440180" y="4090909"/>
            <a:ext cx="5445760" cy="369332"/>
          </a:xfrm>
          <a:prstGeom prst="rect">
            <a:avLst/>
          </a:prstGeom>
          <a:noFill/>
        </p:spPr>
        <p:txBody>
          <a:bodyPr wrap="square" rtlCol="0">
            <a:spAutoFit/>
          </a:bodyPr>
          <a:lstStyle/>
          <a:p>
            <a:r>
              <a:rPr lang="zh-CN" altLang="en-US" dirty="0"/>
              <a:t>做乘法</a:t>
            </a:r>
            <a:r>
              <a:rPr lang="en-US" altLang="zh-CN" dirty="0"/>
              <a:t>:</a:t>
            </a:r>
            <a:r>
              <a:rPr lang="zh-CN" altLang="en-US" dirty="0"/>
              <a:t>记一个词的 </a:t>
            </a:r>
            <a:r>
              <a:rPr lang="en-US" altLang="zh-CN" dirty="0"/>
              <a:t>one-hot </a:t>
            </a:r>
            <a:r>
              <a:rPr lang="zh-CN" altLang="en-US" dirty="0"/>
              <a:t>向量为 </a:t>
            </a:r>
            <a:r>
              <a:rPr lang="en-US" altLang="zh-CN" dirty="0"/>
              <a:t>a</a:t>
            </a:r>
            <a:r>
              <a:rPr lang="en-US" altLang="zh-CN" sz="1100" dirty="0"/>
              <a:t>1xn </a:t>
            </a:r>
            <a:r>
              <a:rPr lang="en-US" altLang="zh-CN" dirty="0"/>
              <a:t>,</a:t>
            </a:r>
            <a:r>
              <a:rPr lang="zh-CN" altLang="en-US" dirty="0"/>
              <a:t>词矩阵 </a:t>
            </a:r>
            <a:r>
              <a:rPr lang="en-US" altLang="zh-CN" dirty="0" err="1"/>
              <a:t>W</a:t>
            </a:r>
            <a:r>
              <a:rPr lang="en-US" altLang="zh-CN" sz="1200" dirty="0" err="1"/>
              <a:t>nxm</a:t>
            </a:r>
            <a:endParaRPr lang="zh-CN" altLang="en-US" dirty="0"/>
          </a:p>
        </p:txBody>
      </p:sp>
      <p:sp>
        <p:nvSpPr>
          <p:cNvPr id="17" name="矩形 16">
            <a:extLst>
              <a:ext uri="{FF2B5EF4-FFF2-40B4-BE49-F238E27FC236}">
                <a16:creationId xmlns:a16="http://schemas.microsoft.com/office/drawing/2014/main" id="{AE55E995-7D86-C029-0260-26060111AE67}"/>
              </a:ext>
            </a:extLst>
          </p:cNvPr>
          <p:cNvSpPr/>
          <p:nvPr/>
        </p:nvSpPr>
        <p:spPr>
          <a:xfrm>
            <a:off x="1738630" y="4828532"/>
            <a:ext cx="3815080" cy="1117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aW</a:t>
            </a:r>
            <a:r>
              <a:rPr lang="en-US" altLang="zh-CN" dirty="0">
                <a:solidFill>
                  <a:schemeClr val="tx1"/>
                </a:solidFill>
              </a:rPr>
              <a:t> = a`</a:t>
            </a:r>
            <a:endParaRPr lang="zh-CN" altLang="en-US" dirty="0">
              <a:solidFill>
                <a:schemeClr val="tx1"/>
              </a:solidFill>
            </a:endParaRPr>
          </a:p>
        </p:txBody>
      </p:sp>
      <p:sp>
        <p:nvSpPr>
          <p:cNvPr id="18" name="矩形 17">
            <a:extLst>
              <a:ext uri="{FF2B5EF4-FFF2-40B4-BE49-F238E27FC236}">
                <a16:creationId xmlns:a16="http://schemas.microsoft.com/office/drawing/2014/main" id="{F25B61B7-4FCD-3505-353C-8EE12C6E56E8}"/>
              </a:ext>
            </a:extLst>
          </p:cNvPr>
          <p:cNvSpPr/>
          <p:nvPr/>
        </p:nvSpPr>
        <p:spPr>
          <a:xfrm>
            <a:off x="6431280" y="4832009"/>
            <a:ext cx="3535680" cy="1117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W[</a:t>
            </a:r>
            <a:r>
              <a:rPr lang="en-US" altLang="zh-CN" dirty="0" err="1">
                <a:solidFill>
                  <a:schemeClr val="tx1"/>
                </a:solidFill>
              </a:rPr>
              <a:t>i</a:t>
            </a:r>
            <a:r>
              <a:rPr lang="en-US" altLang="zh-CN" dirty="0">
                <a:solidFill>
                  <a:schemeClr val="tx1"/>
                </a:solidFill>
              </a:rPr>
              <a:t>] = a`</a:t>
            </a:r>
            <a:endParaRPr lang="zh-CN" altLang="en-US" dirty="0">
              <a:solidFill>
                <a:schemeClr val="tx1"/>
              </a:solidFill>
            </a:endParaRPr>
          </a:p>
        </p:txBody>
      </p:sp>
      <p:sp>
        <p:nvSpPr>
          <p:cNvPr id="19" name="文本框 18">
            <a:extLst>
              <a:ext uri="{FF2B5EF4-FFF2-40B4-BE49-F238E27FC236}">
                <a16:creationId xmlns:a16="http://schemas.microsoft.com/office/drawing/2014/main" id="{C0C70E47-32B0-1DCA-7D4D-0A1146B85187}"/>
              </a:ext>
            </a:extLst>
          </p:cNvPr>
          <p:cNvSpPr txBox="1"/>
          <p:nvPr/>
        </p:nvSpPr>
        <p:spPr>
          <a:xfrm>
            <a:off x="5750560" y="5242560"/>
            <a:ext cx="467360" cy="369332"/>
          </a:xfrm>
          <a:prstGeom prst="rect">
            <a:avLst/>
          </a:prstGeom>
          <a:noFill/>
        </p:spPr>
        <p:txBody>
          <a:bodyPr wrap="square" rtlCol="0">
            <a:spAutoFit/>
          </a:bodyPr>
          <a:lstStyle/>
          <a:p>
            <a:r>
              <a:rPr lang="en-US" altLang="zh-CN" dirty="0"/>
              <a:t>==</a:t>
            </a:r>
            <a:endParaRPr lang="zh-CN" altLang="en-US" dirty="0"/>
          </a:p>
        </p:txBody>
      </p:sp>
    </p:spTree>
    <p:extLst>
      <p:ext uri="{BB962C8B-B14F-4D97-AF65-F5344CB8AC3E}">
        <p14:creationId xmlns:p14="http://schemas.microsoft.com/office/powerpoint/2010/main" val="3797571800"/>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EE2329-30C3-31A2-81CF-F4EEBDC8DE22}"/>
              </a:ext>
            </a:extLst>
          </p:cNvPr>
          <p:cNvSpPr txBox="1"/>
          <p:nvPr/>
        </p:nvSpPr>
        <p:spPr>
          <a:xfrm>
            <a:off x="782320" y="589280"/>
            <a:ext cx="2418080" cy="523220"/>
          </a:xfrm>
          <a:prstGeom prst="rect">
            <a:avLst/>
          </a:prstGeom>
          <a:noFill/>
        </p:spPr>
        <p:txBody>
          <a:bodyPr wrap="square" rtlCol="0">
            <a:spAutoFit/>
          </a:bodyPr>
          <a:lstStyle/>
          <a:p>
            <a:r>
              <a:rPr lang="zh-CN" altLang="en-US" sz="2800" dirty="0"/>
              <a:t>网络前向计算</a:t>
            </a:r>
          </a:p>
        </p:txBody>
      </p:sp>
      <p:pic>
        <p:nvPicPr>
          <p:cNvPr id="3" name="图片 2" descr="图示&#10;&#10;AI 生成的内容可能不正确。">
            <a:extLst>
              <a:ext uri="{FF2B5EF4-FFF2-40B4-BE49-F238E27FC236}">
                <a16:creationId xmlns:a16="http://schemas.microsoft.com/office/drawing/2014/main" id="{4082F9B5-3F37-E9D8-217C-BB038EFCEBA4}"/>
              </a:ext>
            </a:extLst>
          </p:cNvPr>
          <p:cNvPicPr>
            <a:picLocks noChangeAspect="1"/>
          </p:cNvPicPr>
          <p:nvPr/>
        </p:nvPicPr>
        <p:blipFill>
          <a:blip r:embed="rId2"/>
          <a:stretch>
            <a:fillRect/>
          </a:stretch>
        </p:blipFill>
        <p:spPr>
          <a:xfrm>
            <a:off x="659130" y="1708923"/>
            <a:ext cx="5349875" cy="2949893"/>
          </a:xfrm>
          <a:prstGeom prst="rect">
            <a:avLst/>
          </a:prstGeom>
        </p:spPr>
      </p:pic>
      <p:pic>
        <p:nvPicPr>
          <p:cNvPr id="4" name="图片 3">
            <a:extLst>
              <a:ext uri="{FF2B5EF4-FFF2-40B4-BE49-F238E27FC236}">
                <a16:creationId xmlns:a16="http://schemas.microsoft.com/office/drawing/2014/main" id="{95FA30B0-20A6-FEEE-177E-1FE1E6807E67}"/>
              </a:ext>
            </a:extLst>
          </p:cNvPr>
          <p:cNvPicPr>
            <a:picLocks noChangeAspect="1"/>
          </p:cNvPicPr>
          <p:nvPr/>
        </p:nvPicPr>
        <p:blipFill>
          <a:blip r:embed="rId3"/>
          <a:stretch>
            <a:fillRect/>
          </a:stretch>
        </p:blipFill>
        <p:spPr>
          <a:xfrm>
            <a:off x="6096000" y="1112500"/>
            <a:ext cx="5274310" cy="4142740"/>
          </a:xfrm>
          <a:prstGeom prst="rect">
            <a:avLst/>
          </a:prstGeom>
        </p:spPr>
      </p:pic>
      <p:sp>
        <p:nvSpPr>
          <p:cNvPr id="5" name="文本框 4">
            <a:extLst>
              <a:ext uri="{FF2B5EF4-FFF2-40B4-BE49-F238E27FC236}">
                <a16:creationId xmlns:a16="http://schemas.microsoft.com/office/drawing/2014/main" id="{1249F8C1-9F39-5B3F-6114-C5093A0BD8F2}"/>
              </a:ext>
            </a:extLst>
          </p:cNvPr>
          <p:cNvSpPr txBox="1"/>
          <p:nvPr/>
        </p:nvSpPr>
        <p:spPr>
          <a:xfrm>
            <a:off x="1193165" y="5255239"/>
            <a:ext cx="4734560" cy="369332"/>
          </a:xfrm>
          <a:prstGeom prst="rect">
            <a:avLst/>
          </a:prstGeom>
          <a:noFill/>
        </p:spPr>
        <p:txBody>
          <a:bodyPr wrap="square" rtlCol="0">
            <a:spAutoFit/>
          </a:bodyPr>
          <a:lstStyle/>
          <a:p>
            <a:r>
              <a:rPr lang="en-US" altLang="zh-CN" dirty="0"/>
              <a:t>f</a:t>
            </a:r>
            <a:r>
              <a:rPr lang="zh-CN" altLang="en-US" dirty="0"/>
              <a:t>（）为激活函数，一般为</a:t>
            </a:r>
            <a:r>
              <a:rPr lang="en-US" altLang="zh-CN" dirty="0"/>
              <a:t>tanh</a:t>
            </a:r>
            <a:r>
              <a:rPr lang="zh-CN" altLang="en-US" dirty="0"/>
              <a:t>函数</a:t>
            </a:r>
          </a:p>
        </p:txBody>
      </p:sp>
    </p:spTree>
    <p:extLst>
      <p:ext uri="{BB962C8B-B14F-4D97-AF65-F5344CB8AC3E}">
        <p14:creationId xmlns:p14="http://schemas.microsoft.com/office/powerpoint/2010/main" val="1858225137"/>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EE791E-2859-1BCC-29C9-935185A1198D}"/>
              </a:ext>
            </a:extLst>
          </p:cNvPr>
          <p:cNvSpPr txBox="1"/>
          <p:nvPr/>
        </p:nvSpPr>
        <p:spPr>
          <a:xfrm>
            <a:off x="914400" y="619760"/>
            <a:ext cx="2387600" cy="523220"/>
          </a:xfrm>
          <a:prstGeom prst="rect">
            <a:avLst/>
          </a:prstGeom>
          <a:noFill/>
        </p:spPr>
        <p:txBody>
          <a:bodyPr wrap="square" rtlCol="0">
            <a:spAutoFit/>
          </a:bodyPr>
          <a:lstStyle/>
          <a:p>
            <a:r>
              <a:rPr lang="zh-CN" altLang="en-US" sz="2800" dirty="0"/>
              <a:t>网络反向计算</a:t>
            </a:r>
          </a:p>
        </p:txBody>
      </p:sp>
      <p:pic>
        <p:nvPicPr>
          <p:cNvPr id="3" name="图片 2">
            <a:extLst>
              <a:ext uri="{FF2B5EF4-FFF2-40B4-BE49-F238E27FC236}">
                <a16:creationId xmlns:a16="http://schemas.microsoft.com/office/drawing/2014/main" id="{5EA33E31-88D6-6B97-2CA3-0633A7134204}"/>
              </a:ext>
            </a:extLst>
          </p:cNvPr>
          <p:cNvPicPr>
            <a:picLocks noChangeAspect="1"/>
          </p:cNvPicPr>
          <p:nvPr/>
        </p:nvPicPr>
        <p:blipFill>
          <a:blip r:embed="rId2"/>
          <a:stretch>
            <a:fillRect/>
          </a:stretch>
        </p:blipFill>
        <p:spPr>
          <a:xfrm>
            <a:off x="720090" y="2005965"/>
            <a:ext cx="5532755" cy="2703830"/>
          </a:xfrm>
          <a:prstGeom prst="rect">
            <a:avLst/>
          </a:prstGeom>
        </p:spPr>
      </p:pic>
      <p:pic>
        <p:nvPicPr>
          <p:cNvPr id="4" name="图片 3">
            <a:extLst>
              <a:ext uri="{FF2B5EF4-FFF2-40B4-BE49-F238E27FC236}">
                <a16:creationId xmlns:a16="http://schemas.microsoft.com/office/drawing/2014/main" id="{CC6E60BC-BED4-3C52-9181-DAADF9F80BCF}"/>
              </a:ext>
            </a:extLst>
          </p:cNvPr>
          <p:cNvPicPr>
            <a:picLocks noChangeAspect="1"/>
          </p:cNvPicPr>
          <p:nvPr/>
        </p:nvPicPr>
        <p:blipFill>
          <a:blip r:embed="rId3"/>
          <a:stretch>
            <a:fillRect/>
          </a:stretch>
        </p:blipFill>
        <p:spPr>
          <a:xfrm>
            <a:off x="6323965" y="1767205"/>
            <a:ext cx="5274310" cy="2942590"/>
          </a:xfrm>
          <a:prstGeom prst="rect">
            <a:avLst/>
          </a:prstGeom>
        </p:spPr>
      </p:pic>
    </p:spTree>
    <p:extLst>
      <p:ext uri="{BB962C8B-B14F-4D97-AF65-F5344CB8AC3E}">
        <p14:creationId xmlns:p14="http://schemas.microsoft.com/office/powerpoint/2010/main" val="957904940"/>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1A4E8CA-1FEA-D598-D9C2-64E889ED8F8F}"/>
              </a:ext>
            </a:extLst>
          </p:cNvPr>
          <p:cNvSpPr txBox="1"/>
          <p:nvPr/>
        </p:nvSpPr>
        <p:spPr>
          <a:xfrm>
            <a:off x="599440" y="589280"/>
            <a:ext cx="3129280" cy="523220"/>
          </a:xfrm>
          <a:prstGeom prst="rect">
            <a:avLst/>
          </a:prstGeom>
          <a:noFill/>
        </p:spPr>
        <p:txBody>
          <a:bodyPr wrap="square" rtlCol="0">
            <a:spAutoFit/>
          </a:bodyPr>
          <a:lstStyle/>
          <a:p>
            <a:r>
              <a:rPr lang="zh-CN" altLang="en-US" sz="2800" dirty="0"/>
              <a:t>注意力机制</a:t>
            </a:r>
          </a:p>
        </p:txBody>
      </p:sp>
      <p:pic>
        <p:nvPicPr>
          <p:cNvPr id="3" name="图片 2">
            <a:extLst>
              <a:ext uri="{FF2B5EF4-FFF2-40B4-BE49-F238E27FC236}">
                <a16:creationId xmlns:a16="http://schemas.microsoft.com/office/drawing/2014/main" id="{9F754029-A43B-2157-E852-3711B4BAB5CC}"/>
              </a:ext>
            </a:extLst>
          </p:cNvPr>
          <p:cNvPicPr>
            <a:picLocks noChangeAspect="1"/>
          </p:cNvPicPr>
          <p:nvPr/>
        </p:nvPicPr>
        <p:blipFill>
          <a:blip r:embed="rId2"/>
          <a:stretch>
            <a:fillRect/>
          </a:stretch>
        </p:blipFill>
        <p:spPr>
          <a:xfrm>
            <a:off x="701040" y="1657112"/>
            <a:ext cx="5584190" cy="3611880"/>
          </a:xfrm>
          <a:prstGeom prst="rect">
            <a:avLst/>
          </a:prstGeom>
        </p:spPr>
      </p:pic>
      <p:sp>
        <p:nvSpPr>
          <p:cNvPr id="4" name="文本框 3">
            <a:extLst>
              <a:ext uri="{FF2B5EF4-FFF2-40B4-BE49-F238E27FC236}">
                <a16:creationId xmlns:a16="http://schemas.microsoft.com/office/drawing/2014/main" id="{AC2F2618-6823-A8C2-280B-C19F3212B9AE}"/>
              </a:ext>
            </a:extLst>
          </p:cNvPr>
          <p:cNvSpPr txBox="1"/>
          <p:nvPr/>
        </p:nvSpPr>
        <p:spPr>
          <a:xfrm>
            <a:off x="6715760" y="1924050"/>
            <a:ext cx="5059680" cy="369332"/>
          </a:xfrm>
          <a:prstGeom prst="rect">
            <a:avLst/>
          </a:prstGeom>
          <a:noFill/>
        </p:spPr>
        <p:txBody>
          <a:bodyPr wrap="square" rtlCol="0">
            <a:spAutoFit/>
          </a:bodyPr>
          <a:lstStyle/>
          <a:p>
            <a:r>
              <a:rPr lang="zh-CN" altLang="en-US" dirty="0"/>
              <a:t>输入</a:t>
            </a:r>
            <a:r>
              <a:rPr lang="en-US" altLang="zh-CN" dirty="0"/>
              <a:t>:</a:t>
            </a:r>
            <a:r>
              <a:rPr lang="zh-CN" altLang="en-US" dirty="0"/>
              <a:t>多个机场都被迫关闭了。</a:t>
            </a:r>
          </a:p>
        </p:txBody>
      </p:sp>
      <p:sp>
        <p:nvSpPr>
          <p:cNvPr id="5" name="文本框 4">
            <a:extLst>
              <a:ext uri="{FF2B5EF4-FFF2-40B4-BE49-F238E27FC236}">
                <a16:creationId xmlns:a16="http://schemas.microsoft.com/office/drawing/2014/main" id="{1B6688E4-DE79-49B3-F76E-2D48B2FD9DBF}"/>
              </a:ext>
            </a:extLst>
          </p:cNvPr>
          <p:cNvSpPr txBox="1"/>
          <p:nvPr/>
        </p:nvSpPr>
        <p:spPr>
          <a:xfrm>
            <a:off x="6715760" y="1287780"/>
            <a:ext cx="3129280" cy="369332"/>
          </a:xfrm>
          <a:prstGeom prst="rect">
            <a:avLst/>
          </a:prstGeom>
          <a:noFill/>
        </p:spPr>
        <p:txBody>
          <a:bodyPr wrap="square" rtlCol="0">
            <a:spAutoFit/>
          </a:bodyPr>
          <a:lstStyle/>
          <a:p>
            <a:r>
              <a:rPr lang="zh-CN" altLang="en-US" dirty="0"/>
              <a:t>场景</a:t>
            </a:r>
            <a:r>
              <a:rPr lang="en-US" altLang="zh-CN" dirty="0"/>
              <a:t>:</a:t>
            </a:r>
            <a:r>
              <a:rPr lang="zh-CN" altLang="en-US" dirty="0"/>
              <a:t>翻译任务</a:t>
            </a:r>
          </a:p>
        </p:txBody>
      </p:sp>
      <p:sp>
        <p:nvSpPr>
          <p:cNvPr id="6" name="文本框 5">
            <a:extLst>
              <a:ext uri="{FF2B5EF4-FFF2-40B4-BE49-F238E27FC236}">
                <a16:creationId xmlns:a16="http://schemas.microsoft.com/office/drawing/2014/main" id="{B16C0C5E-71B8-4204-58BE-BDE20CCF0E42}"/>
              </a:ext>
            </a:extLst>
          </p:cNvPr>
          <p:cNvSpPr txBox="1"/>
          <p:nvPr/>
        </p:nvSpPr>
        <p:spPr>
          <a:xfrm>
            <a:off x="6715760" y="2560320"/>
            <a:ext cx="4043680" cy="646331"/>
          </a:xfrm>
          <a:prstGeom prst="rect">
            <a:avLst/>
          </a:prstGeom>
          <a:noFill/>
        </p:spPr>
        <p:txBody>
          <a:bodyPr wrap="square" rtlCol="0">
            <a:spAutoFit/>
          </a:bodyPr>
          <a:lstStyle/>
          <a:p>
            <a:r>
              <a:rPr lang="zh-CN" altLang="en-US" dirty="0"/>
              <a:t>输出</a:t>
            </a:r>
            <a:r>
              <a:rPr lang="en-US" altLang="zh-CN" dirty="0"/>
              <a:t>:many airport were forcedly closed down.</a:t>
            </a:r>
            <a:endParaRPr lang="zh-CN" altLang="en-US" dirty="0"/>
          </a:p>
        </p:txBody>
      </p:sp>
      <p:sp>
        <p:nvSpPr>
          <p:cNvPr id="7" name="文本框 6">
            <a:extLst>
              <a:ext uri="{FF2B5EF4-FFF2-40B4-BE49-F238E27FC236}">
                <a16:creationId xmlns:a16="http://schemas.microsoft.com/office/drawing/2014/main" id="{F9B88645-05BA-6298-D0BE-2C498CB14BE2}"/>
              </a:ext>
            </a:extLst>
          </p:cNvPr>
          <p:cNvSpPr txBox="1"/>
          <p:nvPr/>
        </p:nvSpPr>
        <p:spPr>
          <a:xfrm>
            <a:off x="6715760" y="3429000"/>
            <a:ext cx="4673600" cy="2862322"/>
          </a:xfrm>
          <a:prstGeom prst="rect">
            <a:avLst/>
          </a:prstGeom>
          <a:noFill/>
        </p:spPr>
        <p:txBody>
          <a:bodyPr wrap="square" rtlCol="0">
            <a:spAutoFit/>
          </a:bodyPr>
          <a:lstStyle/>
          <a:p>
            <a:r>
              <a:rPr lang="zh-CN" altLang="en-US" dirty="0"/>
              <a:t>左侧是</a:t>
            </a:r>
            <a:r>
              <a:rPr lang="en-US" altLang="zh-CN" dirty="0"/>
              <a:t>RNN</a:t>
            </a:r>
            <a:r>
              <a:rPr lang="zh-CN" altLang="en-US" dirty="0"/>
              <a:t>运用注意力机制的一个过程图画，当一串文本输入到</a:t>
            </a:r>
            <a:r>
              <a:rPr lang="en-US" altLang="zh-CN" dirty="0"/>
              <a:t>RNN</a:t>
            </a:r>
            <a:r>
              <a:rPr lang="zh-CN" altLang="en-US" dirty="0"/>
              <a:t>编码器，模型需要根据这段话进行语言翻译。他的过程就是解码器的每一个待输出的上一个位置的向量与编码器每一个词的输出向量进行点积，得到一个注意力分数向量，再针对这个注意力分数向量的每一个维度进行</a:t>
            </a:r>
            <a:r>
              <a:rPr lang="en-US" altLang="zh-CN" dirty="0" err="1"/>
              <a:t>softmax</a:t>
            </a:r>
            <a:r>
              <a:rPr lang="zh-CN" altLang="en-US" dirty="0"/>
              <a:t>归一化，每一个维度的值在</a:t>
            </a:r>
            <a:r>
              <a:rPr lang="en-US" altLang="zh-CN" dirty="0"/>
              <a:t>0-1</a:t>
            </a:r>
            <a:r>
              <a:rPr lang="zh-CN" altLang="en-US" dirty="0"/>
              <a:t>区间，所有维度注意力分数合成一个向量</a:t>
            </a:r>
            <a:r>
              <a:rPr lang="en-US" altLang="zh-CN" dirty="0"/>
              <a:t> o, </a:t>
            </a:r>
            <a:r>
              <a:rPr lang="zh-CN" altLang="en-US" dirty="0"/>
              <a:t>把 </a:t>
            </a:r>
            <a:r>
              <a:rPr lang="en-US" altLang="zh-CN" dirty="0"/>
              <a:t>o </a:t>
            </a:r>
            <a:r>
              <a:rPr lang="zh-CN" altLang="en-US" dirty="0"/>
              <a:t>与上一个输出进行维度拼接，输出预测词的向量。</a:t>
            </a:r>
          </a:p>
        </p:txBody>
      </p:sp>
      <p:sp>
        <p:nvSpPr>
          <p:cNvPr id="10" name="文本框 9">
            <a:extLst>
              <a:ext uri="{FF2B5EF4-FFF2-40B4-BE49-F238E27FC236}">
                <a16:creationId xmlns:a16="http://schemas.microsoft.com/office/drawing/2014/main" id="{A9095260-F5FF-D050-C386-38E3FA3A3172}"/>
              </a:ext>
            </a:extLst>
          </p:cNvPr>
          <p:cNvSpPr txBox="1"/>
          <p:nvPr/>
        </p:nvSpPr>
        <p:spPr>
          <a:xfrm>
            <a:off x="904240" y="5595243"/>
            <a:ext cx="5303520" cy="400110"/>
          </a:xfrm>
          <a:prstGeom prst="rect">
            <a:avLst/>
          </a:prstGeom>
          <a:noFill/>
        </p:spPr>
        <p:txBody>
          <a:bodyPr wrap="square">
            <a:spAutoFit/>
          </a:bodyPr>
          <a:lstStyle/>
          <a:p>
            <a:r>
              <a:rPr lang="pl-PL" altLang="zh-CN" dirty="0">
                <a:effectLst/>
              </a:rPr>
              <a:t>W</a:t>
            </a:r>
            <a:r>
              <a:rPr lang="pl-PL" altLang="zh-CN" sz="1100" dirty="0">
                <a:effectLst/>
              </a:rPr>
              <a:t>(V×512)</a:t>
            </a:r>
            <a:r>
              <a:rPr lang="pl-PL" altLang="zh-CN" dirty="0"/>
              <a:t>​⋅[o</a:t>
            </a:r>
            <a:r>
              <a:rPr lang="pl-PL" altLang="zh-CN" dirty="0">
                <a:effectLst/>
              </a:rPr>
              <a:t>7</a:t>
            </a:r>
            <a:r>
              <a:rPr lang="pl-PL" altLang="zh-CN" dirty="0"/>
              <a:t>​;s</a:t>
            </a:r>
            <a:r>
              <a:rPr lang="pl-PL" altLang="zh-CN" dirty="0">
                <a:effectLst/>
              </a:rPr>
              <a:t>7</a:t>
            </a:r>
            <a:r>
              <a:rPr lang="pl-PL" altLang="zh-CN" dirty="0"/>
              <a:t>​</a:t>
            </a:r>
            <a:r>
              <a:rPr lang="pl-PL" altLang="zh-CN" sz="2000" dirty="0"/>
              <a:t>]</a:t>
            </a:r>
            <a:r>
              <a:rPr lang="pl-PL" altLang="zh-CN" sz="1200" dirty="0">
                <a:effectLst/>
              </a:rPr>
              <a:t>(512×1)</a:t>
            </a:r>
            <a:r>
              <a:rPr lang="pl-PL" altLang="zh-CN" sz="1200" dirty="0"/>
              <a:t>​</a:t>
            </a:r>
            <a:r>
              <a:rPr lang="pl-PL" altLang="zh-CN" dirty="0"/>
              <a:t>+b</a:t>
            </a:r>
            <a:r>
              <a:rPr lang="pl-PL" altLang="zh-CN" sz="1200" dirty="0">
                <a:effectLst/>
              </a:rPr>
              <a:t>(V×1)</a:t>
            </a:r>
            <a:r>
              <a:rPr lang="pl-PL" altLang="zh-CN" dirty="0"/>
              <a:t>​=logits</a:t>
            </a:r>
            <a:r>
              <a:rPr lang="pl-PL" altLang="zh-CN" sz="1200" dirty="0">
                <a:effectLst/>
              </a:rPr>
              <a:t>(V×1)</a:t>
            </a:r>
            <a:r>
              <a:rPr lang="pl-PL" altLang="zh-CN" dirty="0"/>
              <a:t>​</a:t>
            </a:r>
            <a:endParaRPr lang="zh-CN" altLang="en-US" dirty="0"/>
          </a:p>
        </p:txBody>
      </p:sp>
    </p:spTree>
    <p:extLst>
      <p:ext uri="{BB962C8B-B14F-4D97-AF65-F5344CB8AC3E}">
        <p14:creationId xmlns:p14="http://schemas.microsoft.com/office/powerpoint/2010/main" val="2512685403"/>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0ECAAE6-0BA4-33CE-508B-9DA2C85E61AF}"/>
              </a:ext>
            </a:extLst>
          </p:cNvPr>
          <p:cNvSpPr txBox="1"/>
          <p:nvPr/>
        </p:nvSpPr>
        <p:spPr>
          <a:xfrm>
            <a:off x="721360" y="589280"/>
            <a:ext cx="2133600" cy="523220"/>
          </a:xfrm>
          <a:prstGeom prst="rect">
            <a:avLst/>
          </a:prstGeom>
          <a:noFill/>
        </p:spPr>
        <p:txBody>
          <a:bodyPr wrap="square" rtlCol="0">
            <a:spAutoFit/>
          </a:bodyPr>
          <a:lstStyle/>
          <a:p>
            <a:r>
              <a:rPr lang="en-US" altLang="zh-CN" sz="2800" dirty="0"/>
              <a:t>Transformer</a:t>
            </a:r>
            <a:endParaRPr lang="zh-CN" altLang="en-US" sz="2800" dirty="0"/>
          </a:p>
        </p:txBody>
      </p:sp>
      <p:pic>
        <p:nvPicPr>
          <p:cNvPr id="3" name="图片 2" descr="图形用户界面, 应用程序&#10;&#10;AI 生成的内容可能不正确。">
            <a:extLst>
              <a:ext uri="{FF2B5EF4-FFF2-40B4-BE49-F238E27FC236}">
                <a16:creationId xmlns:a16="http://schemas.microsoft.com/office/drawing/2014/main" id="{187B7026-8AB5-3D36-9F71-522B40F17482}"/>
              </a:ext>
            </a:extLst>
          </p:cNvPr>
          <p:cNvPicPr>
            <a:picLocks noChangeAspect="1"/>
          </p:cNvPicPr>
          <p:nvPr/>
        </p:nvPicPr>
        <p:blipFill>
          <a:blip r:embed="rId2"/>
          <a:stretch>
            <a:fillRect/>
          </a:stretch>
        </p:blipFill>
        <p:spPr>
          <a:xfrm>
            <a:off x="566420" y="826364"/>
            <a:ext cx="6565900" cy="5603240"/>
          </a:xfrm>
          <a:prstGeom prst="rect">
            <a:avLst/>
          </a:prstGeom>
        </p:spPr>
      </p:pic>
      <p:sp>
        <p:nvSpPr>
          <p:cNvPr id="4" name="文本框 3">
            <a:extLst>
              <a:ext uri="{FF2B5EF4-FFF2-40B4-BE49-F238E27FC236}">
                <a16:creationId xmlns:a16="http://schemas.microsoft.com/office/drawing/2014/main" id="{23CCDA65-2480-D0FA-A502-0DD1D0A43D1A}"/>
              </a:ext>
            </a:extLst>
          </p:cNvPr>
          <p:cNvSpPr txBox="1"/>
          <p:nvPr/>
        </p:nvSpPr>
        <p:spPr>
          <a:xfrm>
            <a:off x="7259320" y="1112500"/>
            <a:ext cx="4602480" cy="1200329"/>
          </a:xfrm>
          <a:prstGeom prst="rect">
            <a:avLst/>
          </a:prstGeom>
          <a:noFill/>
        </p:spPr>
        <p:txBody>
          <a:bodyPr wrap="square" rtlCol="0">
            <a:spAutoFit/>
          </a:bodyPr>
          <a:lstStyle/>
          <a:p>
            <a:r>
              <a:rPr lang="zh-CN" altLang="zh-CN" dirty="0">
                <a:latin typeface="+mj-ea"/>
                <a:ea typeface="+mj-ea"/>
              </a:rPr>
              <a:t>输入层</a:t>
            </a:r>
            <a:r>
              <a:rPr lang="en-US" altLang="zh-CN" dirty="0">
                <a:latin typeface="+mj-ea"/>
                <a:ea typeface="+mj-ea"/>
              </a:rPr>
              <a:t>:</a:t>
            </a:r>
            <a:r>
              <a:rPr lang="zh-CN" altLang="zh-CN" dirty="0">
                <a:latin typeface="+mj-ea"/>
                <a:ea typeface="+mj-ea"/>
              </a:rPr>
              <a:t>原来是识别空格来进行词语切分。现在采用</a:t>
            </a:r>
            <a:r>
              <a:rPr lang="en-US" altLang="zh-CN" dirty="0">
                <a:latin typeface="+mj-ea"/>
                <a:ea typeface="+mj-ea"/>
              </a:rPr>
              <a:t>Byte Pair </a:t>
            </a:r>
            <a:r>
              <a:rPr lang="en-US" altLang="zh-CN" dirty="0" err="1">
                <a:latin typeface="+mj-ea"/>
                <a:ea typeface="+mj-ea"/>
              </a:rPr>
              <a:t>Enbeding</a:t>
            </a:r>
            <a:r>
              <a:rPr lang="zh-CN" altLang="zh-CN" dirty="0">
                <a:latin typeface="+mj-ea"/>
                <a:ea typeface="+mj-ea"/>
              </a:rPr>
              <a:t>（</a:t>
            </a:r>
            <a:r>
              <a:rPr lang="en-US" altLang="zh-CN" dirty="0">
                <a:latin typeface="+mj-ea"/>
                <a:ea typeface="+mj-ea"/>
              </a:rPr>
              <a:t>BPE</a:t>
            </a:r>
            <a:r>
              <a:rPr lang="zh-CN" altLang="zh-CN" dirty="0">
                <a:latin typeface="+mj-ea"/>
                <a:ea typeface="+mj-ea"/>
              </a:rPr>
              <a:t>）来完成，使用位置对来统计词频，然后选用词频高的位对来确定一个词语</a:t>
            </a:r>
            <a:r>
              <a:rPr lang="zh-CN" altLang="en-US" dirty="0">
                <a:latin typeface="+mj-ea"/>
                <a:ea typeface="+mj-ea"/>
              </a:rPr>
              <a:t>。</a:t>
            </a:r>
          </a:p>
        </p:txBody>
      </p:sp>
      <p:sp>
        <p:nvSpPr>
          <p:cNvPr id="5" name="文本框 4">
            <a:extLst>
              <a:ext uri="{FF2B5EF4-FFF2-40B4-BE49-F238E27FC236}">
                <a16:creationId xmlns:a16="http://schemas.microsoft.com/office/drawing/2014/main" id="{4B153B30-0B03-6DCC-CDF6-3F80ECC5CBAF}"/>
              </a:ext>
            </a:extLst>
          </p:cNvPr>
          <p:cNvSpPr txBox="1"/>
          <p:nvPr/>
        </p:nvSpPr>
        <p:spPr>
          <a:xfrm>
            <a:off x="7259320" y="2704654"/>
            <a:ext cx="4602480" cy="923330"/>
          </a:xfrm>
          <a:prstGeom prst="rect">
            <a:avLst/>
          </a:prstGeom>
          <a:noFill/>
        </p:spPr>
        <p:txBody>
          <a:bodyPr wrap="square" rtlCol="0">
            <a:spAutoFit/>
          </a:bodyPr>
          <a:lstStyle/>
          <a:p>
            <a:r>
              <a:rPr lang="zh-CN" altLang="zh-CN" dirty="0"/>
              <a:t>位置编码</a:t>
            </a:r>
            <a:r>
              <a:rPr lang="en-US" altLang="zh-CN" dirty="0"/>
              <a:t>:</a:t>
            </a:r>
            <a:r>
              <a:rPr lang="zh-CN" altLang="zh-CN" dirty="0"/>
              <a:t>使用三角函数计算出每一个词的位置编码向量，将词的位置向量与其词向量进行相加得到综合词位置的词向量</a:t>
            </a:r>
            <a:r>
              <a:rPr lang="zh-CN" altLang="en-US" dirty="0"/>
              <a:t>。</a:t>
            </a:r>
          </a:p>
        </p:txBody>
      </p:sp>
      <p:sp>
        <p:nvSpPr>
          <p:cNvPr id="6" name="文本框 5">
            <a:extLst>
              <a:ext uri="{FF2B5EF4-FFF2-40B4-BE49-F238E27FC236}">
                <a16:creationId xmlns:a16="http://schemas.microsoft.com/office/drawing/2014/main" id="{8E0490B0-23F2-5AB6-F474-BB71F202F683}"/>
              </a:ext>
            </a:extLst>
          </p:cNvPr>
          <p:cNvSpPr txBox="1"/>
          <p:nvPr/>
        </p:nvSpPr>
        <p:spPr>
          <a:xfrm>
            <a:off x="7292340" y="4117727"/>
            <a:ext cx="4536440" cy="923330"/>
          </a:xfrm>
          <a:prstGeom prst="rect">
            <a:avLst/>
          </a:prstGeom>
          <a:noFill/>
        </p:spPr>
        <p:txBody>
          <a:bodyPr wrap="square" rtlCol="0">
            <a:spAutoFit/>
          </a:bodyPr>
          <a:lstStyle/>
          <a:p>
            <a:r>
              <a:rPr lang="en-US" altLang="zh-CN" dirty="0"/>
              <a:t>Transformer Block:</a:t>
            </a:r>
            <a:r>
              <a:rPr lang="zh-CN" altLang="zh-CN" dirty="0"/>
              <a:t>一个解码器或者编码器中包括多个块，块与块进行堆叠构成一个解码器或者编码器。</a:t>
            </a:r>
          </a:p>
        </p:txBody>
      </p:sp>
    </p:spTree>
    <p:extLst>
      <p:ext uri="{BB962C8B-B14F-4D97-AF65-F5344CB8AC3E}">
        <p14:creationId xmlns:p14="http://schemas.microsoft.com/office/powerpoint/2010/main" val="1841770600"/>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17D3732-50E8-E536-F25A-1CCE8B9AA3BC}"/>
              </a:ext>
            </a:extLst>
          </p:cNvPr>
          <p:cNvSpPr txBox="1"/>
          <p:nvPr/>
        </p:nvSpPr>
        <p:spPr>
          <a:xfrm>
            <a:off x="548640" y="579120"/>
            <a:ext cx="3942080" cy="523220"/>
          </a:xfrm>
          <a:prstGeom prst="rect">
            <a:avLst/>
          </a:prstGeom>
          <a:noFill/>
        </p:spPr>
        <p:txBody>
          <a:bodyPr wrap="square" rtlCol="0">
            <a:spAutoFit/>
          </a:bodyPr>
          <a:lstStyle/>
          <a:p>
            <a:r>
              <a:rPr lang="en-US" altLang="zh-CN" sz="2800" dirty="0"/>
              <a:t>Transformer</a:t>
            </a:r>
            <a:r>
              <a:rPr lang="zh-CN" altLang="en-US" sz="2800" dirty="0"/>
              <a:t>注意力计算</a:t>
            </a:r>
          </a:p>
        </p:txBody>
      </p:sp>
      <p:pic>
        <p:nvPicPr>
          <p:cNvPr id="3" name="图片 2">
            <a:extLst>
              <a:ext uri="{FF2B5EF4-FFF2-40B4-BE49-F238E27FC236}">
                <a16:creationId xmlns:a16="http://schemas.microsoft.com/office/drawing/2014/main" id="{18503DF8-048E-C798-4228-424C41F3B402}"/>
              </a:ext>
            </a:extLst>
          </p:cNvPr>
          <p:cNvPicPr>
            <a:picLocks noChangeAspect="1"/>
          </p:cNvPicPr>
          <p:nvPr/>
        </p:nvPicPr>
        <p:blipFill>
          <a:blip r:embed="rId2"/>
          <a:stretch>
            <a:fillRect/>
          </a:stretch>
        </p:blipFill>
        <p:spPr>
          <a:xfrm>
            <a:off x="2317750" y="1423670"/>
            <a:ext cx="7090410" cy="3016250"/>
          </a:xfrm>
          <a:prstGeom prst="rect">
            <a:avLst/>
          </a:prstGeom>
        </p:spPr>
      </p:pic>
      <p:sp>
        <p:nvSpPr>
          <p:cNvPr id="4" name="文本框 3">
            <a:extLst>
              <a:ext uri="{FF2B5EF4-FFF2-40B4-BE49-F238E27FC236}">
                <a16:creationId xmlns:a16="http://schemas.microsoft.com/office/drawing/2014/main" id="{1994C30D-3B91-571E-76EB-85E67B1F13A2}"/>
              </a:ext>
            </a:extLst>
          </p:cNvPr>
          <p:cNvSpPr txBox="1"/>
          <p:nvPr/>
        </p:nvSpPr>
        <p:spPr>
          <a:xfrm>
            <a:off x="1554480" y="4761250"/>
            <a:ext cx="8473440" cy="1200329"/>
          </a:xfrm>
          <a:prstGeom prst="rect">
            <a:avLst/>
          </a:prstGeom>
          <a:noFill/>
        </p:spPr>
        <p:txBody>
          <a:bodyPr wrap="square" rtlCol="0">
            <a:spAutoFit/>
          </a:bodyPr>
          <a:lstStyle/>
          <a:p>
            <a:r>
              <a:rPr lang="zh-CN" altLang="zh-CN" dirty="0"/>
              <a:t>在这里，提到并行计算的概念，这里需要将推理和训练进行区别。推理需要一个一个词地进行预测，所以推理的过程是一个串行计算的过程，而训练本身已知整个输入的自然语言序列，所以可以并行计算所有词的</a:t>
            </a:r>
            <a:r>
              <a:rPr lang="en-US" altLang="zh-CN" dirty="0" err="1"/>
              <a:t>q,k,v</a:t>
            </a:r>
            <a:r>
              <a:rPr lang="zh-CN" altLang="zh-CN" dirty="0"/>
              <a:t>。然后再做预测。</a:t>
            </a:r>
          </a:p>
          <a:p>
            <a:endParaRPr lang="zh-CN" altLang="en-US" dirty="0"/>
          </a:p>
        </p:txBody>
      </p:sp>
    </p:spTree>
    <p:extLst>
      <p:ext uri="{BB962C8B-B14F-4D97-AF65-F5344CB8AC3E}">
        <p14:creationId xmlns:p14="http://schemas.microsoft.com/office/powerpoint/2010/main" val="3654632416"/>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A8B1A5C-BCA3-B5AC-F1B6-6D878B49D98F}"/>
              </a:ext>
            </a:extLst>
          </p:cNvPr>
          <p:cNvSpPr txBox="1"/>
          <p:nvPr/>
        </p:nvSpPr>
        <p:spPr>
          <a:xfrm>
            <a:off x="609600" y="660400"/>
            <a:ext cx="3200400" cy="523220"/>
          </a:xfrm>
          <a:prstGeom prst="rect">
            <a:avLst/>
          </a:prstGeom>
          <a:noFill/>
        </p:spPr>
        <p:txBody>
          <a:bodyPr wrap="square" rtlCol="0">
            <a:spAutoFit/>
          </a:bodyPr>
          <a:lstStyle/>
          <a:p>
            <a:r>
              <a:rPr lang="zh-CN" altLang="en-US" sz="2800" dirty="0"/>
              <a:t>多头注意力</a:t>
            </a:r>
          </a:p>
        </p:txBody>
      </p:sp>
      <p:pic>
        <p:nvPicPr>
          <p:cNvPr id="3" name="图片 2" descr="图示&#10;&#10;AI 生成的内容可能不正确。">
            <a:extLst>
              <a:ext uri="{FF2B5EF4-FFF2-40B4-BE49-F238E27FC236}">
                <a16:creationId xmlns:a16="http://schemas.microsoft.com/office/drawing/2014/main" id="{9F3694D3-E602-82B5-658B-DE2E404A1870}"/>
              </a:ext>
            </a:extLst>
          </p:cNvPr>
          <p:cNvPicPr>
            <a:picLocks noChangeAspect="1"/>
          </p:cNvPicPr>
          <p:nvPr/>
        </p:nvPicPr>
        <p:blipFill>
          <a:blip r:embed="rId2"/>
          <a:stretch>
            <a:fillRect/>
          </a:stretch>
        </p:blipFill>
        <p:spPr>
          <a:xfrm>
            <a:off x="1082040" y="2170430"/>
            <a:ext cx="2763520" cy="2818130"/>
          </a:xfrm>
          <a:prstGeom prst="rect">
            <a:avLst/>
          </a:prstGeom>
        </p:spPr>
      </p:pic>
      <p:sp>
        <p:nvSpPr>
          <p:cNvPr id="4" name="文本框 3">
            <a:extLst>
              <a:ext uri="{FF2B5EF4-FFF2-40B4-BE49-F238E27FC236}">
                <a16:creationId xmlns:a16="http://schemas.microsoft.com/office/drawing/2014/main" id="{1827CBC0-9702-3A29-C78D-C79F863D0BAA}"/>
              </a:ext>
            </a:extLst>
          </p:cNvPr>
          <p:cNvSpPr txBox="1"/>
          <p:nvPr/>
        </p:nvSpPr>
        <p:spPr>
          <a:xfrm>
            <a:off x="4775200" y="1653064"/>
            <a:ext cx="5740400" cy="1477328"/>
          </a:xfrm>
          <a:prstGeom prst="rect">
            <a:avLst/>
          </a:prstGeom>
          <a:noFill/>
        </p:spPr>
        <p:txBody>
          <a:bodyPr wrap="square" rtlCol="0">
            <a:spAutoFit/>
          </a:bodyPr>
          <a:lstStyle/>
          <a:p>
            <a:r>
              <a:rPr lang="zh-CN" altLang="en-US" dirty="0"/>
              <a:t>对比单头注意力，多头注意力主要是对</a:t>
            </a:r>
            <a:r>
              <a:rPr lang="en-US" altLang="zh-CN" dirty="0"/>
              <a:t>q</a:t>
            </a:r>
            <a:r>
              <a:rPr lang="zh-CN" altLang="en-US" dirty="0"/>
              <a:t>，</a:t>
            </a:r>
            <a:r>
              <a:rPr lang="en-US" altLang="zh-CN" dirty="0"/>
              <a:t>k</a:t>
            </a:r>
            <a:r>
              <a:rPr lang="zh-CN" altLang="en-US" dirty="0"/>
              <a:t>，</a:t>
            </a:r>
            <a:r>
              <a:rPr lang="en-US" altLang="zh-CN" dirty="0"/>
              <a:t>v</a:t>
            </a:r>
            <a:r>
              <a:rPr lang="zh-CN" altLang="en-US" dirty="0"/>
              <a:t>矩阵进行维度上的拆分，拆分的向量各自进入对应的注意力头进行计算，每个注意力头计算出来的结果进行维度上的拼接的得到一个结果矩阵，此时的结果矩阵关注了多个方面的信息。</a:t>
            </a:r>
          </a:p>
        </p:txBody>
      </p:sp>
      <p:pic>
        <p:nvPicPr>
          <p:cNvPr id="6" name="图片 5">
            <a:extLst>
              <a:ext uri="{FF2B5EF4-FFF2-40B4-BE49-F238E27FC236}">
                <a16:creationId xmlns:a16="http://schemas.microsoft.com/office/drawing/2014/main" id="{926151F0-003A-2AF7-FEA9-CEF86C568B28}"/>
              </a:ext>
            </a:extLst>
          </p:cNvPr>
          <p:cNvPicPr>
            <a:picLocks noChangeAspect="1"/>
          </p:cNvPicPr>
          <p:nvPr/>
        </p:nvPicPr>
        <p:blipFill>
          <a:blip r:embed="rId3"/>
          <a:stretch>
            <a:fillRect/>
          </a:stretch>
        </p:blipFill>
        <p:spPr>
          <a:xfrm>
            <a:off x="4907280" y="3808889"/>
            <a:ext cx="5239019" cy="1073205"/>
          </a:xfrm>
          <a:prstGeom prst="rect">
            <a:avLst/>
          </a:prstGeom>
        </p:spPr>
      </p:pic>
    </p:spTree>
    <p:extLst>
      <p:ext uri="{BB962C8B-B14F-4D97-AF65-F5344CB8AC3E}">
        <p14:creationId xmlns:p14="http://schemas.microsoft.com/office/powerpoint/2010/main" val="3746879995"/>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5437" y="2105561"/>
            <a:ext cx="2472152" cy="2646878"/>
          </a:xfrm>
          <a:prstGeom prst="rect">
            <a:avLst/>
          </a:prstGeom>
          <a:noFill/>
        </p:spPr>
        <p:txBody>
          <a:bodyPr wrap="none" rtlCol="0">
            <a:spAutoFit/>
          </a:bodyPr>
          <a:lstStyle/>
          <a:p>
            <a:r>
              <a:rPr lang="en-US" altLang="zh-CN" sz="16600" spc="300" dirty="0">
                <a:solidFill>
                  <a:srgbClr val="9A2418"/>
                </a:solidFill>
                <a:latin typeface="Impact" panose="020B0806030902050204" pitchFamily="34" charset="0"/>
              </a:rPr>
              <a:t>02</a:t>
            </a:r>
            <a:endParaRPr lang="zh-CN" altLang="en-US" sz="16600" spc="300" dirty="0">
              <a:solidFill>
                <a:srgbClr val="9A2418"/>
              </a:solidFill>
              <a:latin typeface="Impact" panose="020B0806030902050204" pitchFamily="34" charset="0"/>
            </a:endParaRPr>
          </a:p>
        </p:txBody>
      </p:sp>
      <p:grpSp>
        <p:nvGrpSpPr>
          <p:cNvPr id="21" name="组合 20"/>
          <p:cNvGrpSpPr/>
          <p:nvPr/>
        </p:nvGrpSpPr>
        <p:grpSpPr>
          <a:xfrm>
            <a:off x="10467218" y="6126091"/>
            <a:ext cx="1052654" cy="108000"/>
            <a:chOff x="10467218" y="6126091"/>
            <a:chExt cx="1052654" cy="108000"/>
          </a:xfrm>
        </p:grpSpPr>
        <p:sp>
          <p:nvSpPr>
            <p:cNvPr id="22" name="椭圆 21"/>
            <p:cNvSpPr/>
            <p:nvPr/>
          </p:nvSpPr>
          <p:spPr>
            <a:xfrm>
              <a:off x="10467218" y="6126091"/>
              <a:ext cx="108000" cy="10800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椭圆 22"/>
            <p:cNvSpPr/>
            <p:nvPr/>
          </p:nvSpPr>
          <p:spPr>
            <a:xfrm>
              <a:off x="10703381"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椭圆 23"/>
            <p:cNvSpPr/>
            <p:nvPr/>
          </p:nvSpPr>
          <p:spPr>
            <a:xfrm>
              <a:off x="10939545"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椭圆 24"/>
            <p:cNvSpPr/>
            <p:nvPr/>
          </p:nvSpPr>
          <p:spPr>
            <a:xfrm>
              <a:off x="11175708"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6" name="椭圆 25"/>
            <p:cNvSpPr/>
            <p:nvPr/>
          </p:nvSpPr>
          <p:spPr>
            <a:xfrm>
              <a:off x="11411872"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 name="标题 1"/>
          <p:cNvSpPr>
            <a:spLocks noGrp="1"/>
          </p:cNvSpPr>
          <p:nvPr>
            <p:ph type="title"/>
          </p:nvPr>
        </p:nvSpPr>
        <p:spPr/>
        <p:txBody>
          <a:bodyPr/>
          <a:lstStyle/>
          <a:p>
            <a:r>
              <a:rPr lang="en-US" altLang="zh-CN" dirty="0" err="1"/>
              <a:t>Pytorch</a:t>
            </a:r>
            <a:r>
              <a:rPr lang="zh-CN" altLang="en-US" dirty="0"/>
              <a:t>实践</a:t>
            </a:r>
          </a:p>
        </p:txBody>
      </p:sp>
      <p:sp>
        <p:nvSpPr>
          <p:cNvPr id="3" name="文本占位符 2"/>
          <p:cNvSpPr>
            <a:spLocks noGrp="1"/>
          </p:cNvSpPr>
          <p:nvPr>
            <p:ph type="body" sz="quarter" idx="10"/>
          </p:nvPr>
        </p:nvSpPr>
        <p:spPr/>
        <p:txBody>
          <a:bodyPr/>
          <a:lstStyle/>
          <a:p>
            <a:r>
              <a:rPr lang="en-US" altLang="zh-CN" dirty="0"/>
              <a:t>Practice of </a:t>
            </a:r>
            <a:r>
              <a:rPr lang="en-US" altLang="zh-CN" dirty="0" err="1"/>
              <a:t>pytorch</a:t>
            </a:r>
            <a:endParaRPr lang="zh-CN" altLang="en-US" dirty="0">
              <a:solidFill>
                <a:schemeClr val="bg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F8A39FC-3030-9640-7471-145B4C87F286}"/>
              </a:ext>
            </a:extLst>
          </p:cNvPr>
          <p:cNvPicPr>
            <a:picLocks noChangeAspect="1"/>
          </p:cNvPicPr>
          <p:nvPr/>
        </p:nvPicPr>
        <p:blipFill>
          <a:blip r:embed="rId3"/>
          <a:stretch>
            <a:fillRect/>
          </a:stretch>
        </p:blipFill>
        <p:spPr>
          <a:xfrm>
            <a:off x="864710" y="1512494"/>
            <a:ext cx="6236020" cy="2959252"/>
          </a:xfrm>
          <a:prstGeom prst="rect">
            <a:avLst/>
          </a:prstGeom>
        </p:spPr>
      </p:pic>
      <p:pic>
        <p:nvPicPr>
          <p:cNvPr id="6" name="图片 5">
            <a:extLst>
              <a:ext uri="{FF2B5EF4-FFF2-40B4-BE49-F238E27FC236}">
                <a16:creationId xmlns:a16="http://schemas.microsoft.com/office/drawing/2014/main" id="{F4AAA597-2CB6-980B-4DD1-B0F2DE224A41}"/>
              </a:ext>
            </a:extLst>
          </p:cNvPr>
          <p:cNvPicPr>
            <a:picLocks noChangeAspect="1"/>
          </p:cNvPicPr>
          <p:nvPr/>
        </p:nvPicPr>
        <p:blipFill>
          <a:blip r:embed="rId4"/>
          <a:stretch>
            <a:fillRect/>
          </a:stretch>
        </p:blipFill>
        <p:spPr>
          <a:xfrm>
            <a:off x="3512796" y="5030447"/>
            <a:ext cx="3587934" cy="901746"/>
          </a:xfrm>
          <a:prstGeom prst="rect">
            <a:avLst/>
          </a:prstGeom>
        </p:spPr>
      </p:pic>
      <p:sp>
        <p:nvSpPr>
          <p:cNvPr id="7" name="文本框 6">
            <a:extLst>
              <a:ext uri="{FF2B5EF4-FFF2-40B4-BE49-F238E27FC236}">
                <a16:creationId xmlns:a16="http://schemas.microsoft.com/office/drawing/2014/main" id="{99B3827C-6083-40BF-28EB-570AAF4C6A0E}"/>
              </a:ext>
            </a:extLst>
          </p:cNvPr>
          <p:cNvSpPr txBox="1"/>
          <p:nvPr/>
        </p:nvSpPr>
        <p:spPr>
          <a:xfrm>
            <a:off x="8107680" y="2064434"/>
            <a:ext cx="3698240" cy="646331"/>
          </a:xfrm>
          <a:prstGeom prst="rect">
            <a:avLst/>
          </a:prstGeom>
          <a:noFill/>
        </p:spPr>
        <p:txBody>
          <a:bodyPr wrap="square" rtlCol="0">
            <a:spAutoFit/>
          </a:bodyPr>
          <a:lstStyle/>
          <a:p>
            <a:r>
              <a:rPr lang="zh-CN" altLang="en-US" dirty="0"/>
              <a:t>定义两层的网络模型，网络采用全连接方式。</a:t>
            </a:r>
          </a:p>
        </p:txBody>
      </p:sp>
      <p:sp>
        <p:nvSpPr>
          <p:cNvPr id="8" name="文本框 7">
            <a:extLst>
              <a:ext uri="{FF2B5EF4-FFF2-40B4-BE49-F238E27FC236}">
                <a16:creationId xmlns:a16="http://schemas.microsoft.com/office/drawing/2014/main" id="{54E5A090-9BB4-E34F-82BD-5C48060906AB}"/>
              </a:ext>
            </a:extLst>
          </p:cNvPr>
          <p:cNvSpPr txBox="1"/>
          <p:nvPr/>
        </p:nvSpPr>
        <p:spPr>
          <a:xfrm>
            <a:off x="8107680" y="3429000"/>
            <a:ext cx="3698240" cy="1477328"/>
          </a:xfrm>
          <a:prstGeom prst="rect">
            <a:avLst/>
          </a:prstGeom>
          <a:noFill/>
        </p:spPr>
        <p:txBody>
          <a:bodyPr wrap="square" rtlCol="0">
            <a:spAutoFit/>
          </a:bodyPr>
          <a:lstStyle/>
          <a:p>
            <a:r>
              <a:rPr lang="zh-CN" altLang="en-US" dirty="0"/>
              <a:t>测试的输入信息是一张图片，对图片进行缩小，比如缩小到</a:t>
            </a:r>
            <a:r>
              <a:rPr lang="en-US" altLang="zh-CN" dirty="0"/>
              <a:t>28x28</a:t>
            </a:r>
            <a:r>
              <a:rPr lang="zh-CN" altLang="en-US" dirty="0"/>
              <a:t>像素，那么网络输入就是</a:t>
            </a:r>
            <a:r>
              <a:rPr lang="en-US" altLang="zh-CN" dirty="0"/>
              <a:t>28x28</a:t>
            </a:r>
            <a:r>
              <a:rPr lang="zh-CN" altLang="en-US" dirty="0"/>
              <a:t>个感知器。输出则根据分类种数设定输出选项个数。</a:t>
            </a: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087AE9F-560D-18CA-5E22-66D7FF7DF7A3}"/>
              </a:ext>
            </a:extLst>
          </p:cNvPr>
          <p:cNvPicPr>
            <a:picLocks noChangeAspect="1"/>
          </p:cNvPicPr>
          <p:nvPr/>
        </p:nvPicPr>
        <p:blipFill>
          <a:blip r:embed="rId2"/>
          <a:stretch>
            <a:fillRect/>
          </a:stretch>
        </p:blipFill>
        <p:spPr>
          <a:xfrm>
            <a:off x="1326192" y="1344238"/>
            <a:ext cx="8331628" cy="1549479"/>
          </a:xfrm>
          <a:prstGeom prst="rect">
            <a:avLst/>
          </a:prstGeom>
        </p:spPr>
      </p:pic>
      <p:sp>
        <p:nvSpPr>
          <p:cNvPr id="4" name="文本框 3">
            <a:extLst>
              <a:ext uri="{FF2B5EF4-FFF2-40B4-BE49-F238E27FC236}">
                <a16:creationId xmlns:a16="http://schemas.microsoft.com/office/drawing/2014/main" id="{48F15258-33A4-CE5A-2042-9B6D554402E7}"/>
              </a:ext>
            </a:extLst>
          </p:cNvPr>
          <p:cNvSpPr txBox="1"/>
          <p:nvPr/>
        </p:nvSpPr>
        <p:spPr>
          <a:xfrm>
            <a:off x="1820178" y="3734590"/>
            <a:ext cx="6169573" cy="923330"/>
          </a:xfrm>
          <a:prstGeom prst="rect">
            <a:avLst/>
          </a:prstGeom>
          <a:noFill/>
        </p:spPr>
        <p:txBody>
          <a:bodyPr wrap="square" rtlCol="0">
            <a:spAutoFit/>
          </a:bodyPr>
          <a:lstStyle/>
          <a:p>
            <a:r>
              <a:rPr lang="zh-CN" altLang="en-US" dirty="0"/>
              <a:t>定义一个更大的网络模型，但是数据是采用自己录入的数据，任务为训练后分辨数字。由于自定义的数据太少，即使加入数据增强，也无法得到很好的训练效果，识别效果差。</a:t>
            </a:r>
          </a:p>
        </p:txBody>
      </p:sp>
    </p:spTree>
    <p:extLst>
      <p:ext uri="{BB962C8B-B14F-4D97-AF65-F5344CB8AC3E}">
        <p14:creationId xmlns:p14="http://schemas.microsoft.com/office/powerpoint/2010/main" val="3953855686"/>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15437" y="2105561"/>
            <a:ext cx="2531462" cy="2646878"/>
          </a:xfrm>
          <a:prstGeom prst="rect">
            <a:avLst/>
          </a:prstGeom>
          <a:noFill/>
        </p:spPr>
        <p:txBody>
          <a:bodyPr wrap="none" rtlCol="0">
            <a:spAutoFit/>
          </a:bodyPr>
          <a:lstStyle/>
          <a:p>
            <a:r>
              <a:rPr lang="en-US" altLang="zh-CN" sz="16600" spc="300" dirty="0">
                <a:solidFill>
                  <a:srgbClr val="9A2418"/>
                </a:solidFill>
                <a:latin typeface="Impact" panose="020B0806030902050204" pitchFamily="34" charset="0"/>
              </a:rPr>
              <a:t>03</a:t>
            </a:r>
            <a:endParaRPr lang="zh-CN" altLang="en-US" sz="16600" spc="300" dirty="0">
              <a:solidFill>
                <a:srgbClr val="9A2418"/>
              </a:solidFill>
              <a:latin typeface="Impact" panose="020B0806030902050204" pitchFamily="34" charset="0"/>
            </a:endParaRPr>
          </a:p>
        </p:txBody>
      </p:sp>
      <p:grpSp>
        <p:nvGrpSpPr>
          <p:cNvPr id="21" name="组合 20"/>
          <p:cNvGrpSpPr/>
          <p:nvPr/>
        </p:nvGrpSpPr>
        <p:grpSpPr>
          <a:xfrm>
            <a:off x="10467218" y="6126091"/>
            <a:ext cx="1052654" cy="108000"/>
            <a:chOff x="10467218" y="6126091"/>
            <a:chExt cx="1052654" cy="108000"/>
          </a:xfrm>
        </p:grpSpPr>
        <p:sp>
          <p:nvSpPr>
            <p:cNvPr id="22" name="椭圆 21"/>
            <p:cNvSpPr/>
            <p:nvPr/>
          </p:nvSpPr>
          <p:spPr>
            <a:xfrm>
              <a:off x="10467218" y="6126091"/>
              <a:ext cx="108000" cy="108000"/>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椭圆 22"/>
            <p:cNvSpPr/>
            <p:nvPr/>
          </p:nvSpPr>
          <p:spPr>
            <a:xfrm>
              <a:off x="10703381"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椭圆 23"/>
            <p:cNvSpPr/>
            <p:nvPr/>
          </p:nvSpPr>
          <p:spPr>
            <a:xfrm>
              <a:off x="10939545"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椭圆 24"/>
            <p:cNvSpPr/>
            <p:nvPr/>
          </p:nvSpPr>
          <p:spPr>
            <a:xfrm>
              <a:off x="11175708"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6" name="椭圆 25"/>
            <p:cNvSpPr/>
            <p:nvPr/>
          </p:nvSpPr>
          <p:spPr>
            <a:xfrm>
              <a:off x="11411872" y="6126091"/>
              <a:ext cx="108000" cy="108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 name="标题 1"/>
          <p:cNvSpPr>
            <a:spLocks noGrp="1"/>
          </p:cNvSpPr>
          <p:nvPr>
            <p:ph type="title"/>
          </p:nvPr>
        </p:nvSpPr>
        <p:spPr/>
        <p:txBody>
          <a:bodyPr/>
          <a:lstStyle/>
          <a:p>
            <a:r>
              <a:rPr lang="en-US" altLang="zh-CN" spc="300" dirty="0">
                <a:solidFill>
                  <a:schemeClr val="tx2">
                    <a:lumMod val="50000"/>
                  </a:schemeClr>
                </a:solidFill>
              </a:rPr>
              <a:t>Transformer</a:t>
            </a:r>
            <a:r>
              <a:rPr lang="zh-CN" altLang="en-US" spc="300" dirty="0">
                <a:solidFill>
                  <a:schemeClr val="tx2">
                    <a:lumMod val="50000"/>
                  </a:schemeClr>
                </a:solidFill>
              </a:rPr>
              <a:t>模型使用初步</a:t>
            </a:r>
          </a:p>
        </p:txBody>
      </p:sp>
      <p:sp>
        <p:nvSpPr>
          <p:cNvPr id="3" name="文本占位符 2"/>
          <p:cNvSpPr>
            <a:spLocks noGrp="1"/>
          </p:cNvSpPr>
          <p:nvPr>
            <p:ph type="body" sz="quarter" idx="10"/>
          </p:nvPr>
        </p:nvSpPr>
        <p:spPr/>
        <p:txBody>
          <a:bodyPr/>
          <a:lstStyle/>
          <a:p>
            <a:r>
              <a:rPr lang="en-US" altLang="zh-CN" dirty="0">
                <a:solidFill>
                  <a:schemeClr val="bg1">
                    <a:lumMod val="75000"/>
                  </a:schemeClr>
                </a:solidFill>
              </a:rPr>
              <a:t>Basical Usage of transformer model</a:t>
            </a:r>
            <a:endParaRPr lang="zh-CN" altLang="en-US" dirty="0">
              <a:solidFill>
                <a:schemeClr val="bg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D2F83E4-1339-DCEB-FBF4-985AFB0547A2}"/>
              </a:ext>
            </a:extLst>
          </p:cNvPr>
          <p:cNvSpPr txBox="1"/>
          <p:nvPr/>
        </p:nvSpPr>
        <p:spPr>
          <a:xfrm>
            <a:off x="619760" y="548640"/>
            <a:ext cx="2753360" cy="523220"/>
          </a:xfrm>
          <a:prstGeom prst="rect">
            <a:avLst/>
          </a:prstGeom>
          <a:noFill/>
        </p:spPr>
        <p:txBody>
          <a:bodyPr wrap="square" rtlCol="0">
            <a:spAutoFit/>
          </a:bodyPr>
          <a:lstStyle/>
          <a:p>
            <a:r>
              <a:rPr lang="zh-CN" altLang="en-US" sz="2800" dirty="0"/>
              <a:t>四个方面的</a:t>
            </a:r>
            <a:r>
              <a:rPr lang="en-US" altLang="zh-CN" sz="2800" dirty="0"/>
              <a:t>”</a:t>
            </a:r>
            <a:r>
              <a:rPr lang="zh-CN" altLang="en-US" sz="2800" dirty="0"/>
              <a:t>玩</a:t>
            </a:r>
            <a:r>
              <a:rPr lang="en-US" altLang="zh-CN" sz="2800" dirty="0"/>
              <a:t>”</a:t>
            </a:r>
            <a:endParaRPr lang="zh-CN" altLang="en-US" sz="2800" dirty="0"/>
          </a:p>
        </p:txBody>
      </p:sp>
      <p:pic>
        <p:nvPicPr>
          <p:cNvPr id="5" name="图片 4">
            <a:extLst>
              <a:ext uri="{FF2B5EF4-FFF2-40B4-BE49-F238E27FC236}">
                <a16:creationId xmlns:a16="http://schemas.microsoft.com/office/drawing/2014/main" id="{AEF4DA42-07B8-1E4C-3CC0-22F91060A348}"/>
              </a:ext>
            </a:extLst>
          </p:cNvPr>
          <p:cNvPicPr>
            <a:picLocks noChangeAspect="1"/>
          </p:cNvPicPr>
          <p:nvPr/>
        </p:nvPicPr>
        <p:blipFill>
          <a:blip r:embed="rId2"/>
          <a:stretch>
            <a:fillRect/>
          </a:stretch>
        </p:blipFill>
        <p:spPr>
          <a:xfrm>
            <a:off x="1735333" y="1071860"/>
            <a:ext cx="8871707" cy="5090160"/>
          </a:xfrm>
          <a:prstGeom prst="rect">
            <a:avLst/>
          </a:prstGeom>
        </p:spPr>
      </p:pic>
    </p:spTree>
    <p:extLst>
      <p:ext uri="{BB962C8B-B14F-4D97-AF65-F5344CB8AC3E}">
        <p14:creationId xmlns:p14="http://schemas.microsoft.com/office/powerpoint/2010/main" val="2615503701"/>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91046CB-8CF2-947A-F9D3-140BCC6BEB21}"/>
              </a:ext>
            </a:extLst>
          </p:cNvPr>
          <p:cNvPicPr>
            <a:picLocks noChangeAspect="1"/>
          </p:cNvPicPr>
          <p:nvPr/>
        </p:nvPicPr>
        <p:blipFill>
          <a:blip r:embed="rId2"/>
          <a:stretch>
            <a:fillRect/>
          </a:stretch>
        </p:blipFill>
        <p:spPr>
          <a:xfrm>
            <a:off x="1538359" y="769228"/>
            <a:ext cx="9403961" cy="5319543"/>
          </a:xfrm>
          <a:prstGeom prst="rect">
            <a:avLst/>
          </a:prstGeom>
        </p:spPr>
      </p:pic>
    </p:spTree>
    <p:extLst>
      <p:ext uri="{BB962C8B-B14F-4D97-AF65-F5344CB8AC3E}">
        <p14:creationId xmlns:p14="http://schemas.microsoft.com/office/powerpoint/2010/main" val="3507989086"/>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B6B67ED-A5C7-75C5-2FD1-9BA642834926}"/>
              </a:ext>
            </a:extLst>
          </p:cNvPr>
          <p:cNvPicPr>
            <a:picLocks noChangeAspect="1"/>
          </p:cNvPicPr>
          <p:nvPr/>
        </p:nvPicPr>
        <p:blipFill>
          <a:blip r:embed="rId2"/>
          <a:stretch>
            <a:fillRect/>
          </a:stretch>
        </p:blipFill>
        <p:spPr>
          <a:xfrm>
            <a:off x="1631068" y="822960"/>
            <a:ext cx="9494132" cy="5438285"/>
          </a:xfrm>
          <a:prstGeom prst="rect">
            <a:avLst/>
          </a:prstGeom>
        </p:spPr>
      </p:pic>
    </p:spTree>
    <p:extLst>
      <p:ext uri="{BB962C8B-B14F-4D97-AF65-F5344CB8AC3E}">
        <p14:creationId xmlns:p14="http://schemas.microsoft.com/office/powerpoint/2010/main" val="2002330052"/>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AFAD308-7FEF-2430-4E52-EA87BFABB942}"/>
              </a:ext>
            </a:extLst>
          </p:cNvPr>
          <p:cNvPicPr>
            <a:picLocks noChangeAspect="1"/>
          </p:cNvPicPr>
          <p:nvPr/>
        </p:nvPicPr>
        <p:blipFill>
          <a:blip r:embed="rId2"/>
          <a:stretch>
            <a:fillRect/>
          </a:stretch>
        </p:blipFill>
        <p:spPr>
          <a:xfrm>
            <a:off x="1330716" y="124382"/>
            <a:ext cx="9379431" cy="4996258"/>
          </a:xfrm>
          <a:prstGeom prst="rect">
            <a:avLst/>
          </a:prstGeom>
        </p:spPr>
      </p:pic>
      <p:pic>
        <p:nvPicPr>
          <p:cNvPr id="5" name="图片 4">
            <a:extLst>
              <a:ext uri="{FF2B5EF4-FFF2-40B4-BE49-F238E27FC236}">
                <a16:creationId xmlns:a16="http://schemas.microsoft.com/office/drawing/2014/main" id="{481DEDC6-6254-9679-FE19-845BF2F172B6}"/>
              </a:ext>
            </a:extLst>
          </p:cNvPr>
          <p:cNvPicPr>
            <a:picLocks noChangeAspect="1"/>
          </p:cNvPicPr>
          <p:nvPr/>
        </p:nvPicPr>
        <p:blipFill>
          <a:blip r:embed="rId3"/>
          <a:stretch>
            <a:fillRect/>
          </a:stretch>
        </p:blipFill>
        <p:spPr>
          <a:xfrm>
            <a:off x="1330716" y="5120640"/>
            <a:ext cx="9379432" cy="1511378"/>
          </a:xfrm>
          <a:prstGeom prst="rect">
            <a:avLst/>
          </a:prstGeom>
        </p:spPr>
      </p:pic>
    </p:spTree>
    <p:extLst>
      <p:ext uri="{BB962C8B-B14F-4D97-AF65-F5344CB8AC3E}">
        <p14:creationId xmlns:p14="http://schemas.microsoft.com/office/powerpoint/2010/main" val="3379426288"/>
      </p:ext>
    </p:extLst>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标题 51"/>
          <p:cNvSpPr>
            <a:spLocks noGrp="1"/>
          </p:cNvSpPr>
          <p:nvPr>
            <p:ph type="title"/>
          </p:nvPr>
        </p:nvSpPr>
        <p:spPr/>
        <p:txBody>
          <a:bodyPr/>
          <a:lstStyle/>
          <a:p>
            <a:r>
              <a:rPr lang="zh-CN" altLang="en-US" dirty="0"/>
              <a:t>深圳大学</a:t>
            </a:r>
            <a:r>
              <a:rPr lang="en-US" altLang="zh-CN" dirty="0"/>
              <a:t>PPT</a:t>
            </a:r>
            <a:r>
              <a:rPr lang="zh-CN" altLang="en-US" dirty="0"/>
              <a:t>模板</a:t>
            </a:r>
          </a:p>
        </p:txBody>
      </p:sp>
      <p:sp>
        <p:nvSpPr>
          <p:cNvPr id="58" name="文本占位符 57"/>
          <p:cNvSpPr>
            <a:spLocks noGrp="1"/>
          </p:cNvSpPr>
          <p:nvPr>
            <p:ph type="body" sz="quarter" idx="10"/>
          </p:nvPr>
        </p:nvSpPr>
        <p:spPr/>
        <p:txBody>
          <a:bodyPr/>
          <a:lstStyle/>
          <a:p>
            <a:r>
              <a:rPr lang="zh-CN" altLang="en-US" sz="2000" dirty="0">
                <a:solidFill>
                  <a:srgbClr val="9A2418"/>
                </a:solidFill>
              </a:rPr>
              <a:t>壹  课</a:t>
            </a: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 name="ISPRING_PRESENTATION_TITLE" val="陕西师范大学毕业答辩PPT模板"/>
</p:tagLst>
</file>

<file path=ppt/tags/tag2.xml><?xml version="1.0" encoding="utf-8"?>
<p:tagLst xmlns:a="http://schemas.openxmlformats.org/drawingml/2006/main" xmlns:r="http://schemas.openxmlformats.org/officeDocument/2006/relationships" xmlns:p="http://schemas.openxmlformats.org/presentationml/2006/main">
  <p:tag name="ISLIDE.VECTOR" val="35f8ada8-d1d5-484b-a646-0693bbf3215b"/>
</p:tagLst>
</file>

<file path=ppt/tags/tag3.xml><?xml version="1.0" encoding="utf-8"?>
<p:tagLst xmlns:a="http://schemas.openxmlformats.org/drawingml/2006/main" xmlns:r="http://schemas.openxmlformats.org/officeDocument/2006/relationships" xmlns:p="http://schemas.openxmlformats.org/presentationml/2006/main">
  <p:tag name="PA" val="v5.2.3"/>
</p:tagLst>
</file>

<file path=ppt/tags/tag4.xml><?xml version="1.0" encoding="utf-8"?>
<p:tagLst xmlns:a="http://schemas.openxmlformats.org/drawingml/2006/main" xmlns:r="http://schemas.openxmlformats.org/officeDocument/2006/relationships" xmlns:p="http://schemas.openxmlformats.org/presentationml/2006/main">
  <p:tag name="PA" val="v5.2.3"/>
</p:tagLst>
</file>

<file path=ppt/theme/theme1.xml><?xml version="1.0" encoding="utf-8"?>
<a:theme xmlns:a="http://schemas.openxmlformats.org/drawingml/2006/main" name="Office 主题​​">
  <a:themeElements>
    <a:clrScheme name="民大">
      <a:dk1>
        <a:sysClr val="windowText" lastClr="000000"/>
      </a:dk1>
      <a:lt1>
        <a:sysClr val="window" lastClr="FFFFFF"/>
      </a:lt1>
      <a:dk2>
        <a:srgbClr val="44546A"/>
      </a:dk2>
      <a:lt2>
        <a:srgbClr val="E7E6E6"/>
      </a:lt2>
      <a:accent1>
        <a:srgbClr val="D7010E"/>
      </a:accent1>
      <a:accent2>
        <a:srgbClr val="CC4226"/>
      </a:accent2>
      <a:accent3>
        <a:srgbClr val="2B948C"/>
      </a:accent3>
      <a:accent4>
        <a:srgbClr val="3B5DCC"/>
      </a:accent4>
      <a:accent5>
        <a:srgbClr val="FCDE99"/>
      </a:accent5>
      <a:accent6>
        <a:srgbClr val="5C448A"/>
      </a:accent6>
      <a:hlink>
        <a:srgbClr val="0563C1"/>
      </a:hlink>
      <a:folHlink>
        <a:srgbClr val="954F72"/>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535</TotalTime>
  <Words>744</Words>
  <Application>Microsoft Office PowerPoint</Application>
  <PresentationFormat>宽屏</PresentationFormat>
  <Paragraphs>80</Paragraphs>
  <Slides>20</Slides>
  <Notes>7</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20</vt:i4>
      </vt:variant>
    </vt:vector>
  </HeadingPairs>
  <TitlesOfParts>
    <vt:vector size="28" baseType="lpstr">
      <vt:lpstr>Bebas</vt:lpstr>
      <vt:lpstr>等线</vt:lpstr>
      <vt:lpstr>Arial</vt:lpstr>
      <vt:lpstr>Calibri</vt:lpstr>
      <vt:lpstr>Calibri Light</vt:lpstr>
      <vt:lpstr>Impact</vt:lpstr>
      <vt:lpstr>Office 主题​​</vt:lpstr>
      <vt:lpstr>自定义设计方案</vt:lpstr>
      <vt:lpstr>深圳大学组会汇报</vt:lpstr>
      <vt:lpstr>PowerPoint 演示文稿</vt:lpstr>
      <vt:lpstr>学习收获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Pytorch实践</vt:lpstr>
      <vt:lpstr>PowerPoint 演示文稿</vt:lpstr>
      <vt:lpstr>PowerPoint 演示文稿</vt:lpstr>
      <vt:lpstr>Transformer模型使用初步</vt:lpstr>
      <vt:lpstr>PowerPoint 演示文稿</vt:lpstr>
      <vt:lpstr>PowerPoint 演示文稿</vt:lpstr>
      <vt:lpstr>PowerPoint 演示文稿</vt:lpstr>
      <vt:lpstr>PowerPoint 演示文稿</vt:lpstr>
      <vt:lpstr>深圳大学PPT模板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陕西师范大学毕业答辩PPT模板</dc:title>
  <dc:creator>立 陈</dc:creator>
  <cp:lastModifiedBy>密 周</cp:lastModifiedBy>
  <cp:revision>230</cp:revision>
  <dcterms:created xsi:type="dcterms:W3CDTF">2018-12-17T16:17:00Z</dcterms:created>
  <dcterms:modified xsi:type="dcterms:W3CDTF">2026-06-12T03:18:35Z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2052-11.1.0.8864</vt:lpwstr>
  </property>
</Properties>
</file>
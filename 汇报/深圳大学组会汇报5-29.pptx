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16"/>
  </p:notesMasterIdLst>
  <p:handoutMasterIdLst>
    <p:handoutMasterId r:id="rId17"/>
  </p:handoutMasterIdLst>
  <p:sldIdLst>
    <p:sldId id="275" r:id="rId3"/>
    <p:sldId id="269" r:id="rId4"/>
    <p:sldId id="280" r:id="rId5"/>
    <p:sldId id="302" r:id="rId6"/>
    <p:sldId id="305" r:id="rId7"/>
    <p:sldId id="283" r:id="rId8"/>
    <p:sldId id="317" r:id="rId9"/>
    <p:sldId id="303" r:id="rId10"/>
    <p:sldId id="314" r:id="rId11"/>
    <p:sldId id="315" r:id="rId12"/>
    <p:sldId id="284" r:id="rId13"/>
    <p:sldId id="316" r:id="rId14"/>
    <p:sldId id="281" r:id="rId15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2418"/>
    <a:srgbClr val="780009"/>
    <a:srgbClr val="B4776D"/>
    <a:srgbClr val="BB010E"/>
    <a:srgbClr val="CC3300"/>
    <a:srgbClr val="CC4226"/>
    <a:srgbClr val="651B13"/>
    <a:srgbClr val="352850"/>
    <a:srgbClr val="885F04"/>
    <a:srgbClr val="192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18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F6B53-9E3B-4C54-8733-630783A95104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F0B8D-DCD7-4156-A67A-F9E102284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1D096-FAED-4D1A-B352-C58DC2C3D816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AA5F0-770B-410C-90B7-ECBA0CF902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封面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6350" y="-14111"/>
            <a:ext cx="12192000" cy="6858001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-2" y="-26143"/>
            <a:ext cx="12192000" cy="3820891"/>
          </a:xfrm>
          <a:custGeom>
            <a:avLst/>
            <a:gdLst>
              <a:gd name="connsiteX0" fmla="*/ 0 w 12192000"/>
              <a:gd name="connsiteY0" fmla="*/ 0 h 3820891"/>
              <a:gd name="connsiteX1" fmla="*/ 12192000 w 12192000"/>
              <a:gd name="connsiteY1" fmla="*/ 0 h 3820891"/>
              <a:gd name="connsiteX2" fmla="*/ 12192000 w 12192000"/>
              <a:gd name="connsiteY2" fmla="*/ 2822842 h 3820891"/>
              <a:gd name="connsiteX3" fmla="*/ 11920340 w 12192000"/>
              <a:gd name="connsiteY3" fmla="*/ 2925857 h 3820891"/>
              <a:gd name="connsiteX4" fmla="*/ 6096000 w 12192000"/>
              <a:gd name="connsiteY4" fmla="*/ 3820891 h 3820891"/>
              <a:gd name="connsiteX5" fmla="*/ 271660 w 12192000"/>
              <a:gd name="connsiteY5" fmla="*/ 2925857 h 3820891"/>
              <a:gd name="connsiteX6" fmla="*/ 0 w 12192000"/>
              <a:gd name="connsiteY6" fmla="*/ 2822842 h 382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820891">
                <a:moveTo>
                  <a:pt x="0" y="0"/>
                </a:moveTo>
                <a:lnTo>
                  <a:pt x="12192000" y="0"/>
                </a:lnTo>
                <a:lnTo>
                  <a:pt x="12192000" y="2822842"/>
                </a:lnTo>
                <a:lnTo>
                  <a:pt x="11920340" y="2925857"/>
                </a:lnTo>
                <a:cubicBezTo>
                  <a:pt x="10382026" y="3481957"/>
                  <a:pt x="8338529" y="3820891"/>
                  <a:pt x="6096000" y="3820891"/>
                </a:cubicBezTo>
                <a:cubicBezTo>
                  <a:pt x="3853472" y="3820891"/>
                  <a:pt x="1809974" y="3481957"/>
                  <a:pt x="271660" y="2925857"/>
                </a:cubicBezTo>
                <a:lnTo>
                  <a:pt x="0" y="2822842"/>
                </a:ln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 userDrawn="1"/>
        </p:nvSpPr>
        <p:spPr>
          <a:xfrm>
            <a:off x="4825750" y="5851669"/>
            <a:ext cx="220164" cy="22016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 userDrawn="1"/>
        </p:nvSpPr>
        <p:spPr>
          <a:xfrm>
            <a:off x="7146086" y="5851669"/>
            <a:ext cx="220164" cy="22016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文本占位符 56"/>
          <p:cNvSpPr>
            <a:spLocks noGrp="1"/>
          </p:cNvSpPr>
          <p:nvPr>
            <p:ph type="body" sz="quarter" idx="10" hasCustomPrompt="1"/>
          </p:nvPr>
        </p:nvSpPr>
        <p:spPr>
          <a:xfrm>
            <a:off x="5222039" y="5792249"/>
            <a:ext cx="1747925" cy="353120"/>
          </a:xfrm>
          <a:custGeom>
            <a:avLst/>
            <a:gdLst>
              <a:gd name="connsiteX0" fmla="*/ 0 w 1747925"/>
              <a:gd name="connsiteY0" fmla="*/ 176559 h 353120"/>
              <a:gd name="connsiteX1" fmla="*/ 0 w 1747925"/>
              <a:gd name="connsiteY1" fmla="*/ 176560 h 353120"/>
              <a:gd name="connsiteX2" fmla="*/ 0 w 1747925"/>
              <a:gd name="connsiteY2" fmla="*/ 176560 h 353120"/>
              <a:gd name="connsiteX3" fmla="*/ 176560 w 1747925"/>
              <a:gd name="connsiteY3" fmla="*/ 0 h 353120"/>
              <a:gd name="connsiteX4" fmla="*/ 1571365 w 1747925"/>
              <a:gd name="connsiteY4" fmla="*/ 0 h 353120"/>
              <a:gd name="connsiteX5" fmla="*/ 1747925 w 1747925"/>
              <a:gd name="connsiteY5" fmla="*/ 176560 h 353120"/>
              <a:gd name="connsiteX6" fmla="*/ 1747924 w 1747925"/>
              <a:gd name="connsiteY6" fmla="*/ 176560 h 353120"/>
              <a:gd name="connsiteX7" fmla="*/ 1571364 w 1747925"/>
              <a:gd name="connsiteY7" fmla="*/ 353120 h 353120"/>
              <a:gd name="connsiteX8" fmla="*/ 176560 w 1747925"/>
              <a:gd name="connsiteY8" fmla="*/ 353119 h 353120"/>
              <a:gd name="connsiteX9" fmla="*/ 13875 w 1747925"/>
              <a:gd name="connsiteY9" fmla="*/ 245284 h 353120"/>
              <a:gd name="connsiteX10" fmla="*/ 0 w 1747925"/>
              <a:gd name="connsiteY10" fmla="*/ 176560 h 353120"/>
              <a:gd name="connsiteX11" fmla="*/ 13875 w 1747925"/>
              <a:gd name="connsiteY11" fmla="*/ 107835 h 353120"/>
              <a:gd name="connsiteX12" fmla="*/ 176560 w 1747925"/>
              <a:gd name="connsiteY12" fmla="*/ 0 h 35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7925" h="353120">
                <a:moveTo>
                  <a:pt x="0" y="176559"/>
                </a:moveTo>
                <a:lnTo>
                  <a:pt x="0" y="176560"/>
                </a:lnTo>
                <a:lnTo>
                  <a:pt x="0" y="176560"/>
                </a:lnTo>
                <a:close/>
                <a:moveTo>
                  <a:pt x="176560" y="0"/>
                </a:moveTo>
                <a:lnTo>
                  <a:pt x="1571365" y="0"/>
                </a:lnTo>
                <a:cubicBezTo>
                  <a:pt x="1668876" y="0"/>
                  <a:pt x="1747925" y="79049"/>
                  <a:pt x="1747925" y="176560"/>
                </a:cubicBezTo>
                <a:lnTo>
                  <a:pt x="1747924" y="176560"/>
                </a:lnTo>
                <a:cubicBezTo>
                  <a:pt x="1747924" y="274071"/>
                  <a:pt x="1668875" y="353120"/>
                  <a:pt x="1571364" y="353120"/>
                </a:cubicBezTo>
                <a:lnTo>
                  <a:pt x="176560" y="353119"/>
                </a:lnTo>
                <a:cubicBezTo>
                  <a:pt x="103427" y="353119"/>
                  <a:pt x="40679" y="308654"/>
                  <a:pt x="13875" y="245284"/>
                </a:cubicBezTo>
                <a:lnTo>
                  <a:pt x="0" y="176560"/>
                </a:lnTo>
                <a:lnTo>
                  <a:pt x="13875" y="107835"/>
                </a:lnTo>
                <a:cubicBezTo>
                  <a:pt x="40679" y="44465"/>
                  <a:pt x="103427" y="0"/>
                  <a:pt x="176560" y="0"/>
                </a:cubicBezTo>
                <a:close/>
              </a:path>
            </a:pathLst>
          </a:custGeom>
          <a:solidFill>
            <a:srgbClr val="9A2418"/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海湾同学社</a:t>
            </a:r>
            <a:endParaRPr lang="en-US" altLang="zh-CN" dirty="0"/>
          </a:p>
        </p:txBody>
      </p:sp>
      <p:sp>
        <p:nvSpPr>
          <p:cNvPr id="58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81523" y="5407559"/>
            <a:ext cx="3028952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60" name="标题 59"/>
          <p:cNvSpPr>
            <a:spLocks noGrp="1"/>
          </p:cNvSpPr>
          <p:nvPr>
            <p:ph type="title" hasCustomPrompt="1"/>
          </p:nvPr>
        </p:nvSpPr>
        <p:spPr>
          <a:xfrm>
            <a:off x="660400" y="4167394"/>
            <a:ext cx="10858500" cy="663575"/>
          </a:xfrm>
        </p:spPr>
        <p:txBody>
          <a:bodyPr>
            <a:normAutofit/>
          </a:bodyPr>
          <a:lstStyle>
            <a:lvl1pPr algn="ctr">
              <a:defRPr sz="4000" spc="100" baseline="0">
                <a:solidFill>
                  <a:srgbClr val="9A2418"/>
                </a:solidFill>
              </a:defRPr>
            </a:lvl1pPr>
          </a:lstStyle>
          <a:p>
            <a:r>
              <a:rPr lang="zh-CN" altLang="en-US" dirty="0"/>
              <a:t>深圳大学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581" y="1780434"/>
            <a:ext cx="985883" cy="9858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599" y="1649925"/>
            <a:ext cx="2883456" cy="1246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-14400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 userDrawn="1"/>
        </p:nvSpPr>
        <p:spPr>
          <a:xfrm flipH="1">
            <a:off x="0" y="-14288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 userDrawn="1"/>
        </p:nvCxnSpPr>
        <p:spPr>
          <a:xfrm>
            <a:off x="3785505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 userDrawn="1"/>
        </p:nvSpPr>
        <p:spPr>
          <a:xfrm>
            <a:off x="4726574" y="3432579"/>
            <a:ext cx="720000" cy="1016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6574" y="2143126"/>
            <a:ext cx="6792326" cy="1035858"/>
          </a:xfrm>
        </p:spPr>
        <p:txBody>
          <a:bodyPr anchor="ctr" anchorCtr="0">
            <a:normAutofit/>
          </a:bodyPr>
          <a:lstStyle>
            <a:lvl1pPr>
              <a:defRPr sz="40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25988" y="3787775"/>
            <a:ext cx="6792912" cy="927100"/>
          </a:xfrm>
        </p:spPr>
        <p:txBody>
          <a:bodyPr lIns="0" anchor="ctr" anchorCtr="0"/>
          <a:lstStyle>
            <a:lvl1pPr marL="0" indent="0">
              <a:buFontTx/>
              <a:buNone/>
              <a:defRPr spc="100" baseline="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62" y="77075"/>
            <a:ext cx="541169" cy="5411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609" y="44968"/>
            <a:ext cx="1399953" cy="605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-14400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 userDrawn="1"/>
        </p:nvSpPr>
        <p:spPr>
          <a:xfrm flipH="1">
            <a:off x="0" y="-14288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62" y="77075"/>
            <a:ext cx="541169" cy="5411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609" y="44968"/>
            <a:ext cx="1399953" cy="605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9625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4" name="椭圆 3"/>
          <p:cNvSpPr/>
          <p:nvPr userDrawn="1"/>
        </p:nvSpPr>
        <p:spPr>
          <a:xfrm>
            <a:off x="264695" y="121736"/>
            <a:ext cx="613610" cy="613026"/>
          </a:xfrm>
          <a:prstGeom prst="ellipse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60400" y="-1"/>
            <a:ext cx="9301747" cy="817564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666252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底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0152" y="1137493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6" name="PA-任意多边形 56"/>
          <p:cNvSpPr/>
          <p:nvPr userDrawn="1">
            <p:custDataLst>
              <p:tags r:id="rId1"/>
            </p:custDataLst>
          </p:nvPr>
        </p:nvSpPr>
        <p:spPr>
          <a:xfrm>
            <a:off x="-10152" y="0"/>
            <a:ext cx="12192000" cy="4747499"/>
          </a:xfrm>
          <a:custGeom>
            <a:avLst/>
            <a:gdLst>
              <a:gd name="connsiteX0" fmla="*/ 0 w 12192000"/>
              <a:gd name="connsiteY0" fmla="*/ 0 h 4747499"/>
              <a:gd name="connsiteX1" fmla="*/ 12192000 w 12192000"/>
              <a:gd name="connsiteY1" fmla="*/ 0 h 4747499"/>
              <a:gd name="connsiteX2" fmla="*/ 12192000 w 12192000"/>
              <a:gd name="connsiteY2" fmla="*/ 926608 h 4747499"/>
              <a:gd name="connsiteX3" fmla="*/ 12192000 w 12192000"/>
              <a:gd name="connsiteY3" fmla="*/ 1179983 h 4747499"/>
              <a:gd name="connsiteX4" fmla="*/ 12192000 w 12192000"/>
              <a:gd name="connsiteY4" fmla="*/ 3749450 h 4747499"/>
              <a:gd name="connsiteX5" fmla="*/ 11920340 w 12192000"/>
              <a:gd name="connsiteY5" fmla="*/ 3852465 h 4747499"/>
              <a:gd name="connsiteX6" fmla="*/ 6096000 w 12192000"/>
              <a:gd name="connsiteY6" fmla="*/ 4747499 h 4747499"/>
              <a:gd name="connsiteX7" fmla="*/ 271660 w 12192000"/>
              <a:gd name="connsiteY7" fmla="*/ 3852465 h 4747499"/>
              <a:gd name="connsiteX8" fmla="*/ 0 w 12192000"/>
              <a:gd name="connsiteY8" fmla="*/ 3749450 h 4747499"/>
              <a:gd name="connsiteX9" fmla="*/ 0 w 12192000"/>
              <a:gd name="connsiteY9" fmla="*/ 1179983 h 4747499"/>
              <a:gd name="connsiteX10" fmla="*/ 0 w 12192000"/>
              <a:gd name="connsiteY10" fmla="*/ 926608 h 4747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747499">
                <a:moveTo>
                  <a:pt x="0" y="0"/>
                </a:moveTo>
                <a:lnTo>
                  <a:pt x="12192000" y="0"/>
                </a:lnTo>
                <a:lnTo>
                  <a:pt x="12192000" y="926608"/>
                </a:lnTo>
                <a:lnTo>
                  <a:pt x="12192000" y="1179983"/>
                </a:lnTo>
                <a:lnTo>
                  <a:pt x="12192000" y="3749450"/>
                </a:lnTo>
                <a:lnTo>
                  <a:pt x="11920340" y="3852465"/>
                </a:lnTo>
                <a:cubicBezTo>
                  <a:pt x="10382026" y="4408565"/>
                  <a:pt x="8338529" y="4747499"/>
                  <a:pt x="6096000" y="4747499"/>
                </a:cubicBezTo>
                <a:cubicBezTo>
                  <a:pt x="3853472" y="4747499"/>
                  <a:pt x="1809974" y="4408565"/>
                  <a:pt x="271660" y="3852465"/>
                </a:cubicBezTo>
                <a:lnTo>
                  <a:pt x="0" y="3749450"/>
                </a:lnTo>
                <a:lnTo>
                  <a:pt x="0" y="1179983"/>
                </a:lnTo>
                <a:lnTo>
                  <a:pt x="0" y="926608"/>
                </a:ln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PA-文本框 55"/>
          <p:cNvSpPr txBox="1"/>
          <p:nvPr userDrawn="1">
            <p:custDataLst>
              <p:tags r:id="rId2"/>
            </p:custDataLst>
          </p:nvPr>
        </p:nvSpPr>
        <p:spPr>
          <a:xfrm>
            <a:off x="2234590" y="1982981"/>
            <a:ext cx="7722821" cy="1016280"/>
          </a:xfrm>
          <a:custGeom>
            <a:avLst/>
            <a:gdLst/>
            <a:ahLst/>
            <a:cxnLst/>
            <a:rect l="l" t="t" r="r" b="b"/>
            <a:pathLst>
              <a:path w="7722821" h="1016280">
                <a:moveTo>
                  <a:pt x="6328591" y="239823"/>
                </a:moveTo>
                <a:lnTo>
                  <a:pt x="6273187" y="630821"/>
                </a:lnTo>
                <a:lnTo>
                  <a:pt x="6383997" y="630821"/>
                </a:lnTo>
                <a:close/>
                <a:moveTo>
                  <a:pt x="1537517" y="239823"/>
                </a:moveTo>
                <a:lnTo>
                  <a:pt x="1482112" y="630821"/>
                </a:lnTo>
                <a:lnTo>
                  <a:pt x="1592922" y="630821"/>
                </a:lnTo>
                <a:close/>
                <a:moveTo>
                  <a:pt x="5426443" y="165422"/>
                </a:moveTo>
                <a:lnTo>
                  <a:pt x="5426443" y="482812"/>
                </a:lnTo>
                <a:lnTo>
                  <a:pt x="5516673" y="482812"/>
                </a:lnTo>
                <a:cubicBezTo>
                  <a:pt x="5540418" y="482812"/>
                  <a:pt x="5560602" y="474369"/>
                  <a:pt x="5577223" y="457484"/>
                </a:cubicBezTo>
                <a:cubicBezTo>
                  <a:pt x="5593844" y="440599"/>
                  <a:pt x="5602155" y="420284"/>
                  <a:pt x="5602155" y="396539"/>
                </a:cubicBezTo>
                <a:lnTo>
                  <a:pt x="5602155" y="251695"/>
                </a:lnTo>
                <a:cubicBezTo>
                  <a:pt x="5602155" y="194180"/>
                  <a:pt x="5573661" y="165422"/>
                  <a:pt x="5516673" y="165422"/>
                </a:cubicBezTo>
                <a:close/>
                <a:moveTo>
                  <a:pt x="4861850" y="148801"/>
                </a:moveTo>
                <a:cubicBezTo>
                  <a:pt x="4838105" y="148801"/>
                  <a:pt x="4817790" y="157112"/>
                  <a:pt x="4800905" y="173733"/>
                </a:cubicBezTo>
                <a:cubicBezTo>
                  <a:pt x="4784020" y="190354"/>
                  <a:pt x="4775577" y="210538"/>
                  <a:pt x="4775577" y="234282"/>
                </a:cubicBezTo>
                <a:lnTo>
                  <a:pt x="4775577" y="777248"/>
                </a:lnTo>
                <a:cubicBezTo>
                  <a:pt x="4775577" y="800993"/>
                  <a:pt x="4784020" y="821176"/>
                  <a:pt x="4800905" y="837797"/>
                </a:cubicBezTo>
                <a:cubicBezTo>
                  <a:pt x="4817790" y="854419"/>
                  <a:pt x="4838105" y="862730"/>
                  <a:pt x="4861850" y="862730"/>
                </a:cubicBezTo>
                <a:cubicBezTo>
                  <a:pt x="4885595" y="862730"/>
                  <a:pt x="4905778" y="854419"/>
                  <a:pt x="4922399" y="837797"/>
                </a:cubicBezTo>
                <a:cubicBezTo>
                  <a:pt x="4939021" y="821176"/>
                  <a:pt x="4947331" y="800993"/>
                  <a:pt x="4947331" y="777248"/>
                </a:cubicBezTo>
                <a:lnTo>
                  <a:pt x="4947331" y="234282"/>
                </a:lnTo>
                <a:cubicBezTo>
                  <a:pt x="4947331" y="210538"/>
                  <a:pt x="4939021" y="190354"/>
                  <a:pt x="4922399" y="173733"/>
                </a:cubicBezTo>
                <a:cubicBezTo>
                  <a:pt x="4905778" y="157112"/>
                  <a:pt x="4885595" y="148801"/>
                  <a:pt x="4861850" y="148801"/>
                </a:cubicBezTo>
                <a:close/>
                <a:moveTo>
                  <a:pt x="7315201" y="12664"/>
                </a:moveTo>
                <a:lnTo>
                  <a:pt x="7464793" y="12664"/>
                </a:lnTo>
                <a:lnTo>
                  <a:pt x="7464793" y="855606"/>
                </a:lnTo>
                <a:lnTo>
                  <a:pt x="7722821" y="855606"/>
                </a:lnTo>
                <a:lnTo>
                  <a:pt x="7722821" y="1004407"/>
                </a:lnTo>
                <a:lnTo>
                  <a:pt x="7315201" y="1004407"/>
                </a:lnTo>
                <a:close/>
                <a:moveTo>
                  <a:pt x="6762750" y="12664"/>
                </a:moveTo>
                <a:lnTo>
                  <a:pt x="6912343" y="12664"/>
                </a:lnTo>
                <a:lnTo>
                  <a:pt x="6912343" y="855606"/>
                </a:lnTo>
                <a:lnTo>
                  <a:pt x="7170371" y="855606"/>
                </a:lnTo>
                <a:lnTo>
                  <a:pt x="7170371" y="1004407"/>
                </a:lnTo>
                <a:lnTo>
                  <a:pt x="6762750" y="1004407"/>
                </a:lnTo>
                <a:close/>
                <a:moveTo>
                  <a:pt x="6226501" y="12664"/>
                </a:moveTo>
                <a:lnTo>
                  <a:pt x="6432277" y="12664"/>
                </a:lnTo>
                <a:lnTo>
                  <a:pt x="6598479" y="1004407"/>
                </a:lnTo>
                <a:lnTo>
                  <a:pt x="6441194" y="1004407"/>
                </a:lnTo>
                <a:lnTo>
                  <a:pt x="6406195" y="776457"/>
                </a:lnTo>
                <a:lnTo>
                  <a:pt x="6250011" y="776457"/>
                </a:lnTo>
                <a:lnTo>
                  <a:pt x="6213665" y="1004407"/>
                </a:lnTo>
                <a:lnTo>
                  <a:pt x="6057901" y="1004407"/>
                </a:lnTo>
                <a:close/>
                <a:moveTo>
                  <a:pt x="5276850" y="12664"/>
                </a:moveTo>
                <a:lnTo>
                  <a:pt x="5512716" y="12664"/>
                </a:lnTo>
                <a:cubicBezTo>
                  <a:pt x="5596087" y="12664"/>
                  <a:pt x="5657296" y="35617"/>
                  <a:pt x="5696343" y="81524"/>
                </a:cubicBezTo>
                <a:cubicBezTo>
                  <a:pt x="5730641" y="121626"/>
                  <a:pt x="5747790" y="177559"/>
                  <a:pt x="5747790" y="249321"/>
                </a:cubicBezTo>
                <a:lnTo>
                  <a:pt x="5747790" y="393373"/>
                </a:lnTo>
                <a:cubicBezTo>
                  <a:pt x="5747790" y="463552"/>
                  <a:pt x="5721143" y="522914"/>
                  <a:pt x="5667849" y="571459"/>
                </a:cubicBezTo>
                <a:lnTo>
                  <a:pt x="5778646" y="1004407"/>
                </a:lnTo>
                <a:lnTo>
                  <a:pt x="5616872" y="1004407"/>
                </a:lnTo>
                <a:lnTo>
                  <a:pt x="5526171" y="630821"/>
                </a:lnTo>
                <a:cubicBezTo>
                  <a:pt x="5521950" y="630821"/>
                  <a:pt x="5517465" y="630821"/>
                  <a:pt x="5512716" y="630821"/>
                </a:cubicBezTo>
                <a:lnTo>
                  <a:pt x="5426443" y="630821"/>
                </a:lnTo>
                <a:lnTo>
                  <a:pt x="5426443" y="1004407"/>
                </a:lnTo>
                <a:lnTo>
                  <a:pt x="5276850" y="1004407"/>
                </a:lnTo>
                <a:close/>
                <a:moveTo>
                  <a:pt x="1435426" y="12664"/>
                </a:moveTo>
                <a:lnTo>
                  <a:pt x="1641203" y="12664"/>
                </a:lnTo>
                <a:lnTo>
                  <a:pt x="1807405" y="1004407"/>
                </a:lnTo>
                <a:lnTo>
                  <a:pt x="1650119" y="1004407"/>
                </a:lnTo>
                <a:lnTo>
                  <a:pt x="1615120" y="776457"/>
                </a:lnTo>
                <a:lnTo>
                  <a:pt x="1458936" y="776457"/>
                </a:lnTo>
                <a:lnTo>
                  <a:pt x="1422589" y="1004407"/>
                </a:lnTo>
                <a:lnTo>
                  <a:pt x="1266826" y="1004407"/>
                </a:lnTo>
                <a:close/>
                <a:moveTo>
                  <a:pt x="628650" y="12664"/>
                </a:moveTo>
                <a:lnTo>
                  <a:pt x="778243" y="12664"/>
                </a:lnTo>
                <a:lnTo>
                  <a:pt x="778243" y="433739"/>
                </a:lnTo>
                <a:lnTo>
                  <a:pt x="958704" y="433739"/>
                </a:lnTo>
                <a:lnTo>
                  <a:pt x="958704" y="12664"/>
                </a:lnTo>
                <a:lnTo>
                  <a:pt x="1108297" y="12664"/>
                </a:lnTo>
                <a:lnTo>
                  <a:pt x="1108297" y="1004407"/>
                </a:lnTo>
                <a:lnTo>
                  <a:pt x="958704" y="1004407"/>
                </a:lnTo>
                <a:lnTo>
                  <a:pt x="958704" y="584123"/>
                </a:lnTo>
                <a:lnTo>
                  <a:pt x="778243" y="584123"/>
                </a:lnTo>
                <a:lnTo>
                  <a:pt x="778243" y="1004407"/>
                </a:lnTo>
                <a:lnTo>
                  <a:pt x="628650" y="1004407"/>
                </a:lnTo>
                <a:close/>
                <a:moveTo>
                  <a:pt x="0" y="12664"/>
                </a:moveTo>
                <a:lnTo>
                  <a:pt x="466983" y="12664"/>
                </a:lnTo>
                <a:lnTo>
                  <a:pt x="466983" y="163048"/>
                </a:lnTo>
                <a:lnTo>
                  <a:pt x="308684" y="163048"/>
                </a:lnTo>
                <a:lnTo>
                  <a:pt x="308684" y="1004407"/>
                </a:lnTo>
                <a:lnTo>
                  <a:pt x="159091" y="1004407"/>
                </a:lnTo>
                <a:lnTo>
                  <a:pt x="159091" y="163048"/>
                </a:lnTo>
                <a:lnTo>
                  <a:pt x="0" y="163048"/>
                </a:lnTo>
                <a:close/>
                <a:moveTo>
                  <a:pt x="4057651" y="11872"/>
                </a:moveTo>
                <a:lnTo>
                  <a:pt x="4483475" y="11872"/>
                </a:lnTo>
                <a:lnTo>
                  <a:pt x="4483475" y="162256"/>
                </a:lnTo>
                <a:lnTo>
                  <a:pt x="4207243" y="162256"/>
                </a:lnTo>
                <a:lnTo>
                  <a:pt x="4207243" y="432948"/>
                </a:lnTo>
                <a:lnTo>
                  <a:pt x="4409074" y="432948"/>
                </a:lnTo>
                <a:lnTo>
                  <a:pt x="4409074" y="583332"/>
                </a:lnTo>
                <a:lnTo>
                  <a:pt x="4207243" y="583332"/>
                </a:lnTo>
                <a:lnTo>
                  <a:pt x="4207243" y="1004407"/>
                </a:lnTo>
                <a:lnTo>
                  <a:pt x="4057651" y="1004407"/>
                </a:lnTo>
                <a:close/>
                <a:moveTo>
                  <a:pt x="2657476" y="11872"/>
                </a:moveTo>
                <a:lnTo>
                  <a:pt x="2807068" y="11872"/>
                </a:lnTo>
                <a:lnTo>
                  <a:pt x="2807068" y="365671"/>
                </a:lnTo>
                <a:lnTo>
                  <a:pt x="2989903" y="11872"/>
                </a:lnTo>
                <a:lnTo>
                  <a:pt x="3149390" y="11872"/>
                </a:lnTo>
                <a:lnTo>
                  <a:pt x="2944627" y="416710"/>
                </a:lnTo>
                <a:lnTo>
                  <a:pt x="3184747" y="1004407"/>
                </a:lnTo>
                <a:lnTo>
                  <a:pt x="3008899" y="1004407"/>
                </a:lnTo>
                <a:lnTo>
                  <a:pt x="2851837" y="601437"/>
                </a:lnTo>
                <a:lnTo>
                  <a:pt x="2807068" y="689788"/>
                </a:lnTo>
                <a:lnTo>
                  <a:pt x="2807068" y="1004407"/>
                </a:lnTo>
                <a:lnTo>
                  <a:pt x="2657476" y="1004407"/>
                </a:lnTo>
                <a:close/>
                <a:moveTo>
                  <a:pt x="1971676" y="11872"/>
                </a:moveTo>
                <a:lnTo>
                  <a:pt x="2139621" y="11872"/>
                </a:lnTo>
                <a:lnTo>
                  <a:pt x="2338138" y="678917"/>
                </a:lnTo>
                <a:lnTo>
                  <a:pt x="2338138" y="11872"/>
                </a:lnTo>
                <a:lnTo>
                  <a:pt x="2487730" y="11872"/>
                </a:lnTo>
                <a:lnTo>
                  <a:pt x="2487730" y="1004407"/>
                </a:lnTo>
                <a:lnTo>
                  <a:pt x="2327057" y="1004407"/>
                </a:lnTo>
                <a:lnTo>
                  <a:pt x="2121268" y="368837"/>
                </a:lnTo>
                <a:lnTo>
                  <a:pt x="2121268" y="1004407"/>
                </a:lnTo>
                <a:lnTo>
                  <a:pt x="1971676" y="1004407"/>
                </a:lnTo>
                <a:close/>
                <a:moveTo>
                  <a:pt x="4865807" y="0"/>
                </a:moveTo>
                <a:cubicBezTo>
                  <a:pt x="4931765" y="0"/>
                  <a:pt x="4987830" y="23217"/>
                  <a:pt x="5034000" y="69651"/>
                </a:cubicBezTo>
                <a:cubicBezTo>
                  <a:pt x="5080171" y="116086"/>
                  <a:pt x="5103256" y="172018"/>
                  <a:pt x="5103256" y="237448"/>
                </a:cubicBezTo>
                <a:lnTo>
                  <a:pt x="5103256" y="778831"/>
                </a:lnTo>
                <a:cubicBezTo>
                  <a:pt x="5103256" y="844789"/>
                  <a:pt x="5080039" y="900853"/>
                  <a:pt x="5033605" y="947024"/>
                </a:cubicBezTo>
                <a:cubicBezTo>
                  <a:pt x="4987170" y="993194"/>
                  <a:pt x="4931238" y="1016280"/>
                  <a:pt x="4865807" y="1016280"/>
                </a:cubicBezTo>
                <a:cubicBezTo>
                  <a:pt x="4799850" y="1016280"/>
                  <a:pt x="4743917" y="993062"/>
                  <a:pt x="4698011" y="946628"/>
                </a:cubicBezTo>
                <a:cubicBezTo>
                  <a:pt x="4652104" y="900194"/>
                  <a:pt x="4629151" y="844261"/>
                  <a:pt x="4629151" y="778831"/>
                </a:cubicBezTo>
                <a:lnTo>
                  <a:pt x="4629151" y="237448"/>
                </a:lnTo>
                <a:cubicBezTo>
                  <a:pt x="4629151" y="171491"/>
                  <a:pt x="4652368" y="115426"/>
                  <a:pt x="4698802" y="69256"/>
                </a:cubicBezTo>
                <a:cubicBezTo>
                  <a:pt x="4745237" y="23085"/>
                  <a:pt x="4800905" y="0"/>
                  <a:pt x="4865807" y="0"/>
                </a:cubicBezTo>
                <a:close/>
                <a:moveTo>
                  <a:pt x="3513230" y="0"/>
                </a:moveTo>
                <a:cubicBezTo>
                  <a:pt x="3566525" y="0"/>
                  <a:pt x="3612167" y="11872"/>
                  <a:pt x="3650159" y="35617"/>
                </a:cubicBezTo>
                <a:cubicBezTo>
                  <a:pt x="3679708" y="54085"/>
                  <a:pt x="3703585" y="79941"/>
                  <a:pt x="3721790" y="113184"/>
                </a:cubicBezTo>
                <a:cubicBezTo>
                  <a:pt x="3739994" y="146427"/>
                  <a:pt x="3750943" y="184682"/>
                  <a:pt x="3754636" y="227951"/>
                </a:cubicBezTo>
                <a:lnTo>
                  <a:pt x="3611376" y="254070"/>
                </a:lnTo>
                <a:cubicBezTo>
                  <a:pt x="3607154" y="213440"/>
                  <a:pt x="3595546" y="181780"/>
                  <a:pt x="3576550" y="159090"/>
                </a:cubicBezTo>
                <a:cubicBezTo>
                  <a:pt x="3562831" y="142733"/>
                  <a:pt x="3543043" y="134554"/>
                  <a:pt x="3517188" y="134554"/>
                </a:cubicBezTo>
                <a:cubicBezTo>
                  <a:pt x="3489750" y="134554"/>
                  <a:pt x="3468907" y="146690"/>
                  <a:pt x="3454660" y="170963"/>
                </a:cubicBezTo>
                <a:cubicBezTo>
                  <a:pt x="3443051" y="190486"/>
                  <a:pt x="3437247" y="214759"/>
                  <a:pt x="3437247" y="243780"/>
                </a:cubicBezTo>
                <a:cubicBezTo>
                  <a:pt x="3437247" y="289159"/>
                  <a:pt x="3456771" y="335330"/>
                  <a:pt x="3495818" y="382292"/>
                </a:cubicBezTo>
                <a:cubicBezTo>
                  <a:pt x="3510592" y="400233"/>
                  <a:pt x="3532754" y="421339"/>
                  <a:pt x="3562303" y="445612"/>
                </a:cubicBezTo>
                <a:cubicBezTo>
                  <a:pt x="3597129" y="474633"/>
                  <a:pt x="3620082" y="494948"/>
                  <a:pt x="3631163" y="506557"/>
                </a:cubicBezTo>
                <a:cubicBezTo>
                  <a:pt x="3668099" y="543493"/>
                  <a:pt x="3696593" y="579902"/>
                  <a:pt x="3716645" y="615783"/>
                </a:cubicBezTo>
                <a:cubicBezTo>
                  <a:pt x="3726143" y="632668"/>
                  <a:pt x="3733794" y="648234"/>
                  <a:pt x="3739598" y="662481"/>
                </a:cubicBezTo>
                <a:cubicBezTo>
                  <a:pt x="3753845" y="697835"/>
                  <a:pt x="3761232" y="729495"/>
                  <a:pt x="3761760" y="757461"/>
                </a:cubicBezTo>
                <a:cubicBezTo>
                  <a:pt x="3762815" y="826585"/>
                  <a:pt x="3744874" y="885683"/>
                  <a:pt x="3707938" y="934756"/>
                </a:cubicBezTo>
                <a:cubicBezTo>
                  <a:pt x="3683665" y="967998"/>
                  <a:pt x="3649367" y="991479"/>
                  <a:pt x="3605044" y="1005199"/>
                </a:cubicBezTo>
                <a:cubicBezTo>
                  <a:pt x="3581299" y="1012586"/>
                  <a:pt x="3553597" y="1016280"/>
                  <a:pt x="3521937" y="1016280"/>
                </a:cubicBezTo>
                <a:cubicBezTo>
                  <a:pt x="3463367" y="1016280"/>
                  <a:pt x="3414821" y="1001769"/>
                  <a:pt x="3376302" y="972747"/>
                </a:cubicBezTo>
                <a:cubicBezTo>
                  <a:pt x="3344115" y="949003"/>
                  <a:pt x="3318655" y="916683"/>
                  <a:pt x="3299923" y="875789"/>
                </a:cubicBezTo>
                <a:cubicBezTo>
                  <a:pt x="3281191" y="834895"/>
                  <a:pt x="3270241" y="788065"/>
                  <a:pt x="3267076" y="735299"/>
                </a:cubicBezTo>
                <a:lnTo>
                  <a:pt x="3409545" y="725009"/>
                </a:lnTo>
                <a:cubicBezTo>
                  <a:pt x="3415877" y="782822"/>
                  <a:pt x="3431179" y="824721"/>
                  <a:pt x="3455452" y="850709"/>
                </a:cubicBezTo>
                <a:cubicBezTo>
                  <a:pt x="3473392" y="870331"/>
                  <a:pt x="3493971" y="879615"/>
                  <a:pt x="3517188" y="878559"/>
                </a:cubicBezTo>
                <a:cubicBezTo>
                  <a:pt x="3549903" y="877504"/>
                  <a:pt x="3576023" y="861394"/>
                  <a:pt x="3595546" y="830229"/>
                </a:cubicBezTo>
                <a:cubicBezTo>
                  <a:pt x="3605571" y="814918"/>
                  <a:pt x="3610584" y="793004"/>
                  <a:pt x="3610584" y="764485"/>
                </a:cubicBezTo>
                <a:cubicBezTo>
                  <a:pt x="3610584" y="723286"/>
                  <a:pt x="3591852" y="682355"/>
                  <a:pt x="3554388" y="641692"/>
                </a:cubicBezTo>
                <a:cubicBezTo>
                  <a:pt x="3524839" y="613701"/>
                  <a:pt x="3480516" y="571715"/>
                  <a:pt x="3421417" y="515733"/>
                </a:cubicBezTo>
                <a:cubicBezTo>
                  <a:pt x="3371817" y="467666"/>
                  <a:pt x="3336727" y="424621"/>
                  <a:pt x="3316148" y="386596"/>
                </a:cubicBezTo>
                <a:cubicBezTo>
                  <a:pt x="3293987" y="343814"/>
                  <a:pt x="3282905" y="297338"/>
                  <a:pt x="3282905" y="247169"/>
                </a:cubicBezTo>
                <a:cubicBezTo>
                  <a:pt x="3282905" y="156856"/>
                  <a:pt x="3313246" y="88462"/>
                  <a:pt x="3373927" y="41986"/>
                </a:cubicBezTo>
                <a:cubicBezTo>
                  <a:pt x="3411392" y="13995"/>
                  <a:pt x="3457826" y="0"/>
                  <a:pt x="351323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300" dirty="0">
              <a:solidFill>
                <a:schemeClr val="bg1"/>
              </a:solidFill>
              <a:latin typeface="Bebas" pitchFamily="2" charset="0"/>
            </a:endParaRPr>
          </a:p>
        </p:txBody>
      </p:sp>
      <p:sp>
        <p:nvSpPr>
          <p:cNvPr id="56" name="椭圆 55"/>
          <p:cNvSpPr/>
          <p:nvPr userDrawn="1"/>
        </p:nvSpPr>
        <p:spPr>
          <a:xfrm>
            <a:off x="4825750" y="3795516"/>
            <a:ext cx="220164" cy="2201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 userDrawn="1"/>
        </p:nvSpPr>
        <p:spPr>
          <a:xfrm>
            <a:off x="7146086" y="3795516"/>
            <a:ext cx="220164" cy="2201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10" hasCustomPrompt="1"/>
          </p:nvPr>
        </p:nvSpPr>
        <p:spPr>
          <a:xfrm>
            <a:off x="5222039" y="3736096"/>
            <a:ext cx="1747925" cy="353120"/>
          </a:xfrm>
          <a:custGeom>
            <a:avLst/>
            <a:gdLst>
              <a:gd name="connsiteX0" fmla="*/ 0 w 1747925"/>
              <a:gd name="connsiteY0" fmla="*/ 176559 h 353120"/>
              <a:gd name="connsiteX1" fmla="*/ 0 w 1747925"/>
              <a:gd name="connsiteY1" fmla="*/ 176560 h 353120"/>
              <a:gd name="connsiteX2" fmla="*/ 0 w 1747925"/>
              <a:gd name="connsiteY2" fmla="*/ 176560 h 353120"/>
              <a:gd name="connsiteX3" fmla="*/ 176560 w 1747925"/>
              <a:gd name="connsiteY3" fmla="*/ 0 h 353120"/>
              <a:gd name="connsiteX4" fmla="*/ 1571365 w 1747925"/>
              <a:gd name="connsiteY4" fmla="*/ 0 h 353120"/>
              <a:gd name="connsiteX5" fmla="*/ 1747925 w 1747925"/>
              <a:gd name="connsiteY5" fmla="*/ 176560 h 353120"/>
              <a:gd name="connsiteX6" fmla="*/ 1747924 w 1747925"/>
              <a:gd name="connsiteY6" fmla="*/ 176560 h 353120"/>
              <a:gd name="connsiteX7" fmla="*/ 1571364 w 1747925"/>
              <a:gd name="connsiteY7" fmla="*/ 353120 h 353120"/>
              <a:gd name="connsiteX8" fmla="*/ 176560 w 1747925"/>
              <a:gd name="connsiteY8" fmla="*/ 353119 h 353120"/>
              <a:gd name="connsiteX9" fmla="*/ 13875 w 1747925"/>
              <a:gd name="connsiteY9" fmla="*/ 245284 h 353120"/>
              <a:gd name="connsiteX10" fmla="*/ 0 w 1747925"/>
              <a:gd name="connsiteY10" fmla="*/ 176560 h 353120"/>
              <a:gd name="connsiteX11" fmla="*/ 13875 w 1747925"/>
              <a:gd name="connsiteY11" fmla="*/ 107835 h 353120"/>
              <a:gd name="connsiteX12" fmla="*/ 176560 w 1747925"/>
              <a:gd name="connsiteY12" fmla="*/ 0 h 35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7925" h="353120">
                <a:moveTo>
                  <a:pt x="0" y="176559"/>
                </a:moveTo>
                <a:lnTo>
                  <a:pt x="0" y="176560"/>
                </a:lnTo>
                <a:lnTo>
                  <a:pt x="0" y="176560"/>
                </a:lnTo>
                <a:close/>
                <a:moveTo>
                  <a:pt x="176560" y="0"/>
                </a:moveTo>
                <a:lnTo>
                  <a:pt x="1571365" y="0"/>
                </a:lnTo>
                <a:cubicBezTo>
                  <a:pt x="1668876" y="0"/>
                  <a:pt x="1747925" y="79049"/>
                  <a:pt x="1747925" y="176560"/>
                </a:cubicBezTo>
                <a:lnTo>
                  <a:pt x="1747924" y="176560"/>
                </a:lnTo>
                <a:cubicBezTo>
                  <a:pt x="1747924" y="274071"/>
                  <a:pt x="1668875" y="353120"/>
                  <a:pt x="1571364" y="353120"/>
                </a:cubicBezTo>
                <a:lnTo>
                  <a:pt x="176560" y="353119"/>
                </a:lnTo>
                <a:cubicBezTo>
                  <a:pt x="103427" y="353119"/>
                  <a:pt x="40679" y="308654"/>
                  <a:pt x="13875" y="245284"/>
                </a:cubicBezTo>
                <a:lnTo>
                  <a:pt x="0" y="176560"/>
                </a:lnTo>
                <a:lnTo>
                  <a:pt x="13875" y="107835"/>
                </a:lnTo>
                <a:cubicBezTo>
                  <a:pt x="40679" y="44465"/>
                  <a:pt x="103427" y="0"/>
                  <a:pt x="17656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千库网</a:t>
            </a:r>
            <a:endParaRPr lang="en-US" altLang="zh-CN" dirty="0"/>
          </a:p>
        </p:txBody>
      </p:sp>
      <p:sp>
        <p:nvSpPr>
          <p:cNvPr id="59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81523" y="4270222"/>
            <a:ext cx="3028952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5286641"/>
            <a:ext cx="10858500" cy="541635"/>
          </a:xfrm>
        </p:spPr>
        <p:txBody>
          <a:bodyPr>
            <a:normAutofit/>
          </a:bodyPr>
          <a:lstStyle>
            <a:lvl1pPr algn="ctr">
              <a:defRPr sz="32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1" name="副标题 2"/>
          <p:cNvSpPr>
            <a:spLocks noGrp="1"/>
          </p:cNvSpPr>
          <p:nvPr>
            <p:ph type="subTitle" idx="1"/>
          </p:nvPr>
        </p:nvSpPr>
        <p:spPr>
          <a:xfrm>
            <a:off x="666750" y="5840173"/>
            <a:ext cx="10845800" cy="29627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769" y="1080300"/>
            <a:ext cx="8952832" cy="817564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/>
              <a:t>Minzu University of China</a:t>
            </a:r>
            <a:endParaRPr lang="en-US" altLang="zh-CN" dirty="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9705827" y="793500"/>
            <a:ext cx="2073088" cy="502928"/>
            <a:chOff x="6914501" y="1215189"/>
            <a:chExt cx="2073088" cy="502928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10" t="19473" r="6021" b="25790"/>
            <a:stretch>
              <a:fillRect/>
            </a:stretch>
          </p:blipFill>
          <p:spPr>
            <a:xfrm>
              <a:off x="7567863" y="1263317"/>
              <a:ext cx="1419726" cy="42922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67" t="2490" r="10550" b="2490"/>
            <a:stretch>
              <a:fillRect/>
            </a:stretch>
          </p:blipFill>
          <p:spPr>
            <a:xfrm>
              <a:off x="6914501" y="1215189"/>
              <a:ext cx="511963" cy="50292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599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735682A8-D6B6-4FDA-A495-4D437BAFBB60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0ABDD927-E55F-4D12-BD2D-8ABE6C912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树, 天空, 户外, 道路&#10;&#10;自动生成的说明"/>
          <p:cNvPicPr>
            <a:picLocks noChangeAspect="1"/>
          </p:cNvPicPr>
          <p:nvPr userDrawn="1"/>
        </p:nvPicPr>
        <p:blipFill rotWithShape="1">
          <a:blip r:embed="rId10" cstate="screen">
            <a:alphaModFix amt="20000"/>
          </a:blip>
          <a:srcRect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660400" y="817563"/>
            <a:ext cx="108585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35f8ada8-d1d5-484b-a646-0693bbf3215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9"/>
            </p:custDataLst>
          </p:nvPr>
        </p:nvGrpSpPr>
        <p:grpSpPr>
          <a:xfrm>
            <a:off x="10054544" y="286022"/>
            <a:ext cx="1464356" cy="442149"/>
            <a:chOff x="3126770" y="2552633"/>
            <a:chExt cx="5689224" cy="1717810"/>
          </a:xfrm>
          <a:solidFill>
            <a:schemeClr val="accent1"/>
          </a:solidFill>
        </p:grpSpPr>
        <p:sp>
          <p:nvSpPr>
            <p:cNvPr id="12" name="íṣlîḍé"/>
            <p:cNvSpPr/>
            <p:nvPr/>
          </p:nvSpPr>
          <p:spPr bwMode="auto">
            <a:xfrm>
              <a:off x="3126770" y="2552633"/>
              <a:ext cx="1713720" cy="1717810"/>
            </a:xfrm>
            <a:custGeom>
              <a:avLst/>
              <a:gdLst>
                <a:gd name="T0" fmla="*/ 266 w 531"/>
                <a:gd name="T1" fmla="*/ 0 h 531"/>
                <a:gd name="T2" fmla="*/ 266 w 531"/>
                <a:gd name="T3" fmla="*/ 0 h 531"/>
                <a:gd name="T4" fmla="*/ 266 w 531"/>
                <a:gd name="T5" fmla="*/ 0 h 531"/>
                <a:gd name="T6" fmla="*/ 454 w 531"/>
                <a:gd name="T7" fmla="*/ 78 h 531"/>
                <a:gd name="T8" fmla="*/ 531 w 531"/>
                <a:gd name="T9" fmla="*/ 265 h 531"/>
                <a:gd name="T10" fmla="*/ 531 w 531"/>
                <a:gd name="T11" fmla="*/ 265 h 531"/>
                <a:gd name="T12" fmla="*/ 531 w 531"/>
                <a:gd name="T13" fmla="*/ 265 h 531"/>
                <a:gd name="T14" fmla="*/ 531 w 531"/>
                <a:gd name="T15" fmla="*/ 265 h 531"/>
                <a:gd name="T16" fmla="*/ 531 w 531"/>
                <a:gd name="T17" fmla="*/ 265 h 531"/>
                <a:gd name="T18" fmla="*/ 454 w 531"/>
                <a:gd name="T19" fmla="*/ 453 h 531"/>
                <a:gd name="T20" fmla="*/ 266 w 531"/>
                <a:gd name="T21" fmla="*/ 531 h 531"/>
                <a:gd name="T22" fmla="*/ 266 w 531"/>
                <a:gd name="T23" fmla="*/ 531 h 531"/>
                <a:gd name="T24" fmla="*/ 266 w 531"/>
                <a:gd name="T25" fmla="*/ 531 h 531"/>
                <a:gd name="T26" fmla="*/ 266 w 531"/>
                <a:gd name="T27" fmla="*/ 531 h 531"/>
                <a:gd name="T28" fmla="*/ 266 w 531"/>
                <a:gd name="T29" fmla="*/ 531 h 531"/>
                <a:gd name="T30" fmla="*/ 78 w 531"/>
                <a:gd name="T31" fmla="*/ 453 h 531"/>
                <a:gd name="T32" fmla="*/ 0 w 531"/>
                <a:gd name="T33" fmla="*/ 265 h 531"/>
                <a:gd name="T34" fmla="*/ 0 w 531"/>
                <a:gd name="T35" fmla="*/ 265 h 531"/>
                <a:gd name="T36" fmla="*/ 0 w 531"/>
                <a:gd name="T37" fmla="*/ 265 h 531"/>
                <a:gd name="T38" fmla="*/ 0 w 531"/>
                <a:gd name="T39" fmla="*/ 265 h 531"/>
                <a:gd name="T40" fmla="*/ 0 w 531"/>
                <a:gd name="T41" fmla="*/ 265 h 531"/>
                <a:gd name="T42" fmla="*/ 78 w 531"/>
                <a:gd name="T43" fmla="*/ 78 h 531"/>
                <a:gd name="T44" fmla="*/ 266 w 531"/>
                <a:gd name="T45" fmla="*/ 0 h 531"/>
                <a:gd name="T46" fmla="*/ 266 w 531"/>
                <a:gd name="T47" fmla="*/ 0 h 531"/>
                <a:gd name="T48" fmla="*/ 266 w 531"/>
                <a:gd name="T49" fmla="*/ 0 h 531"/>
                <a:gd name="T50" fmla="*/ 266 w 531"/>
                <a:gd name="T51" fmla="*/ 6 h 531"/>
                <a:gd name="T52" fmla="*/ 266 w 531"/>
                <a:gd name="T53" fmla="*/ 6 h 531"/>
                <a:gd name="T54" fmla="*/ 266 w 531"/>
                <a:gd name="T55" fmla="*/ 6 h 531"/>
                <a:gd name="T56" fmla="*/ 266 w 531"/>
                <a:gd name="T57" fmla="*/ 6 h 531"/>
                <a:gd name="T58" fmla="*/ 266 w 531"/>
                <a:gd name="T59" fmla="*/ 6 h 531"/>
                <a:gd name="T60" fmla="*/ 82 w 531"/>
                <a:gd name="T61" fmla="*/ 82 h 531"/>
                <a:gd name="T62" fmla="*/ 6 w 531"/>
                <a:gd name="T63" fmla="*/ 265 h 531"/>
                <a:gd name="T64" fmla="*/ 6 w 531"/>
                <a:gd name="T65" fmla="*/ 265 h 531"/>
                <a:gd name="T66" fmla="*/ 6 w 531"/>
                <a:gd name="T67" fmla="*/ 265 h 531"/>
                <a:gd name="T68" fmla="*/ 6 w 531"/>
                <a:gd name="T69" fmla="*/ 265 h 531"/>
                <a:gd name="T70" fmla="*/ 6 w 531"/>
                <a:gd name="T71" fmla="*/ 265 h 531"/>
                <a:gd name="T72" fmla="*/ 82 w 531"/>
                <a:gd name="T73" fmla="*/ 449 h 531"/>
                <a:gd name="T74" fmla="*/ 266 w 531"/>
                <a:gd name="T75" fmla="*/ 525 h 531"/>
                <a:gd name="T76" fmla="*/ 266 w 531"/>
                <a:gd name="T77" fmla="*/ 525 h 531"/>
                <a:gd name="T78" fmla="*/ 266 w 531"/>
                <a:gd name="T79" fmla="*/ 525 h 531"/>
                <a:gd name="T80" fmla="*/ 266 w 531"/>
                <a:gd name="T81" fmla="*/ 525 h 531"/>
                <a:gd name="T82" fmla="*/ 266 w 531"/>
                <a:gd name="T83" fmla="*/ 525 h 531"/>
                <a:gd name="T84" fmla="*/ 449 w 531"/>
                <a:gd name="T85" fmla="*/ 449 h 531"/>
                <a:gd name="T86" fmla="*/ 525 w 531"/>
                <a:gd name="T87" fmla="*/ 265 h 531"/>
                <a:gd name="T88" fmla="*/ 525 w 531"/>
                <a:gd name="T89" fmla="*/ 265 h 531"/>
                <a:gd name="T90" fmla="*/ 525 w 531"/>
                <a:gd name="T91" fmla="*/ 265 h 531"/>
                <a:gd name="T92" fmla="*/ 525 w 531"/>
                <a:gd name="T93" fmla="*/ 265 h 531"/>
                <a:gd name="T94" fmla="*/ 525 w 531"/>
                <a:gd name="T95" fmla="*/ 265 h 531"/>
                <a:gd name="T96" fmla="*/ 449 w 531"/>
                <a:gd name="T97" fmla="*/ 82 h 531"/>
                <a:gd name="T98" fmla="*/ 266 w 531"/>
                <a:gd name="T99" fmla="*/ 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31" h="531">
                  <a:moveTo>
                    <a:pt x="266" y="0"/>
                  </a:move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339" y="0"/>
                    <a:pt x="405" y="30"/>
                    <a:pt x="454" y="78"/>
                  </a:cubicBezTo>
                  <a:cubicBezTo>
                    <a:pt x="502" y="126"/>
                    <a:pt x="531" y="192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339"/>
                    <a:pt x="502" y="405"/>
                    <a:pt x="454" y="453"/>
                  </a:cubicBezTo>
                  <a:cubicBezTo>
                    <a:pt x="405" y="501"/>
                    <a:pt x="339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193" y="531"/>
                    <a:pt x="126" y="501"/>
                    <a:pt x="78" y="453"/>
                  </a:cubicBezTo>
                  <a:cubicBezTo>
                    <a:pt x="30" y="405"/>
                    <a:pt x="0" y="339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192"/>
                    <a:pt x="30" y="126"/>
                    <a:pt x="78" y="78"/>
                  </a:cubicBezTo>
                  <a:cubicBezTo>
                    <a:pt x="126" y="30"/>
                    <a:pt x="193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lose/>
                  <a:moveTo>
                    <a:pt x="266" y="6"/>
                  </a:move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194" y="6"/>
                    <a:pt x="129" y="35"/>
                    <a:pt x="82" y="82"/>
                  </a:cubicBezTo>
                  <a:cubicBezTo>
                    <a:pt x="35" y="129"/>
                    <a:pt x="6" y="194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337"/>
                    <a:pt x="35" y="402"/>
                    <a:pt x="82" y="449"/>
                  </a:cubicBezTo>
                  <a:cubicBezTo>
                    <a:pt x="129" y="496"/>
                    <a:pt x="194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337" y="525"/>
                    <a:pt x="402" y="496"/>
                    <a:pt x="449" y="449"/>
                  </a:cubicBezTo>
                  <a:cubicBezTo>
                    <a:pt x="496" y="402"/>
                    <a:pt x="525" y="337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194"/>
                    <a:pt x="496" y="129"/>
                    <a:pt x="449" y="82"/>
                  </a:cubicBezTo>
                  <a:cubicBezTo>
                    <a:pt x="402" y="35"/>
                    <a:pt x="337" y="6"/>
                    <a:pt x="26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ṧlïḑe"/>
            <p:cNvSpPr/>
            <p:nvPr/>
          </p:nvSpPr>
          <p:spPr bwMode="auto">
            <a:xfrm>
              <a:off x="3346268" y="2769404"/>
              <a:ext cx="1277451" cy="1281541"/>
            </a:xfrm>
            <a:custGeom>
              <a:avLst/>
              <a:gdLst>
                <a:gd name="T0" fmla="*/ 198 w 396"/>
                <a:gd name="T1" fmla="*/ 0 h 396"/>
                <a:gd name="T2" fmla="*/ 198 w 396"/>
                <a:gd name="T3" fmla="*/ 0 h 396"/>
                <a:gd name="T4" fmla="*/ 198 w 396"/>
                <a:gd name="T5" fmla="*/ 0 h 396"/>
                <a:gd name="T6" fmla="*/ 338 w 396"/>
                <a:gd name="T7" fmla="*/ 58 h 396"/>
                <a:gd name="T8" fmla="*/ 396 w 396"/>
                <a:gd name="T9" fmla="*/ 198 h 396"/>
                <a:gd name="T10" fmla="*/ 396 w 396"/>
                <a:gd name="T11" fmla="*/ 198 h 396"/>
                <a:gd name="T12" fmla="*/ 396 w 396"/>
                <a:gd name="T13" fmla="*/ 198 h 396"/>
                <a:gd name="T14" fmla="*/ 396 w 396"/>
                <a:gd name="T15" fmla="*/ 198 h 396"/>
                <a:gd name="T16" fmla="*/ 396 w 396"/>
                <a:gd name="T17" fmla="*/ 198 h 396"/>
                <a:gd name="T18" fmla="*/ 338 w 396"/>
                <a:gd name="T19" fmla="*/ 338 h 396"/>
                <a:gd name="T20" fmla="*/ 198 w 396"/>
                <a:gd name="T21" fmla="*/ 396 h 396"/>
                <a:gd name="T22" fmla="*/ 198 w 396"/>
                <a:gd name="T23" fmla="*/ 396 h 396"/>
                <a:gd name="T24" fmla="*/ 198 w 396"/>
                <a:gd name="T25" fmla="*/ 396 h 396"/>
                <a:gd name="T26" fmla="*/ 198 w 396"/>
                <a:gd name="T27" fmla="*/ 396 h 396"/>
                <a:gd name="T28" fmla="*/ 198 w 396"/>
                <a:gd name="T29" fmla="*/ 396 h 396"/>
                <a:gd name="T30" fmla="*/ 58 w 396"/>
                <a:gd name="T31" fmla="*/ 338 h 396"/>
                <a:gd name="T32" fmla="*/ 0 w 396"/>
                <a:gd name="T33" fmla="*/ 198 h 396"/>
                <a:gd name="T34" fmla="*/ 0 w 396"/>
                <a:gd name="T35" fmla="*/ 198 h 396"/>
                <a:gd name="T36" fmla="*/ 0 w 396"/>
                <a:gd name="T37" fmla="*/ 198 h 396"/>
                <a:gd name="T38" fmla="*/ 0 w 396"/>
                <a:gd name="T39" fmla="*/ 198 h 396"/>
                <a:gd name="T40" fmla="*/ 0 w 396"/>
                <a:gd name="T41" fmla="*/ 198 h 396"/>
                <a:gd name="T42" fmla="*/ 58 w 396"/>
                <a:gd name="T43" fmla="*/ 58 h 396"/>
                <a:gd name="T44" fmla="*/ 198 w 396"/>
                <a:gd name="T45" fmla="*/ 0 h 396"/>
                <a:gd name="T46" fmla="*/ 198 w 396"/>
                <a:gd name="T47" fmla="*/ 0 h 396"/>
                <a:gd name="T48" fmla="*/ 198 w 396"/>
                <a:gd name="T49" fmla="*/ 0 h 396"/>
                <a:gd name="T50" fmla="*/ 198 w 396"/>
                <a:gd name="T51" fmla="*/ 6 h 396"/>
                <a:gd name="T52" fmla="*/ 198 w 396"/>
                <a:gd name="T53" fmla="*/ 6 h 396"/>
                <a:gd name="T54" fmla="*/ 198 w 396"/>
                <a:gd name="T55" fmla="*/ 6 h 396"/>
                <a:gd name="T56" fmla="*/ 198 w 396"/>
                <a:gd name="T57" fmla="*/ 6 h 396"/>
                <a:gd name="T58" fmla="*/ 198 w 396"/>
                <a:gd name="T59" fmla="*/ 6 h 396"/>
                <a:gd name="T60" fmla="*/ 62 w 396"/>
                <a:gd name="T61" fmla="*/ 62 h 396"/>
                <a:gd name="T62" fmla="*/ 6 w 396"/>
                <a:gd name="T63" fmla="*/ 198 h 396"/>
                <a:gd name="T64" fmla="*/ 6 w 396"/>
                <a:gd name="T65" fmla="*/ 198 h 396"/>
                <a:gd name="T66" fmla="*/ 6 w 396"/>
                <a:gd name="T67" fmla="*/ 198 h 396"/>
                <a:gd name="T68" fmla="*/ 6 w 396"/>
                <a:gd name="T69" fmla="*/ 198 h 396"/>
                <a:gd name="T70" fmla="*/ 6 w 396"/>
                <a:gd name="T71" fmla="*/ 198 h 396"/>
                <a:gd name="T72" fmla="*/ 62 w 396"/>
                <a:gd name="T73" fmla="*/ 334 h 396"/>
                <a:gd name="T74" fmla="*/ 198 w 396"/>
                <a:gd name="T75" fmla="*/ 391 h 396"/>
                <a:gd name="T76" fmla="*/ 198 w 396"/>
                <a:gd name="T77" fmla="*/ 391 h 396"/>
                <a:gd name="T78" fmla="*/ 198 w 396"/>
                <a:gd name="T79" fmla="*/ 391 h 396"/>
                <a:gd name="T80" fmla="*/ 198 w 396"/>
                <a:gd name="T81" fmla="*/ 391 h 396"/>
                <a:gd name="T82" fmla="*/ 198 w 396"/>
                <a:gd name="T83" fmla="*/ 391 h 396"/>
                <a:gd name="T84" fmla="*/ 334 w 396"/>
                <a:gd name="T85" fmla="*/ 334 h 396"/>
                <a:gd name="T86" fmla="*/ 390 w 396"/>
                <a:gd name="T87" fmla="*/ 198 h 396"/>
                <a:gd name="T88" fmla="*/ 390 w 396"/>
                <a:gd name="T89" fmla="*/ 198 h 396"/>
                <a:gd name="T90" fmla="*/ 390 w 396"/>
                <a:gd name="T91" fmla="*/ 198 h 396"/>
                <a:gd name="T92" fmla="*/ 390 w 396"/>
                <a:gd name="T93" fmla="*/ 198 h 396"/>
                <a:gd name="T94" fmla="*/ 390 w 396"/>
                <a:gd name="T95" fmla="*/ 198 h 396"/>
                <a:gd name="T96" fmla="*/ 334 w 396"/>
                <a:gd name="T97" fmla="*/ 62 h 396"/>
                <a:gd name="T98" fmla="*/ 198 w 396"/>
                <a:gd name="T99" fmla="*/ 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96" h="396">
                  <a:moveTo>
                    <a:pt x="198" y="0"/>
                  </a:move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253" y="0"/>
                    <a:pt x="302" y="22"/>
                    <a:pt x="338" y="58"/>
                  </a:cubicBezTo>
                  <a:cubicBezTo>
                    <a:pt x="374" y="94"/>
                    <a:pt x="396" y="144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253"/>
                    <a:pt x="374" y="303"/>
                    <a:pt x="338" y="338"/>
                  </a:cubicBezTo>
                  <a:cubicBezTo>
                    <a:pt x="302" y="374"/>
                    <a:pt x="253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43" y="396"/>
                    <a:pt x="94" y="374"/>
                    <a:pt x="58" y="338"/>
                  </a:cubicBezTo>
                  <a:cubicBezTo>
                    <a:pt x="22" y="303"/>
                    <a:pt x="0" y="253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44"/>
                    <a:pt x="22" y="94"/>
                    <a:pt x="58" y="58"/>
                  </a:cubicBezTo>
                  <a:cubicBezTo>
                    <a:pt x="94" y="22"/>
                    <a:pt x="143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lose/>
                  <a:moveTo>
                    <a:pt x="198" y="6"/>
                  </a:move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45" y="6"/>
                    <a:pt x="97" y="28"/>
                    <a:pt x="62" y="62"/>
                  </a:cubicBezTo>
                  <a:cubicBezTo>
                    <a:pt x="27" y="97"/>
                    <a:pt x="6" y="145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251"/>
                    <a:pt x="27" y="299"/>
                    <a:pt x="62" y="334"/>
                  </a:cubicBezTo>
                  <a:cubicBezTo>
                    <a:pt x="97" y="369"/>
                    <a:pt x="145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251" y="391"/>
                    <a:pt x="299" y="369"/>
                    <a:pt x="334" y="334"/>
                  </a:cubicBezTo>
                  <a:cubicBezTo>
                    <a:pt x="369" y="299"/>
                    <a:pt x="390" y="251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45"/>
                    <a:pt x="369" y="97"/>
                    <a:pt x="334" y="62"/>
                  </a:cubicBezTo>
                  <a:cubicBezTo>
                    <a:pt x="299" y="28"/>
                    <a:pt x="251" y="6"/>
                    <a:pt x="19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í$1iḓe"/>
            <p:cNvSpPr/>
            <p:nvPr/>
          </p:nvSpPr>
          <p:spPr bwMode="auto">
            <a:xfrm>
              <a:off x="3610756" y="2938459"/>
              <a:ext cx="738931" cy="957066"/>
            </a:xfrm>
            <a:custGeom>
              <a:avLst/>
              <a:gdLst>
                <a:gd name="T0" fmla="*/ 168 w 229"/>
                <a:gd name="T1" fmla="*/ 184 h 296"/>
                <a:gd name="T2" fmla="*/ 223 w 229"/>
                <a:gd name="T3" fmla="*/ 184 h 296"/>
                <a:gd name="T4" fmla="*/ 223 w 229"/>
                <a:gd name="T5" fmla="*/ 220 h 296"/>
                <a:gd name="T6" fmla="*/ 185 w 229"/>
                <a:gd name="T7" fmla="*/ 220 h 296"/>
                <a:gd name="T8" fmla="*/ 168 w 229"/>
                <a:gd name="T9" fmla="*/ 204 h 296"/>
                <a:gd name="T10" fmla="*/ 168 w 229"/>
                <a:gd name="T11" fmla="*/ 184 h 296"/>
                <a:gd name="T12" fmla="*/ 226 w 229"/>
                <a:gd name="T13" fmla="*/ 37 h 296"/>
                <a:gd name="T14" fmla="*/ 191 w 229"/>
                <a:gd name="T15" fmla="*/ 0 h 296"/>
                <a:gd name="T16" fmla="*/ 34 w 229"/>
                <a:gd name="T17" fmla="*/ 0 h 296"/>
                <a:gd name="T18" fmla="*/ 0 w 229"/>
                <a:gd name="T19" fmla="*/ 35 h 296"/>
                <a:gd name="T20" fmla="*/ 0 w 229"/>
                <a:gd name="T21" fmla="*/ 248 h 296"/>
                <a:gd name="T22" fmla="*/ 37 w 229"/>
                <a:gd name="T23" fmla="*/ 294 h 296"/>
                <a:gd name="T24" fmla="*/ 120 w 229"/>
                <a:gd name="T25" fmla="*/ 294 h 296"/>
                <a:gd name="T26" fmla="*/ 133 w 229"/>
                <a:gd name="T27" fmla="*/ 278 h 296"/>
                <a:gd name="T28" fmla="*/ 148 w 229"/>
                <a:gd name="T29" fmla="*/ 295 h 296"/>
                <a:gd name="T30" fmla="*/ 191 w 229"/>
                <a:gd name="T31" fmla="*/ 295 h 296"/>
                <a:gd name="T32" fmla="*/ 229 w 229"/>
                <a:gd name="T33" fmla="*/ 257 h 296"/>
                <a:gd name="T34" fmla="*/ 162 w 229"/>
                <a:gd name="T35" fmla="*/ 257 h 296"/>
                <a:gd name="T36" fmla="*/ 148 w 229"/>
                <a:gd name="T37" fmla="*/ 238 h 296"/>
                <a:gd name="T38" fmla="*/ 137 w 229"/>
                <a:gd name="T39" fmla="*/ 253 h 296"/>
                <a:gd name="T40" fmla="*/ 125 w 229"/>
                <a:gd name="T41" fmla="*/ 258 h 296"/>
                <a:gd name="T42" fmla="*/ 67 w 229"/>
                <a:gd name="T43" fmla="*/ 258 h 296"/>
                <a:gd name="T44" fmla="*/ 35 w 229"/>
                <a:gd name="T45" fmla="*/ 224 h 296"/>
                <a:gd name="T46" fmla="*/ 35 w 229"/>
                <a:gd name="T47" fmla="*/ 52 h 296"/>
                <a:gd name="T48" fmla="*/ 47 w 229"/>
                <a:gd name="T49" fmla="*/ 37 h 296"/>
                <a:gd name="T50" fmla="*/ 226 w 229"/>
                <a:gd name="T51" fmla="*/ 37 h 296"/>
                <a:gd name="T52" fmla="*/ 168 w 229"/>
                <a:gd name="T53" fmla="*/ 109 h 296"/>
                <a:gd name="T54" fmla="*/ 223 w 229"/>
                <a:gd name="T55" fmla="*/ 109 h 296"/>
                <a:gd name="T56" fmla="*/ 223 w 229"/>
                <a:gd name="T57" fmla="*/ 148 h 296"/>
                <a:gd name="T58" fmla="*/ 168 w 229"/>
                <a:gd name="T59" fmla="*/ 148 h 296"/>
                <a:gd name="T60" fmla="*/ 168 w 229"/>
                <a:gd name="T61" fmla="*/ 109 h 296"/>
                <a:gd name="T62" fmla="*/ 74 w 229"/>
                <a:gd name="T63" fmla="*/ 109 h 296"/>
                <a:gd name="T64" fmla="*/ 132 w 229"/>
                <a:gd name="T65" fmla="*/ 109 h 296"/>
                <a:gd name="T66" fmla="*/ 132 w 229"/>
                <a:gd name="T67" fmla="*/ 148 h 296"/>
                <a:gd name="T68" fmla="*/ 74 w 229"/>
                <a:gd name="T69" fmla="*/ 148 h 296"/>
                <a:gd name="T70" fmla="*/ 74 w 229"/>
                <a:gd name="T71" fmla="*/ 109 h 296"/>
                <a:gd name="T72" fmla="*/ 74 w 229"/>
                <a:gd name="T73" fmla="*/ 184 h 296"/>
                <a:gd name="T74" fmla="*/ 132 w 229"/>
                <a:gd name="T75" fmla="*/ 184 h 296"/>
                <a:gd name="T76" fmla="*/ 132 w 229"/>
                <a:gd name="T77" fmla="*/ 204 h 296"/>
                <a:gd name="T78" fmla="*/ 115 w 229"/>
                <a:gd name="T79" fmla="*/ 220 h 296"/>
                <a:gd name="T80" fmla="*/ 83 w 229"/>
                <a:gd name="T81" fmla="*/ 220 h 296"/>
                <a:gd name="T82" fmla="*/ 74 w 229"/>
                <a:gd name="T83" fmla="*/ 210 h 296"/>
                <a:gd name="T84" fmla="*/ 74 w 229"/>
                <a:gd name="T85" fmla="*/ 184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9" h="296">
                  <a:moveTo>
                    <a:pt x="168" y="184"/>
                  </a:moveTo>
                  <a:cubicBezTo>
                    <a:pt x="223" y="184"/>
                    <a:pt x="223" y="184"/>
                    <a:pt x="223" y="184"/>
                  </a:cubicBezTo>
                  <a:cubicBezTo>
                    <a:pt x="223" y="220"/>
                    <a:pt x="223" y="220"/>
                    <a:pt x="223" y="220"/>
                  </a:cubicBezTo>
                  <a:cubicBezTo>
                    <a:pt x="185" y="220"/>
                    <a:pt x="185" y="220"/>
                    <a:pt x="185" y="220"/>
                  </a:cubicBezTo>
                  <a:cubicBezTo>
                    <a:pt x="176" y="220"/>
                    <a:pt x="168" y="213"/>
                    <a:pt x="168" y="204"/>
                  </a:cubicBezTo>
                  <a:cubicBezTo>
                    <a:pt x="168" y="184"/>
                    <a:pt x="168" y="184"/>
                    <a:pt x="168" y="184"/>
                  </a:cubicBezTo>
                  <a:close/>
                  <a:moveTo>
                    <a:pt x="226" y="37"/>
                  </a:move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68" y="0"/>
                    <a:pt x="34" y="0"/>
                  </a:cubicBezTo>
                  <a:cubicBezTo>
                    <a:pt x="0" y="0"/>
                    <a:pt x="0" y="35"/>
                    <a:pt x="0" y="35"/>
                  </a:cubicBezTo>
                  <a:cubicBezTo>
                    <a:pt x="0" y="35"/>
                    <a:pt x="0" y="204"/>
                    <a:pt x="0" y="248"/>
                  </a:cubicBezTo>
                  <a:cubicBezTo>
                    <a:pt x="0" y="292"/>
                    <a:pt x="37" y="294"/>
                    <a:pt x="37" y="294"/>
                  </a:cubicBezTo>
                  <a:cubicBezTo>
                    <a:pt x="37" y="294"/>
                    <a:pt x="111" y="296"/>
                    <a:pt x="120" y="294"/>
                  </a:cubicBezTo>
                  <a:cubicBezTo>
                    <a:pt x="129" y="292"/>
                    <a:pt x="133" y="278"/>
                    <a:pt x="133" y="278"/>
                  </a:cubicBezTo>
                  <a:cubicBezTo>
                    <a:pt x="136" y="294"/>
                    <a:pt x="148" y="295"/>
                    <a:pt x="148" y="295"/>
                  </a:cubicBezTo>
                  <a:cubicBezTo>
                    <a:pt x="191" y="295"/>
                    <a:pt x="191" y="295"/>
                    <a:pt x="191" y="295"/>
                  </a:cubicBezTo>
                  <a:cubicBezTo>
                    <a:pt x="229" y="257"/>
                    <a:pt x="229" y="257"/>
                    <a:pt x="229" y="257"/>
                  </a:cubicBezTo>
                  <a:cubicBezTo>
                    <a:pt x="229" y="257"/>
                    <a:pt x="174" y="259"/>
                    <a:pt x="162" y="257"/>
                  </a:cubicBezTo>
                  <a:cubicBezTo>
                    <a:pt x="151" y="255"/>
                    <a:pt x="148" y="238"/>
                    <a:pt x="148" y="238"/>
                  </a:cubicBezTo>
                  <a:cubicBezTo>
                    <a:pt x="148" y="238"/>
                    <a:pt x="143" y="248"/>
                    <a:pt x="137" y="253"/>
                  </a:cubicBezTo>
                  <a:cubicBezTo>
                    <a:pt x="132" y="258"/>
                    <a:pt x="125" y="258"/>
                    <a:pt x="125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33" y="254"/>
                    <a:pt x="35" y="224"/>
                    <a:pt x="35" y="224"/>
                  </a:cubicBezTo>
                  <a:cubicBezTo>
                    <a:pt x="35" y="224"/>
                    <a:pt x="35" y="65"/>
                    <a:pt x="35" y="52"/>
                  </a:cubicBezTo>
                  <a:cubicBezTo>
                    <a:pt x="36" y="38"/>
                    <a:pt x="47" y="37"/>
                    <a:pt x="47" y="37"/>
                  </a:cubicBezTo>
                  <a:cubicBezTo>
                    <a:pt x="226" y="37"/>
                    <a:pt x="226" y="37"/>
                    <a:pt x="226" y="37"/>
                  </a:cubicBezTo>
                  <a:close/>
                  <a:moveTo>
                    <a:pt x="168" y="109"/>
                  </a:moveTo>
                  <a:cubicBezTo>
                    <a:pt x="223" y="109"/>
                    <a:pt x="223" y="109"/>
                    <a:pt x="223" y="109"/>
                  </a:cubicBezTo>
                  <a:cubicBezTo>
                    <a:pt x="223" y="148"/>
                    <a:pt x="223" y="148"/>
                    <a:pt x="223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8" y="109"/>
                    <a:pt x="168" y="109"/>
                    <a:pt x="168" y="109"/>
                  </a:cubicBezTo>
                  <a:close/>
                  <a:moveTo>
                    <a:pt x="74" y="109"/>
                  </a:moveTo>
                  <a:cubicBezTo>
                    <a:pt x="132" y="109"/>
                    <a:pt x="132" y="109"/>
                    <a:pt x="132" y="109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4" y="109"/>
                    <a:pt x="74" y="109"/>
                    <a:pt x="74" y="109"/>
                  </a:cubicBezTo>
                  <a:close/>
                  <a:moveTo>
                    <a:pt x="74" y="184"/>
                  </a:moveTo>
                  <a:cubicBezTo>
                    <a:pt x="132" y="184"/>
                    <a:pt x="132" y="184"/>
                    <a:pt x="132" y="184"/>
                  </a:cubicBezTo>
                  <a:cubicBezTo>
                    <a:pt x="132" y="204"/>
                    <a:pt x="132" y="204"/>
                    <a:pt x="132" y="204"/>
                  </a:cubicBezTo>
                  <a:cubicBezTo>
                    <a:pt x="132" y="213"/>
                    <a:pt x="124" y="220"/>
                    <a:pt x="115" y="220"/>
                  </a:cubicBezTo>
                  <a:cubicBezTo>
                    <a:pt x="83" y="220"/>
                    <a:pt x="83" y="220"/>
                    <a:pt x="83" y="220"/>
                  </a:cubicBezTo>
                  <a:cubicBezTo>
                    <a:pt x="78" y="220"/>
                    <a:pt x="74" y="215"/>
                    <a:pt x="74" y="210"/>
                  </a:cubicBezTo>
                  <a:lnTo>
                    <a:pt x="74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íŝ1ïḍê"/>
            <p:cNvSpPr/>
            <p:nvPr/>
          </p:nvSpPr>
          <p:spPr bwMode="auto">
            <a:xfrm>
              <a:off x="3579399" y="4005955"/>
              <a:ext cx="128154" cy="118611"/>
            </a:xfrm>
            <a:custGeom>
              <a:avLst/>
              <a:gdLst>
                <a:gd name="T0" fmla="*/ 21 w 40"/>
                <a:gd name="T1" fmla="*/ 11 h 37"/>
                <a:gd name="T2" fmla="*/ 11 w 40"/>
                <a:gd name="T3" fmla="*/ 6 h 37"/>
                <a:gd name="T4" fmla="*/ 7 w 40"/>
                <a:gd name="T5" fmla="*/ 13 h 37"/>
                <a:gd name="T6" fmla="*/ 17 w 40"/>
                <a:gd name="T7" fmla="*/ 18 h 37"/>
                <a:gd name="T8" fmla="*/ 18 w 40"/>
                <a:gd name="T9" fmla="*/ 16 h 37"/>
                <a:gd name="T10" fmla="*/ 21 w 40"/>
                <a:gd name="T11" fmla="*/ 11 h 37"/>
                <a:gd name="T12" fmla="*/ 36 w 40"/>
                <a:gd name="T13" fmla="*/ 14 h 37"/>
                <a:gd name="T14" fmla="*/ 37 w 40"/>
                <a:gd name="T15" fmla="*/ 15 h 37"/>
                <a:gd name="T16" fmla="*/ 39 w 40"/>
                <a:gd name="T17" fmla="*/ 16 h 37"/>
                <a:gd name="T18" fmla="*/ 40 w 40"/>
                <a:gd name="T19" fmla="*/ 17 h 37"/>
                <a:gd name="T20" fmla="*/ 35 w 40"/>
                <a:gd name="T21" fmla="*/ 25 h 37"/>
                <a:gd name="T22" fmla="*/ 31 w 40"/>
                <a:gd name="T23" fmla="*/ 32 h 37"/>
                <a:gd name="T24" fmla="*/ 31 w 40"/>
                <a:gd name="T25" fmla="*/ 32 h 37"/>
                <a:gd name="T26" fmla="*/ 28 w 40"/>
                <a:gd name="T27" fmla="*/ 31 h 37"/>
                <a:gd name="T28" fmla="*/ 27 w 40"/>
                <a:gd name="T29" fmla="*/ 30 h 37"/>
                <a:gd name="T30" fmla="*/ 28 w 40"/>
                <a:gd name="T31" fmla="*/ 28 h 37"/>
                <a:gd name="T32" fmla="*/ 19 w 40"/>
                <a:gd name="T33" fmla="*/ 24 h 37"/>
                <a:gd name="T34" fmla="*/ 15 w 40"/>
                <a:gd name="T35" fmla="*/ 32 h 37"/>
                <a:gd name="T36" fmla="*/ 12 w 40"/>
                <a:gd name="T37" fmla="*/ 36 h 37"/>
                <a:gd name="T38" fmla="*/ 12 w 40"/>
                <a:gd name="T39" fmla="*/ 36 h 37"/>
                <a:gd name="T40" fmla="*/ 8 w 40"/>
                <a:gd name="T41" fmla="*/ 34 h 37"/>
                <a:gd name="T42" fmla="*/ 8 w 40"/>
                <a:gd name="T43" fmla="*/ 34 h 37"/>
                <a:gd name="T44" fmla="*/ 15 w 40"/>
                <a:gd name="T45" fmla="*/ 22 h 37"/>
                <a:gd name="T46" fmla="*/ 5 w 40"/>
                <a:gd name="T47" fmla="*/ 16 h 37"/>
                <a:gd name="T48" fmla="*/ 5 w 40"/>
                <a:gd name="T49" fmla="*/ 18 h 37"/>
                <a:gd name="T50" fmla="*/ 4 w 40"/>
                <a:gd name="T51" fmla="*/ 19 h 37"/>
                <a:gd name="T52" fmla="*/ 4 w 40"/>
                <a:gd name="T53" fmla="*/ 19 h 37"/>
                <a:gd name="T54" fmla="*/ 2 w 40"/>
                <a:gd name="T55" fmla="*/ 18 h 37"/>
                <a:gd name="T56" fmla="*/ 1 w 40"/>
                <a:gd name="T57" fmla="*/ 17 h 37"/>
                <a:gd name="T58" fmla="*/ 0 w 40"/>
                <a:gd name="T59" fmla="*/ 17 h 37"/>
                <a:gd name="T60" fmla="*/ 1 w 40"/>
                <a:gd name="T61" fmla="*/ 16 h 37"/>
                <a:gd name="T62" fmla="*/ 2 w 40"/>
                <a:gd name="T63" fmla="*/ 14 h 37"/>
                <a:gd name="T64" fmla="*/ 5 w 40"/>
                <a:gd name="T65" fmla="*/ 8 h 37"/>
                <a:gd name="T66" fmla="*/ 9 w 40"/>
                <a:gd name="T67" fmla="*/ 1 h 37"/>
                <a:gd name="T68" fmla="*/ 10 w 40"/>
                <a:gd name="T69" fmla="*/ 0 h 37"/>
                <a:gd name="T70" fmla="*/ 13 w 40"/>
                <a:gd name="T71" fmla="*/ 2 h 37"/>
                <a:gd name="T72" fmla="*/ 23 w 40"/>
                <a:gd name="T73" fmla="*/ 7 h 37"/>
                <a:gd name="T74" fmla="*/ 26 w 40"/>
                <a:gd name="T75" fmla="*/ 2 h 37"/>
                <a:gd name="T76" fmla="*/ 26 w 40"/>
                <a:gd name="T77" fmla="*/ 1 h 37"/>
                <a:gd name="T78" fmla="*/ 26 w 40"/>
                <a:gd name="T79" fmla="*/ 0 h 37"/>
                <a:gd name="T80" fmla="*/ 29 w 40"/>
                <a:gd name="T81" fmla="*/ 2 h 37"/>
                <a:gd name="T82" fmla="*/ 30 w 40"/>
                <a:gd name="T83" fmla="*/ 3 h 37"/>
                <a:gd name="T84" fmla="*/ 30 w 40"/>
                <a:gd name="T85" fmla="*/ 4 h 37"/>
                <a:gd name="T86" fmla="*/ 29 w 40"/>
                <a:gd name="T87" fmla="*/ 5 h 37"/>
                <a:gd name="T88" fmla="*/ 26 w 40"/>
                <a:gd name="T89" fmla="*/ 9 h 37"/>
                <a:gd name="T90" fmla="*/ 36 w 40"/>
                <a:gd name="T91" fmla="*/ 14 h 37"/>
                <a:gd name="T92" fmla="*/ 30 w 40"/>
                <a:gd name="T93" fmla="*/ 25 h 37"/>
                <a:gd name="T94" fmla="*/ 21 w 40"/>
                <a:gd name="T95" fmla="*/ 20 h 37"/>
                <a:gd name="T96" fmla="*/ 22 w 40"/>
                <a:gd name="T97" fmla="*/ 18 h 37"/>
                <a:gd name="T98" fmla="*/ 25 w 40"/>
                <a:gd name="T99" fmla="*/ 13 h 37"/>
                <a:gd name="T100" fmla="*/ 34 w 40"/>
                <a:gd name="T101" fmla="*/ 18 h 37"/>
                <a:gd name="T102" fmla="*/ 30 w 40"/>
                <a:gd name="T10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" h="37">
                  <a:moveTo>
                    <a:pt x="21" y="11"/>
                  </a:moveTo>
                  <a:cubicBezTo>
                    <a:pt x="11" y="6"/>
                    <a:pt x="11" y="6"/>
                    <a:pt x="11" y="6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1" y="11"/>
                    <a:pt x="21" y="11"/>
                    <a:pt x="21" y="11"/>
                  </a:cubicBezTo>
                  <a:close/>
                  <a:moveTo>
                    <a:pt x="36" y="14"/>
                  </a:moveTo>
                  <a:cubicBezTo>
                    <a:pt x="36" y="15"/>
                    <a:pt x="37" y="15"/>
                    <a:pt x="37" y="15"/>
                  </a:cubicBezTo>
                  <a:cubicBezTo>
                    <a:pt x="38" y="16"/>
                    <a:pt x="39" y="16"/>
                    <a:pt x="39" y="16"/>
                  </a:cubicBezTo>
                  <a:cubicBezTo>
                    <a:pt x="40" y="16"/>
                    <a:pt x="40" y="16"/>
                    <a:pt x="40" y="17"/>
                  </a:cubicBezTo>
                  <a:cubicBezTo>
                    <a:pt x="38" y="20"/>
                    <a:pt x="36" y="23"/>
                    <a:pt x="35" y="25"/>
                  </a:cubicBezTo>
                  <a:cubicBezTo>
                    <a:pt x="34" y="28"/>
                    <a:pt x="33" y="30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26"/>
                    <a:pt x="16" y="29"/>
                    <a:pt x="15" y="32"/>
                  </a:cubicBezTo>
                  <a:cubicBezTo>
                    <a:pt x="13" y="34"/>
                    <a:pt x="13" y="36"/>
                    <a:pt x="12" y="36"/>
                  </a:cubicBezTo>
                  <a:cubicBezTo>
                    <a:pt x="12" y="36"/>
                    <a:pt x="12" y="37"/>
                    <a:pt x="12" y="36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8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8"/>
                    <a:pt x="3" y="18"/>
                    <a:pt x="2" y="18"/>
                  </a:cubicBezTo>
                  <a:cubicBezTo>
                    <a:pt x="2" y="18"/>
                    <a:pt x="2" y="18"/>
                    <a:pt x="1" y="17"/>
                  </a:cubicBezTo>
                  <a:cubicBezTo>
                    <a:pt x="1" y="17"/>
                    <a:pt x="1" y="17"/>
                    <a:pt x="0" y="17"/>
                  </a:cubicBezTo>
                  <a:cubicBezTo>
                    <a:pt x="0" y="17"/>
                    <a:pt x="0" y="16"/>
                    <a:pt x="1" y="16"/>
                  </a:cubicBezTo>
                  <a:cubicBezTo>
                    <a:pt x="1" y="15"/>
                    <a:pt x="1" y="15"/>
                    <a:pt x="2" y="14"/>
                  </a:cubicBezTo>
                  <a:cubicBezTo>
                    <a:pt x="3" y="13"/>
                    <a:pt x="3" y="11"/>
                    <a:pt x="5" y="8"/>
                  </a:cubicBezTo>
                  <a:cubicBezTo>
                    <a:pt x="6" y="6"/>
                    <a:pt x="8" y="3"/>
                    <a:pt x="9" y="1"/>
                  </a:cubicBezTo>
                  <a:cubicBezTo>
                    <a:pt x="9" y="0"/>
                    <a:pt x="9" y="0"/>
                    <a:pt x="10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7" y="1"/>
                    <a:pt x="28" y="2"/>
                    <a:pt x="29" y="2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1" y="3"/>
                    <a:pt x="30" y="4"/>
                    <a:pt x="30" y="4"/>
                  </a:cubicBezTo>
                  <a:cubicBezTo>
                    <a:pt x="30" y="4"/>
                    <a:pt x="29" y="4"/>
                    <a:pt x="29" y="5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36" y="14"/>
                    <a:pt x="36" y="14"/>
                    <a:pt x="36" y="14"/>
                  </a:cubicBezTo>
                  <a:close/>
                  <a:moveTo>
                    <a:pt x="30" y="25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34" y="18"/>
                    <a:pt x="34" y="18"/>
                    <a:pt x="34" y="18"/>
                  </a:cubicBezTo>
                  <a:lnTo>
                    <a:pt x="30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ï$ľîḋè"/>
            <p:cNvSpPr/>
            <p:nvPr/>
          </p:nvSpPr>
          <p:spPr bwMode="auto">
            <a:xfrm>
              <a:off x="3707553" y="4053672"/>
              <a:ext cx="132244" cy="136334"/>
            </a:xfrm>
            <a:custGeom>
              <a:avLst/>
              <a:gdLst>
                <a:gd name="T0" fmla="*/ 15 w 41"/>
                <a:gd name="T1" fmla="*/ 8 h 42"/>
                <a:gd name="T2" fmla="*/ 19 w 41"/>
                <a:gd name="T3" fmla="*/ 19 h 42"/>
                <a:gd name="T4" fmla="*/ 22 w 41"/>
                <a:gd name="T5" fmla="*/ 10 h 42"/>
                <a:gd name="T6" fmla="*/ 37 w 41"/>
                <a:gd name="T7" fmla="*/ 9 h 42"/>
                <a:gd name="T8" fmla="*/ 38 w 41"/>
                <a:gd name="T9" fmla="*/ 10 h 42"/>
                <a:gd name="T10" fmla="*/ 36 w 41"/>
                <a:gd name="T11" fmla="*/ 23 h 42"/>
                <a:gd name="T12" fmla="*/ 40 w 41"/>
                <a:gd name="T13" fmla="*/ 24 h 42"/>
                <a:gd name="T14" fmla="*/ 40 w 41"/>
                <a:gd name="T15" fmla="*/ 27 h 42"/>
                <a:gd name="T16" fmla="*/ 39 w 41"/>
                <a:gd name="T17" fmla="*/ 28 h 42"/>
                <a:gd name="T18" fmla="*/ 25 w 41"/>
                <a:gd name="T19" fmla="*/ 24 h 42"/>
                <a:gd name="T20" fmla="*/ 28 w 41"/>
                <a:gd name="T21" fmla="*/ 31 h 42"/>
                <a:gd name="T22" fmla="*/ 36 w 41"/>
                <a:gd name="T23" fmla="*/ 38 h 42"/>
                <a:gd name="T24" fmla="*/ 38 w 41"/>
                <a:gd name="T25" fmla="*/ 40 h 42"/>
                <a:gd name="T26" fmla="*/ 30 w 41"/>
                <a:gd name="T27" fmla="*/ 39 h 42"/>
                <a:gd name="T28" fmla="*/ 22 w 41"/>
                <a:gd name="T29" fmla="*/ 29 h 42"/>
                <a:gd name="T30" fmla="*/ 13 w 41"/>
                <a:gd name="T31" fmla="*/ 32 h 42"/>
                <a:gd name="T32" fmla="*/ 2 w 41"/>
                <a:gd name="T33" fmla="*/ 35 h 42"/>
                <a:gd name="T34" fmla="*/ 0 w 41"/>
                <a:gd name="T35" fmla="*/ 31 h 42"/>
                <a:gd name="T36" fmla="*/ 3 w 41"/>
                <a:gd name="T37" fmla="*/ 30 h 42"/>
                <a:gd name="T38" fmla="*/ 17 w 41"/>
                <a:gd name="T39" fmla="*/ 22 h 42"/>
                <a:gd name="T40" fmla="*/ 4 w 41"/>
                <a:gd name="T41" fmla="*/ 20 h 42"/>
                <a:gd name="T42" fmla="*/ 3 w 41"/>
                <a:gd name="T43" fmla="*/ 19 h 42"/>
                <a:gd name="T44" fmla="*/ 5 w 41"/>
                <a:gd name="T45" fmla="*/ 15 h 42"/>
                <a:gd name="T46" fmla="*/ 9 w 41"/>
                <a:gd name="T47" fmla="*/ 17 h 42"/>
                <a:gd name="T48" fmla="*/ 13 w 41"/>
                <a:gd name="T49" fmla="*/ 4 h 42"/>
                <a:gd name="T50" fmla="*/ 16 w 41"/>
                <a:gd name="T51" fmla="*/ 5 h 42"/>
                <a:gd name="T52" fmla="*/ 24 w 41"/>
                <a:gd name="T53" fmla="*/ 2 h 42"/>
                <a:gd name="T54" fmla="*/ 24 w 41"/>
                <a:gd name="T55" fmla="*/ 0 h 42"/>
                <a:gd name="T56" fmla="*/ 26 w 41"/>
                <a:gd name="T57" fmla="*/ 1 h 42"/>
                <a:gd name="T58" fmla="*/ 29 w 41"/>
                <a:gd name="T59" fmla="*/ 2 h 42"/>
                <a:gd name="T60" fmla="*/ 28 w 41"/>
                <a:gd name="T61" fmla="*/ 3 h 42"/>
                <a:gd name="T62" fmla="*/ 35 w 41"/>
                <a:gd name="T63" fmla="*/ 9 h 42"/>
                <a:gd name="T64" fmla="*/ 34 w 41"/>
                <a:gd name="T65" fmla="*/ 13 h 42"/>
                <a:gd name="T66" fmla="*/ 25 w 41"/>
                <a:gd name="T67" fmla="*/ 16 h 42"/>
                <a:gd name="T68" fmla="*/ 32 w 41"/>
                <a:gd name="T69" fmla="*/ 2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1" h="42">
                  <a:moveTo>
                    <a:pt x="22" y="10"/>
                  </a:moveTo>
                  <a:cubicBezTo>
                    <a:pt x="15" y="8"/>
                    <a:pt x="15" y="8"/>
                    <a:pt x="15" y="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20" y="18"/>
                    <a:pt x="20" y="16"/>
                    <a:pt x="21" y="15"/>
                  </a:cubicBezTo>
                  <a:cubicBezTo>
                    <a:pt x="21" y="13"/>
                    <a:pt x="22" y="12"/>
                    <a:pt x="22" y="10"/>
                  </a:cubicBezTo>
                  <a:close/>
                  <a:moveTo>
                    <a:pt x="35" y="9"/>
                  </a:moveTo>
                  <a:cubicBezTo>
                    <a:pt x="36" y="9"/>
                    <a:pt x="36" y="9"/>
                    <a:pt x="37" y="9"/>
                  </a:cubicBezTo>
                  <a:cubicBezTo>
                    <a:pt x="38" y="9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2"/>
                    <a:pt x="37" y="14"/>
                    <a:pt x="37" y="16"/>
                  </a:cubicBezTo>
                  <a:cubicBezTo>
                    <a:pt x="36" y="19"/>
                    <a:pt x="36" y="21"/>
                    <a:pt x="36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40" y="24"/>
                    <a:pt x="40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39" y="28"/>
                    <a:pt x="39" y="28"/>
                  </a:cubicBezTo>
                  <a:cubicBezTo>
                    <a:pt x="39" y="28"/>
                    <a:pt x="39" y="28"/>
                    <a:pt x="39" y="27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6" y="26"/>
                    <a:pt x="26" y="27"/>
                    <a:pt x="27" y="29"/>
                  </a:cubicBezTo>
                  <a:cubicBezTo>
                    <a:pt x="27" y="30"/>
                    <a:pt x="28" y="31"/>
                    <a:pt x="28" y="31"/>
                  </a:cubicBezTo>
                  <a:cubicBezTo>
                    <a:pt x="29" y="33"/>
                    <a:pt x="30" y="34"/>
                    <a:pt x="32" y="36"/>
                  </a:cubicBezTo>
                  <a:cubicBezTo>
                    <a:pt x="33" y="36"/>
                    <a:pt x="35" y="37"/>
                    <a:pt x="36" y="38"/>
                  </a:cubicBezTo>
                  <a:cubicBezTo>
                    <a:pt x="37" y="39"/>
                    <a:pt x="38" y="39"/>
                    <a:pt x="38" y="39"/>
                  </a:cubicBezTo>
                  <a:cubicBezTo>
                    <a:pt x="38" y="39"/>
                    <a:pt x="38" y="40"/>
                    <a:pt x="38" y="40"/>
                  </a:cubicBezTo>
                  <a:cubicBezTo>
                    <a:pt x="37" y="40"/>
                    <a:pt x="36" y="41"/>
                    <a:pt x="34" y="42"/>
                  </a:cubicBezTo>
                  <a:cubicBezTo>
                    <a:pt x="34" y="42"/>
                    <a:pt x="32" y="41"/>
                    <a:pt x="30" y="39"/>
                  </a:cubicBezTo>
                  <a:cubicBezTo>
                    <a:pt x="27" y="37"/>
                    <a:pt x="25" y="35"/>
                    <a:pt x="24" y="33"/>
                  </a:cubicBezTo>
                  <a:cubicBezTo>
                    <a:pt x="23" y="32"/>
                    <a:pt x="23" y="30"/>
                    <a:pt x="22" y="29"/>
                  </a:cubicBezTo>
                  <a:cubicBezTo>
                    <a:pt x="22" y="27"/>
                    <a:pt x="21" y="26"/>
                    <a:pt x="21" y="24"/>
                  </a:cubicBezTo>
                  <a:cubicBezTo>
                    <a:pt x="19" y="28"/>
                    <a:pt x="16" y="30"/>
                    <a:pt x="13" y="32"/>
                  </a:cubicBezTo>
                  <a:cubicBezTo>
                    <a:pt x="10" y="33"/>
                    <a:pt x="8" y="34"/>
                    <a:pt x="5" y="35"/>
                  </a:cubicBezTo>
                  <a:cubicBezTo>
                    <a:pt x="3" y="35"/>
                    <a:pt x="2" y="35"/>
                    <a:pt x="2" y="35"/>
                  </a:cubicBezTo>
                  <a:cubicBezTo>
                    <a:pt x="2" y="34"/>
                    <a:pt x="1" y="33"/>
                    <a:pt x="0" y="32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31"/>
                    <a:pt x="1" y="30"/>
                    <a:pt x="3" y="30"/>
                  </a:cubicBezTo>
                  <a:cubicBezTo>
                    <a:pt x="6" y="30"/>
                    <a:pt x="8" y="29"/>
                    <a:pt x="10" y="28"/>
                  </a:cubicBezTo>
                  <a:cubicBezTo>
                    <a:pt x="13" y="27"/>
                    <a:pt x="16" y="25"/>
                    <a:pt x="17" y="22"/>
                  </a:cubicBezTo>
                  <a:cubicBezTo>
                    <a:pt x="16" y="22"/>
                    <a:pt x="14" y="21"/>
                    <a:pt x="11" y="21"/>
                  </a:cubicBezTo>
                  <a:cubicBezTo>
                    <a:pt x="9" y="21"/>
                    <a:pt x="7" y="20"/>
                    <a:pt x="4" y="20"/>
                  </a:cubicBezTo>
                  <a:cubicBezTo>
                    <a:pt x="4" y="20"/>
                    <a:pt x="4" y="19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5"/>
                    <a:pt x="4" y="15"/>
                    <a:pt x="5" y="15"/>
                  </a:cubicBezTo>
                  <a:cubicBezTo>
                    <a:pt x="5" y="15"/>
                    <a:pt x="5" y="15"/>
                    <a:pt x="5" y="16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3" y="4"/>
                  </a:cubicBezTo>
                  <a:cubicBezTo>
                    <a:pt x="13" y="4"/>
                    <a:pt x="14" y="4"/>
                    <a:pt x="15" y="4"/>
                  </a:cubicBezTo>
                  <a:cubicBezTo>
                    <a:pt x="16" y="4"/>
                    <a:pt x="16" y="5"/>
                    <a:pt x="16" y="5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1"/>
                    <a:pt x="24" y="1"/>
                  </a:cubicBezTo>
                  <a:cubicBezTo>
                    <a:pt x="24" y="1"/>
                    <a:pt x="24" y="0"/>
                    <a:pt x="24" y="0"/>
                  </a:cubicBezTo>
                  <a:cubicBezTo>
                    <a:pt x="25" y="0"/>
                    <a:pt x="25" y="0"/>
                    <a:pt x="25" y="1"/>
                  </a:cubicBezTo>
                  <a:cubicBezTo>
                    <a:pt x="25" y="1"/>
                    <a:pt x="26" y="1"/>
                    <a:pt x="26" y="1"/>
                  </a:cubicBezTo>
                  <a:cubicBezTo>
                    <a:pt x="27" y="1"/>
                    <a:pt x="28" y="1"/>
                    <a:pt x="28" y="1"/>
                  </a:cubicBezTo>
                  <a:cubicBezTo>
                    <a:pt x="29" y="1"/>
                    <a:pt x="29" y="2"/>
                    <a:pt x="29" y="2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35" y="9"/>
                    <a:pt x="35" y="9"/>
                    <a:pt x="35" y="9"/>
                  </a:cubicBezTo>
                  <a:close/>
                  <a:moveTo>
                    <a:pt x="32" y="22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2"/>
                    <a:pt x="25" y="14"/>
                    <a:pt x="25" y="16"/>
                  </a:cubicBezTo>
                  <a:cubicBezTo>
                    <a:pt x="24" y="17"/>
                    <a:pt x="24" y="19"/>
                    <a:pt x="23" y="20"/>
                  </a:cubicBezTo>
                  <a:lnTo>
                    <a:pt x="32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iṧlíďè"/>
            <p:cNvSpPr/>
            <p:nvPr/>
          </p:nvSpPr>
          <p:spPr bwMode="auto">
            <a:xfrm>
              <a:off x="3872518" y="4083665"/>
              <a:ext cx="113157" cy="118611"/>
            </a:xfrm>
            <a:custGeom>
              <a:avLst/>
              <a:gdLst>
                <a:gd name="T0" fmla="*/ 6 w 35"/>
                <a:gd name="T1" fmla="*/ 12 h 37"/>
                <a:gd name="T2" fmla="*/ 16 w 35"/>
                <a:gd name="T3" fmla="*/ 17 h 37"/>
                <a:gd name="T4" fmla="*/ 16 w 35"/>
                <a:gd name="T5" fmla="*/ 13 h 37"/>
                <a:gd name="T6" fmla="*/ 31 w 35"/>
                <a:gd name="T7" fmla="*/ 1 h 37"/>
                <a:gd name="T8" fmla="*/ 32 w 35"/>
                <a:gd name="T9" fmla="*/ 13 h 37"/>
                <a:gd name="T10" fmla="*/ 28 w 35"/>
                <a:gd name="T11" fmla="*/ 13 h 37"/>
                <a:gd name="T12" fmla="*/ 20 w 35"/>
                <a:gd name="T13" fmla="*/ 13 h 37"/>
                <a:gd name="T14" fmla="*/ 20 w 35"/>
                <a:gd name="T15" fmla="*/ 18 h 37"/>
                <a:gd name="T16" fmla="*/ 32 w 35"/>
                <a:gd name="T17" fmla="*/ 18 h 37"/>
                <a:gd name="T18" fmla="*/ 33 w 35"/>
                <a:gd name="T19" fmla="*/ 18 h 37"/>
                <a:gd name="T20" fmla="*/ 33 w 35"/>
                <a:gd name="T21" fmla="*/ 22 h 37"/>
                <a:gd name="T22" fmla="*/ 20 w 35"/>
                <a:gd name="T23" fmla="*/ 21 h 37"/>
                <a:gd name="T24" fmla="*/ 21 w 35"/>
                <a:gd name="T25" fmla="*/ 24 h 37"/>
                <a:gd name="T26" fmla="*/ 30 w 35"/>
                <a:gd name="T27" fmla="*/ 32 h 37"/>
                <a:gd name="T28" fmla="*/ 31 w 35"/>
                <a:gd name="T29" fmla="*/ 28 h 37"/>
                <a:gd name="T30" fmla="*/ 33 w 35"/>
                <a:gd name="T31" fmla="*/ 29 h 37"/>
                <a:gd name="T32" fmla="*/ 35 w 35"/>
                <a:gd name="T33" fmla="*/ 30 h 37"/>
                <a:gd name="T34" fmla="*/ 31 w 35"/>
                <a:gd name="T35" fmla="*/ 37 h 37"/>
                <a:gd name="T36" fmla="*/ 22 w 35"/>
                <a:gd name="T37" fmla="*/ 32 h 37"/>
                <a:gd name="T38" fmla="*/ 17 w 35"/>
                <a:gd name="T39" fmla="*/ 21 h 37"/>
                <a:gd name="T40" fmla="*/ 5 w 35"/>
                <a:gd name="T41" fmla="*/ 31 h 37"/>
                <a:gd name="T42" fmla="*/ 17 w 35"/>
                <a:gd name="T43" fmla="*/ 29 h 37"/>
                <a:gd name="T44" fmla="*/ 18 w 35"/>
                <a:gd name="T45" fmla="*/ 29 h 37"/>
                <a:gd name="T46" fmla="*/ 17 w 35"/>
                <a:gd name="T47" fmla="*/ 33 h 37"/>
                <a:gd name="T48" fmla="*/ 3 w 35"/>
                <a:gd name="T49" fmla="*/ 36 h 37"/>
                <a:gd name="T50" fmla="*/ 2 w 35"/>
                <a:gd name="T51" fmla="*/ 36 h 37"/>
                <a:gd name="T52" fmla="*/ 0 w 35"/>
                <a:gd name="T53" fmla="*/ 32 h 37"/>
                <a:gd name="T54" fmla="*/ 1 w 35"/>
                <a:gd name="T55" fmla="*/ 25 h 37"/>
                <a:gd name="T56" fmla="*/ 2 w 35"/>
                <a:gd name="T57" fmla="*/ 2 h 37"/>
                <a:gd name="T58" fmla="*/ 2 w 35"/>
                <a:gd name="T59" fmla="*/ 0 h 37"/>
                <a:gd name="T60" fmla="*/ 4 w 35"/>
                <a:gd name="T61" fmla="*/ 0 h 37"/>
                <a:gd name="T62" fmla="*/ 28 w 35"/>
                <a:gd name="T63" fmla="*/ 9 h 37"/>
                <a:gd name="T64" fmla="*/ 6 w 35"/>
                <a:gd name="T65" fmla="*/ 4 h 37"/>
                <a:gd name="T66" fmla="*/ 28 w 35"/>
                <a:gd name="T67" fmla="*/ 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37">
                  <a:moveTo>
                    <a:pt x="16" y="13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6"/>
                    <a:pt x="16" y="15"/>
                  </a:cubicBezTo>
                  <a:cubicBezTo>
                    <a:pt x="16" y="14"/>
                    <a:pt x="16" y="13"/>
                    <a:pt x="16" y="13"/>
                  </a:cubicBezTo>
                  <a:close/>
                  <a:moveTo>
                    <a:pt x="29" y="1"/>
                  </a:moveTo>
                  <a:cubicBezTo>
                    <a:pt x="31" y="1"/>
                    <a:pt x="31" y="1"/>
                    <a:pt x="31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8"/>
                    <a:pt x="32" y="12"/>
                    <a:pt x="32" y="13"/>
                  </a:cubicBezTo>
                  <a:cubicBezTo>
                    <a:pt x="32" y="13"/>
                    <a:pt x="31" y="13"/>
                    <a:pt x="31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4"/>
                    <a:pt x="20" y="14"/>
                    <a:pt x="20" y="15"/>
                  </a:cubicBezTo>
                  <a:cubicBezTo>
                    <a:pt x="20" y="16"/>
                    <a:pt x="20" y="17"/>
                    <a:pt x="20" y="18"/>
                  </a:cubicBezTo>
                  <a:cubicBezTo>
                    <a:pt x="22" y="18"/>
                    <a:pt x="23" y="18"/>
                    <a:pt x="24" y="18"/>
                  </a:cubicBezTo>
                  <a:cubicBezTo>
                    <a:pt x="29" y="18"/>
                    <a:pt x="32" y="18"/>
                    <a:pt x="32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2" y="22"/>
                    <a:pt x="32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3"/>
                  </a:cubicBezTo>
                  <a:cubicBezTo>
                    <a:pt x="21" y="23"/>
                    <a:pt x="21" y="24"/>
                    <a:pt x="21" y="24"/>
                  </a:cubicBezTo>
                  <a:cubicBezTo>
                    <a:pt x="22" y="26"/>
                    <a:pt x="23" y="28"/>
                    <a:pt x="25" y="29"/>
                  </a:cubicBezTo>
                  <a:cubicBezTo>
                    <a:pt x="28" y="32"/>
                    <a:pt x="29" y="32"/>
                    <a:pt x="30" y="32"/>
                  </a:cubicBezTo>
                  <a:cubicBezTo>
                    <a:pt x="30" y="32"/>
                    <a:pt x="31" y="31"/>
                    <a:pt x="31" y="29"/>
                  </a:cubicBezTo>
                  <a:cubicBezTo>
                    <a:pt x="31" y="29"/>
                    <a:pt x="31" y="29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2" y="28"/>
                    <a:pt x="33" y="29"/>
                    <a:pt x="33" y="29"/>
                  </a:cubicBezTo>
                  <a:cubicBezTo>
                    <a:pt x="34" y="29"/>
                    <a:pt x="34" y="29"/>
                    <a:pt x="35" y="29"/>
                  </a:cubicBezTo>
                  <a:cubicBezTo>
                    <a:pt x="35" y="29"/>
                    <a:pt x="35" y="30"/>
                    <a:pt x="35" y="30"/>
                  </a:cubicBezTo>
                  <a:cubicBezTo>
                    <a:pt x="35" y="31"/>
                    <a:pt x="35" y="32"/>
                    <a:pt x="34" y="34"/>
                  </a:cubicBezTo>
                  <a:cubicBezTo>
                    <a:pt x="33" y="36"/>
                    <a:pt x="32" y="37"/>
                    <a:pt x="31" y="37"/>
                  </a:cubicBezTo>
                  <a:cubicBezTo>
                    <a:pt x="30" y="37"/>
                    <a:pt x="29" y="37"/>
                    <a:pt x="28" y="36"/>
                  </a:cubicBezTo>
                  <a:cubicBezTo>
                    <a:pt x="25" y="35"/>
                    <a:pt x="23" y="34"/>
                    <a:pt x="22" y="32"/>
                  </a:cubicBezTo>
                  <a:cubicBezTo>
                    <a:pt x="20" y="30"/>
                    <a:pt x="18" y="28"/>
                    <a:pt x="17" y="25"/>
                  </a:cubicBezTo>
                  <a:cubicBezTo>
                    <a:pt x="17" y="24"/>
                    <a:pt x="17" y="22"/>
                    <a:pt x="17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7" y="31"/>
                    <a:pt x="9" y="31"/>
                    <a:pt x="11" y="30"/>
                  </a:cubicBezTo>
                  <a:cubicBezTo>
                    <a:pt x="12" y="30"/>
                    <a:pt x="14" y="30"/>
                    <a:pt x="1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5" y="33"/>
                    <a:pt x="13" y="34"/>
                    <a:pt x="11" y="34"/>
                  </a:cubicBezTo>
                  <a:cubicBezTo>
                    <a:pt x="8" y="35"/>
                    <a:pt x="6" y="35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2" y="36"/>
                    <a:pt x="2" y="36"/>
                  </a:cubicBezTo>
                  <a:cubicBezTo>
                    <a:pt x="2" y="36"/>
                    <a:pt x="1" y="36"/>
                    <a:pt x="1" y="34"/>
                  </a:cubicBezTo>
                  <a:cubicBezTo>
                    <a:pt x="0" y="33"/>
                    <a:pt x="0" y="32"/>
                    <a:pt x="0" y="32"/>
                  </a:cubicBezTo>
                  <a:cubicBezTo>
                    <a:pt x="0" y="32"/>
                    <a:pt x="1" y="31"/>
                    <a:pt x="1" y="30"/>
                  </a:cubicBezTo>
                  <a:cubicBezTo>
                    <a:pt x="1" y="29"/>
                    <a:pt x="1" y="27"/>
                    <a:pt x="1" y="25"/>
                  </a:cubicBezTo>
                  <a:cubicBezTo>
                    <a:pt x="1" y="22"/>
                    <a:pt x="1" y="19"/>
                    <a:pt x="1" y="15"/>
                  </a:cubicBezTo>
                  <a:cubicBezTo>
                    <a:pt x="1" y="11"/>
                    <a:pt x="2" y="6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0"/>
                    <a:pt x="4" y="0"/>
                  </a:cubicBezTo>
                  <a:cubicBezTo>
                    <a:pt x="29" y="1"/>
                    <a:pt x="29" y="1"/>
                    <a:pt x="29" y="1"/>
                  </a:cubicBezTo>
                  <a:close/>
                  <a:moveTo>
                    <a:pt x="28" y="9"/>
                  </a:moveTo>
                  <a:cubicBezTo>
                    <a:pt x="28" y="5"/>
                    <a:pt x="28" y="5"/>
                    <a:pt x="28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8"/>
                    <a:pt x="6" y="8"/>
                    <a:pt x="6" y="8"/>
                  </a:cubicBezTo>
                  <a:lnTo>
                    <a:pt x="2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ïṣḷiḋè"/>
            <p:cNvSpPr/>
            <p:nvPr/>
          </p:nvSpPr>
          <p:spPr bwMode="auto">
            <a:xfrm>
              <a:off x="4011579" y="4076849"/>
              <a:ext cx="134971" cy="125427"/>
            </a:xfrm>
            <a:custGeom>
              <a:avLst/>
              <a:gdLst>
                <a:gd name="T0" fmla="*/ 1 w 42"/>
                <a:gd name="T1" fmla="*/ 11 h 39"/>
                <a:gd name="T2" fmla="*/ 1 w 42"/>
                <a:gd name="T3" fmla="*/ 7 h 39"/>
                <a:gd name="T4" fmla="*/ 9 w 42"/>
                <a:gd name="T5" fmla="*/ 7 h 39"/>
                <a:gd name="T6" fmla="*/ 17 w 42"/>
                <a:gd name="T7" fmla="*/ 6 h 39"/>
                <a:gd name="T8" fmla="*/ 17 w 42"/>
                <a:gd name="T9" fmla="*/ 10 h 39"/>
                <a:gd name="T10" fmla="*/ 9 w 42"/>
                <a:gd name="T11" fmla="*/ 10 h 39"/>
                <a:gd name="T12" fmla="*/ 9 w 42"/>
                <a:gd name="T13" fmla="*/ 15 h 39"/>
                <a:gd name="T14" fmla="*/ 16 w 42"/>
                <a:gd name="T15" fmla="*/ 16 h 39"/>
                <a:gd name="T16" fmla="*/ 14 w 42"/>
                <a:gd name="T17" fmla="*/ 37 h 39"/>
                <a:gd name="T18" fmla="*/ 9 w 42"/>
                <a:gd name="T19" fmla="*/ 36 h 39"/>
                <a:gd name="T20" fmla="*/ 9 w 42"/>
                <a:gd name="T21" fmla="*/ 35 h 39"/>
                <a:gd name="T22" fmla="*/ 12 w 42"/>
                <a:gd name="T23" fmla="*/ 34 h 39"/>
                <a:gd name="T24" fmla="*/ 13 w 42"/>
                <a:gd name="T25" fmla="*/ 18 h 39"/>
                <a:gd name="T26" fmla="*/ 9 w 42"/>
                <a:gd name="T27" fmla="*/ 25 h 39"/>
                <a:gd name="T28" fmla="*/ 7 w 42"/>
                <a:gd name="T29" fmla="*/ 39 h 39"/>
                <a:gd name="T30" fmla="*/ 4 w 42"/>
                <a:gd name="T31" fmla="*/ 35 h 39"/>
                <a:gd name="T32" fmla="*/ 5 w 42"/>
                <a:gd name="T33" fmla="*/ 19 h 39"/>
                <a:gd name="T34" fmla="*/ 10 w 42"/>
                <a:gd name="T35" fmla="*/ 3 h 39"/>
                <a:gd name="T36" fmla="*/ 6 w 42"/>
                <a:gd name="T37" fmla="*/ 0 h 39"/>
                <a:gd name="T38" fmla="*/ 7 w 42"/>
                <a:gd name="T39" fmla="*/ 6 h 39"/>
                <a:gd name="T40" fmla="*/ 11 w 42"/>
                <a:gd name="T41" fmla="*/ 5 h 39"/>
                <a:gd name="T42" fmla="*/ 33 w 42"/>
                <a:gd name="T43" fmla="*/ 13 h 39"/>
                <a:gd name="T44" fmla="*/ 37 w 42"/>
                <a:gd name="T45" fmla="*/ 13 h 39"/>
                <a:gd name="T46" fmla="*/ 37 w 42"/>
                <a:gd name="T47" fmla="*/ 16 h 39"/>
                <a:gd name="T48" fmla="*/ 32 w 42"/>
                <a:gd name="T49" fmla="*/ 17 h 39"/>
                <a:gd name="T50" fmla="*/ 36 w 42"/>
                <a:gd name="T51" fmla="*/ 21 h 39"/>
                <a:gd name="T52" fmla="*/ 40 w 42"/>
                <a:gd name="T53" fmla="*/ 21 h 39"/>
                <a:gd name="T54" fmla="*/ 40 w 42"/>
                <a:gd name="T55" fmla="*/ 25 h 39"/>
                <a:gd name="T56" fmla="*/ 34 w 42"/>
                <a:gd name="T57" fmla="*/ 27 h 39"/>
                <a:gd name="T58" fmla="*/ 41 w 42"/>
                <a:gd name="T59" fmla="*/ 33 h 39"/>
                <a:gd name="T60" fmla="*/ 40 w 42"/>
                <a:gd name="T61" fmla="*/ 36 h 39"/>
                <a:gd name="T62" fmla="*/ 33 w 42"/>
                <a:gd name="T63" fmla="*/ 31 h 39"/>
                <a:gd name="T64" fmla="*/ 24 w 42"/>
                <a:gd name="T65" fmla="*/ 37 h 39"/>
                <a:gd name="T66" fmla="*/ 19 w 42"/>
                <a:gd name="T67" fmla="*/ 35 h 39"/>
                <a:gd name="T68" fmla="*/ 27 w 42"/>
                <a:gd name="T69" fmla="*/ 28 h 39"/>
                <a:gd name="T70" fmla="*/ 24 w 42"/>
                <a:gd name="T71" fmla="*/ 26 h 39"/>
                <a:gd name="T72" fmla="*/ 20 w 42"/>
                <a:gd name="T73" fmla="*/ 26 h 39"/>
                <a:gd name="T74" fmla="*/ 20 w 42"/>
                <a:gd name="T75" fmla="*/ 22 h 39"/>
                <a:gd name="T76" fmla="*/ 28 w 42"/>
                <a:gd name="T77" fmla="*/ 20 h 39"/>
                <a:gd name="T78" fmla="*/ 26 w 42"/>
                <a:gd name="T79" fmla="*/ 17 h 39"/>
                <a:gd name="T80" fmla="*/ 21 w 42"/>
                <a:gd name="T81" fmla="*/ 20 h 39"/>
                <a:gd name="T82" fmla="*/ 23 w 42"/>
                <a:gd name="T83" fmla="*/ 15 h 39"/>
                <a:gd name="T84" fmla="*/ 24 w 42"/>
                <a:gd name="T85" fmla="*/ 10 h 39"/>
                <a:gd name="T86" fmla="*/ 28 w 42"/>
                <a:gd name="T87" fmla="*/ 12 h 39"/>
                <a:gd name="T88" fmla="*/ 24 w 42"/>
                <a:gd name="T89" fmla="*/ 4 h 39"/>
                <a:gd name="T90" fmla="*/ 24 w 42"/>
                <a:gd name="T91" fmla="*/ 1 h 39"/>
                <a:gd name="T92" fmla="*/ 20 w 42"/>
                <a:gd name="T93" fmla="*/ 0 h 39"/>
                <a:gd name="T94" fmla="*/ 19 w 42"/>
                <a:gd name="T95" fmla="*/ 8 h 39"/>
                <a:gd name="T96" fmla="*/ 17 w 42"/>
                <a:gd name="T97" fmla="*/ 14 h 39"/>
                <a:gd name="T98" fmla="*/ 23 w 42"/>
                <a:gd name="T99" fmla="*/ 9 h 39"/>
                <a:gd name="T100" fmla="*/ 30 w 42"/>
                <a:gd name="T101" fmla="*/ 7 h 39"/>
                <a:gd name="T102" fmla="*/ 38 w 42"/>
                <a:gd name="T103" fmla="*/ 7 h 39"/>
                <a:gd name="T104" fmla="*/ 38 w 42"/>
                <a:gd name="T105" fmla="*/ 3 h 39"/>
                <a:gd name="T106" fmla="*/ 30 w 42"/>
                <a:gd name="T107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39">
                  <a:moveTo>
                    <a:pt x="4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3" y="7"/>
                    <a:pt x="5" y="7"/>
                  </a:cubicBezTo>
                  <a:cubicBezTo>
                    <a:pt x="7" y="7"/>
                    <a:pt x="8" y="7"/>
                    <a:pt x="9" y="7"/>
                  </a:cubicBezTo>
                  <a:cubicBezTo>
                    <a:pt x="10" y="6"/>
                    <a:pt x="11" y="6"/>
                    <a:pt x="13" y="6"/>
                  </a:cubicBezTo>
                  <a:cubicBezTo>
                    <a:pt x="14" y="6"/>
                    <a:pt x="15" y="6"/>
                    <a:pt x="16" y="6"/>
                  </a:cubicBezTo>
                  <a:cubicBezTo>
                    <a:pt x="16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6" y="10"/>
                    <a:pt x="16" y="10"/>
                  </a:cubicBezTo>
                  <a:cubicBezTo>
                    <a:pt x="15" y="10"/>
                    <a:pt x="14" y="10"/>
                    <a:pt x="12" y="10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1"/>
                    <a:pt x="8" y="12"/>
                    <a:pt x="8" y="12"/>
                  </a:cubicBezTo>
                  <a:cubicBezTo>
                    <a:pt x="8" y="13"/>
                    <a:pt x="9" y="14"/>
                    <a:pt x="9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5"/>
                    <a:pt x="16" y="16"/>
                  </a:cubicBezTo>
                  <a:cubicBezTo>
                    <a:pt x="17" y="19"/>
                    <a:pt x="17" y="22"/>
                    <a:pt x="17" y="26"/>
                  </a:cubicBezTo>
                  <a:cubicBezTo>
                    <a:pt x="17" y="31"/>
                    <a:pt x="17" y="33"/>
                    <a:pt x="17" y="34"/>
                  </a:cubicBezTo>
                  <a:cubicBezTo>
                    <a:pt x="16" y="36"/>
                    <a:pt x="16" y="37"/>
                    <a:pt x="14" y="37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9" y="37"/>
                    <a:pt x="9" y="36"/>
                  </a:cubicBezTo>
                  <a:cubicBezTo>
                    <a:pt x="9" y="36"/>
                    <a:pt x="8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2" y="34"/>
                  </a:cubicBezTo>
                  <a:cubicBezTo>
                    <a:pt x="12" y="34"/>
                    <a:pt x="13" y="34"/>
                    <a:pt x="13" y="33"/>
                  </a:cubicBezTo>
                  <a:cubicBezTo>
                    <a:pt x="13" y="32"/>
                    <a:pt x="13" y="29"/>
                    <a:pt x="13" y="25"/>
                  </a:cubicBezTo>
                  <a:cubicBezTo>
                    <a:pt x="13" y="23"/>
                    <a:pt x="13" y="20"/>
                    <a:pt x="13" y="18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20"/>
                    <a:pt x="9" y="23"/>
                    <a:pt x="9" y="25"/>
                  </a:cubicBezTo>
                  <a:cubicBezTo>
                    <a:pt x="9" y="28"/>
                    <a:pt x="9" y="31"/>
                    <a:pt x="9" y="32"/>
                  </a:cubicBezTo>
                  <a:cubicBezTo>
                    <a:pt x="8" y="35"/>
                    <a:pt x="8" y="36"/>
                    <a:pt x="7" y="38"/>
                  </a:cubicBezTo>
                  <a:cubicBezTo>
                    <a:pt x="7" y="38"/>
                    <a:pt x="7" y="38"/>
                    <a:pt x="7" y="39"/>
                  </a:cubicBezTo>
                  <a:cubicBezTo>
                    <a:pt x="6" y="38"/>
                    <a:pt x="5" y="38"/>
                    <a:pt x="4" y="38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6"/>
                    <a:pt x="4" y="36"/>
                    <a:pt x="4" y="35"/>
                  </a:cubicBezTo>
                  <a:cubicBezTo>
                    <a:pt x="4" y="34"/>
                    <a:pt x="4" y="33"/>
                    <a:pt x="5" y="31"/>
                  </a:cubicBezTo>
                  <a:cubicBezTo>
                    <a:pt x="5" y="30"/>
                    <a:pt x="5" y="28"/>
                    <a:pt x="5" y="26"/>
                  </a:cubicBezTo>
                  <a:cubicBezTo>
                    <a:pt x="5" y="24"/>
                    <a:pt x="5" y="22"/>
                    <a:pt x="5" y="19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11" y="5"/>
                  </a:moveTo>
                  <a:cubicBezTo>
                    <a:pt x="11" y="5"/>
                    <a:pt x="11" y="5"/>
                    <a:pt x="10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5" y="0"/>
                    <a:pt x="5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2"/>
                    <a:pt x="6" y="4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8" y="6"/>
                    <a:pt x="8" y="6"/>
                    <a:pt x="9" y="6"/>
                  </a:cubicBezTo>
                  <a:cubicBezTo>
                    <a:pt x="10" y="6"/>
                    <a:pt x="11" y="6"/>
                    <a:pt x="11" y="5"/>
                  </a:cubicBezTo>
                  <a:close/>
                  <a:moveTo>
                    <a:pt x="27" y="13"/>
                  </a:moveTo>
                  <a:cubicBezTo>
                    <a:pt x="30" y="13"/>
                    <a:pt x="30" y="13"/>
                    <a:pt x="30" y="13"/>
                  </a:cubicBezTo>
                  <a:cubicBezTo>
                    <a:pt x="31" y="13"/>
                    <a:pt x="32" y="13"/>
                    <a:pt x="33" y="13"/>
                  </a:cubicBezTo>
                  <a:cubicBezTo>
                    <a:pt x="35" y="13"/>
                    <a:pt x="36" y="13"/>
                    <a:pt x="36" y="13"/>
                  </a:cubicBezTo>
                  <a:cubicBezTo>
                    <a:pt x="36" y="12"/>
                    <a:pt x="37" y="12"/>
                    <a:pt x="37" y="12"/>
                  </a:cubicBezTo>
                  <a:cubicBezTo>
                    <a:pt x="37" y="12"/>
                    <a:pt x="37" y="13"/>
                    <a:pt x="37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6" y="17"/>
                    <a:pt x="35" y="17"/>
                    <a:pt x="34" y="17"/>
                  </a:cubicBezTo>
                  <a:cubicBezTo>
                    <a:pt x="33" y="17"/>
                    <a:pt x="32" y="17"/>
                    <a:pt x="32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18"/>
                    <a:pt x="32" y="19"/>
                    <a:pt x="32" y="20"/>
                  </a:cubicBezTo>
                  <a:cubicBezTo>
                    <a:pt x="32" y="21"/>
                    <a:pt x="32" y="21"/>
                    <a:pt x="32" y="22"/>
                  </a:cubicBezTo>
                  <a:cubicBezTo>
                    <a:pt x="33" y="22"/>
                    <a:pt x="35" y="21"/>
                    <a:pt x="36" y="21"/>
                  </a:cubicBezTo>
                  <a:cubicBezTo>
                    <a:pt x="37" y="21"/>
                    <a:pt x="38" y="21"/>
                    <a:pt x="39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5"/>
                    <a:pt x="37" y="25"/>
                    <a:pt x="36" y="25"/>
                  </a:cubicBezTo>
                  <a:cubicBezTo>
                    <a:pt x="35" y="25"/>
                    <a:pt x="34" y="25"/>
                    <a:pt x="33" y="25"/>
                  </a:cubicBezTo>
                  <a:cubicBezTo>
                    <a:pt x="34" y="26"/>
                    <a:pt x="34" y="27"/>
                    <a:pt x="34" y="27"/>
                  </a:cubicBezTo>
                  <a:cubicBezTo>
                    <a:pt x="35" y="29"/>
                    <a:pt x="36" y="29"/>
                    <a:pt x="37" y="30"/>
                  </a:cubicBezTo>
                  <a:cubicBezTo>
                    <a:pt x="38" y="31"/>
                    <a:pt x="39" y="32"/>
                    <a:pt x="40" y="32"/>
                  </a:cubicBezTo>
                  <a:cubicBezTo>
                    <a:pt x="40" y="32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4"/>
                    <a:pt x="42" y="34"/>
                    <a:pt x="41" y="34"/>
                  </a:cubicBezTo>
                  <a:cubicBezTo>
                    <a:pt x="40" y="35"/>
                    <a:pt x="40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6" y="35"/>
                    <a:pt x="35" y="34"/>
                    <a:pt x="34" y="33"/>
                  </a:cubicBezTo>
                  <a:cubicBezTo>
                    <a:pt x="34" y="33"/>
                    <a:pt x="33" y="32"/>
                    <a:pt x="33" y="31"/>
                  </a:cubicBezTo>
                  <a:cubicBezTo>
                    <a:pt x="32" y="31"/>
                    <a:pt x="32" y="30"/>
                    <a:pt x="31" y="29"/>
                  </a:cubicBezTo>
                  <a:cubicBezTo>
                    <a:pt x="30" y="31"/>
                    <a:pt x="29" y="33"/>
                    <a:pt x="28" y="34"/>
                  </a:cubicBezTo>
                  <a:cubicBezTo>
                    <a:pt x="27" y="36"/>
                    <a:pt x="25" y="36"/>
                    <a:pt x="24" y="37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1" y="37"/>
                    <a:pt x="21" y="37"/>
                    <a:pt x="20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19" y="34"/>
                    <a:pt x="20" y="34"/>
                  </a:cubicBezTo>
                  <a:cubicBezTo>
                    <a:pt x="21" y="34"/>
                    <a:pt x="22" y="33"/>
                    <a:pt x="23" y="33"/>
                  </a:cubicBezTo>
                  <a:cubicBezTo>
                    <a:pt x="25" y="32"/>
                    <a:pt x="27" y="30"/>
                    <a:pt x="27" y="28"/>
                  </a:cubicBezTo>
                  <a:cubicBezTo>
                    <a:pt x="27" y="28"/>
                    <a:pt x="28" y="27"/>
                    <a:pt x="28" y="27"/>
                  </a:cubicBezTo>
                  <a:cubicBezTo>
                    <a:pt x="28" y="27"/>
                    <a:pt x="28" y="26"/>
                    <a:pt x="28" y="26"/>
                  </a:cubicBezTo>
                  <a:cubicBezTo>
                    <a:pt x="26" y="26"/>
                    <a:pt x="25" y="26"/>
                    <a:pt x="24" y="26"/>
                  </a:cubicBezTo>
                  <a:cubicBezTo>
                    <a:pt x="23" y="26"/>
                    <a:pt x="22" y="26"/>
                    <a:pt x="21" y="27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0" y="27"/>
                    <a:pt x="20" y="27"/>
                    <a:pt x="20" y="26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2" y="22"/>
                    <a:pt x="23" y="22"/>
                    <a:pt x="25" y="22"/>
                  </a:cubicBezTo>
                  <a:cubicBezTo>
                    <a:pt x="26" y="22"/>
                    <a:pt x="27" y="22"/>
                    <a:pt x="28" y="22"/>
                  </a:cubicBezTo>
                  <a:cubicBezTo>
                    <a:pt x="28" y="21"/>
                    <a:pt x="28" y="21"/>
                    <a:pt x="28" y="20"/>
                  </a:cubicBezTo>
                  <a:cubicBezTo>
                    <a:pt x="28" y="19"/>
                    <a:pt x="28" y="19"/>
                    <a:pt x="28" y="18"/>
                  </a:cubicBezTo>
                  <a:cubicBezTo>
                    <a:pt x="28" y="18"/>
                    <a:pt x="28" y="17"/>
                    <a:pt x="28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20"/>
                    <a:pt x="24" y="21"/>
                    <a:pt x="24" y="21"/>
                  </a:cubicBezTo>
                  <a:cubicBezTo>
                    <a:pt x="24" y="21"/>
                    <a:pt x="23" y="21"/>
                    <a:pt x="23" y="21"/>
                  </a:cubicBezTo>
                  <a:cubicBezTo>
                    <a:pt x="23" y="21"/>
                    <a:pt x="22" y="21"/>
                    <a:pt x="21" y="20"/>
                  </a:cubicBezTo>
                  <a:cubicBezTo>
                    <a:pt x="21" y="20"/>
                    <a:pt x="20" y="20"/>
                    <a:pt x="20" y="20"/>
                  </a:cubicBezTo>
                  <a:cubicBezTo>
                    <a:pt x="20" y="19"/>
                    <a:pt x="21" y="19"/>
                    <a:pt x="21" y="18"/>
                  </a:cubicBezTo>
                  <a:cubicBezTo>
                    <a:pt x="22" y="17"/>
                    <a:pt x="22" y="16"/>
                    <a:pt x="23" y="15"/>
                  </a:cubicBezTo>
                  <a:cubicBezTo>
                    <a:pt x="23" y="13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6" y="10"/>
                    <a:pt x="27" y="10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7" y="13"/>
                    <a:pt x="27" y="13"/>
                    <a:pt x="27" y="13"/>
                  </a:cubicBezTo>
                  <a:close/>
                  <a:moveTo>
                    <a:pt x="24" y="4"/>
                  </a:moveTo>
                  <a:cubicBezTo>
                    <a:pt x="24" y="3"/>
                    <a:pt x="24" y="3"/>
                    <a:pt x="24" y="3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0"/>
                    <a:pt x="24" y="0"/>
                    <a:pt x="23" y="0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2"/>
                    <a:pt x="20" y="3"/>
                    <a:pt x="20" y="4"/>
                  </a:cubicBezTo>
                  <a:cubicBezTo>
                    <a:pt x="19" y="5"/>
                    <a:pt x="19" y="6"/>
                    <a:pt x="19" y="8"/>
                  </a:cubicBezTo>
                  <a:cubicBezTo>
                    <a:pt x="19" y="9"/>
                    <a:pt x="18" y="10"/>
                    <a:pt x="17" y="11"/>
                  </a:cubicBezTo>
                  <a:cubicBezTo>
                    <a:pt x="17" y="12"/>
                    <a:pt x="16" y="13"/>
                    <a:pt x="16" y="14"/>
                  </a:cubicBezTo>
                  <a:cubicBezTo>
                    <a:pt x="16" y="14"/>
                    <a:pt x="17" y="14"/>
                    <a:pt x="17" y="14"/>
                  </a:cubicBezTo>
                  <a:cubicBezTo>
                    <a:pt x="19" y="15"/>
                    <a:pt x="19" y="15"/>
                    <a:pt x="20" y="15"/>
                  </a:cubicBezTo>
                  <a:cubicBezTo>
                    <a:pt x="20" y="15"/>
                    <a:pt x="20" y="14"/>
                    <a:pt x="21" y="13"/>
                  </a:cubicBezTo>
                  <a:cubicBezTo>
                    <a:pt x="22" y="11"/>
                    <a:pt x="22" y="10"/>
                    <a:pt x="23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8"/>
                    <a:pt x="26" y="8"/>
                    <a:pt x="27" y="8"/>
                  </a:cubicBezTo>
                  <a:cubicBezTo>
                    <a:pt x="28" y="8"/>
                    <a:pt x="29" y="7"/>
                    <a:pt x="30" y="7"/>
                  </a:cubicBezTo>
                  <a:cubicBezTo>
                    <a:pt x="31" y="7"/>
                    <a:pt x="32" y="7"/>
                    <a:pt x="34" y="7"/>
                  </a:cubicBezTo>
                  <a:cubicBezTo>
                    <a:pt x="36" y="7"/>
                    <a:pt x="37" y="7"/>
                    <a:pt x="37" y="7"/>
                  </a:cubicBezTo>
                  <a:cubicBezTo>
                    <a:pt x="37" y="7"/>
                    <a:pt x="38" y="7"/>
                    <a:pt x="38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2" y="3"/>
                    <a:pt x="31" y="3"/>
                    <a:pt x="30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íṥļidè"/>
            <p:cNvSpPr/>
            <p:nvPr/>
          </p:nvSpPr>
          <p:spPr bwMode="auto">
            <a:xfrm>
              <a:off x="4158820" y="4044128"/>
              <a:ext cx="136334" cy="132244"/>
            </a:xfrm>
            <a:custGeom>
              <a:avLst/>
              <a:gdLst>
                <a:gd name="T0" fmla="*/ 19 w 42"/>
                <a:gd name="T1" fmla="*/ 11 h 41"/>
                <a:gd name="T2" fmla="*/ 25 w 42"/>
                <a:gd name="T3" fmla="*/ 9 h 41"/>
                <a:gd name="T4" fmla="*/ 34 w 42"/>
                <a:gd name="T5" fmla="*/ 6 h 41"/>
                <a:gd name="T6" fmla="*/ 34 w 42"/>
                <a:gd name="T7" fmla="*/ 6 h 41"/>
                <a:gd name="T8" fmla="*/ 35 w 42"/>
                <a:gd name="T9" fmla="*/ 6 h 41"/>
                <a:gd name="T10" fmla="*/ 35 w 42"/>
                <a:gd name="T11" fmla="*/ 6 h 41"/>
                <a:gd name="T12" fmla="*/ 36 w 42"/>
                <a:gd name="T13" fmla="*/ 10 h 41"/>
                <a:gd name="T14" fmla="*/ 36 w 42"/>
                <a:gd name="T15" fmla="*/ 10 h 41"/>
                <a:gd name="T16" fmla="*/ 35 w 42"/>
                <a:gd name="T17" fmla="*/ 10 h 41"/>
                <a:gd name="T18" fmla="*/ 28 w 42"/>
                <a:gd name="T19" fmla="*/ 12 h 41"/>
                <a:gd name="T20" fmla="*/ 21 w 42"/>
                <a:gd name="T21" fmla="*/ 14 h 41"/>
                <a:gd name="T22" fmla="*/ 24 w 42"/>
                <a:gd name="T23" fmla="*/ 19 h 41"/>
                <a:gd name="T24" fmla="*/ 28 w 42"/>
                <a:gd name="T25" fmla="*/ 22 h 41"/>
                <a:gd name="T26" fmla="*/ 34 w 42"/>
                <a:gd name="T27" fmla="*/ 25 h 41"/>
                <a:gd name="T28" fmla="*/ 39 w 42"/>
                <a:gd name="T29" fmla="*/ 27 h 41"/>
                <a:gd name="T30" fmla="*/ 42 w 42"/>
                <a:gd name="T31" fmla="*/ 27 h 41"/>
                <a:gd name="T32" fmla="*/ 42 w 42"/>
                <a:gd name="T33" fmla="*/ 29 h 41"/>
                <a:gd name="T34" fmla="*/ 40 w 42"/>
                <a:gd name="T35" fmla="*/ 32 h 41"/>
                <a:gd name="T36" fmla="*/ 37 w 42"/>
                <a:gd name="T37" fmla="*/ 31 h 41"/>
                <a:gd name="T38" fmla="*/ 31 w 42"/>
                <a:gd name="T39" fmla="*/ 29 h 41"/>
                <a:gd name="T40" fmla="*/ 24 w 42"/>
                <a:gd name="T41" fmla="*/ 25 h 41"/>
                <a:gd name="T42" fmla="*/ 22 w 42"/>
                <a:gd name="T43" fmla="*/ 23 h 41"/>
                <a:gd name="T44" fmla="*/ 20 w 42"/>
                <a:gd name="T45" fmla="*/ 20 h 41"/>
                <a:gd name="T46" fmla="*/ 20 w 42"/>
                <a:gd name="T47" fmla="*/ 21 h 41"/>
                <a:gd name="T48" fmla="*/ 17 w 42"/>
                <a:gd name="T49" fmla="*/ 32 h 41"/>
                <a:gd name="T50" fmla="*/ 12 w 42"/>
                <a:gd name="T51" fmla="*/ 39 h 41"/>
                <a:gd name="T52" fmla="*/ 10 w 42"/>
                <a:gd name="T53" fmla="*/ 41 h 41"/>
                <a:gd name="T54" fmla="*/ 7 w 42"/>
                <a:gd name="T55" fmla="*/ 40 h 41"/>
                <a:gd name="T56" fmla="*/ 6 w 42"/>
                <a:gd name="T57" fmla="*/ 38 h 41"/>
                <a:gd name="T58" fmla="*/ 6 w 42"/>
                <a:gd name="T59" fmla="*/ 38 h 41"/>
                <a:gd name="T60" fmla="*/ 8 w 42"/>
                <a:gd name="T61" fmla="*/ 36 h 41"/>
                <a:gd name="T62" fmla="*/ 13 w 42"/>
                <a:gd name="T63" fmla="*/ 30 h 41"/>
                <a:gd name="T64" fmla="*/ 16 w 42"/>
                <a:gd name="T65" fmla="*/ 20 h 41"/>
                <a:gd name="T66" fmla="*/ 16 w 42"/>
                <a:gd name="T67" fmla="*/ 16 h 41"/>
                <a:gd name="T68" fmla="*/ 2 w 42"/>
                <a:gd name="T69" fmla="*/ 20 h 41"/>
                <a:gd name="T70" fmla="*/ 2 w 42"/>
                <a:gd name="T71" fmla="*/ 20 h 41"/>
                <a:gd name="T72" fmla="*/ 1 w 42"/>
                <a:gd name="T73" fmla="*/ 20 h 41"/>
                <a:gd name="T74" fmla="*/ 0 w 42"/>
                <a:gd name="T75" fmla="*/ 17 h 41"/>
                <a:gd name="T76" fmla="*/ 1 w 42"/>
                <a:gd name="T77" fmla="*/ 16 h 41"/>
                <a:gd name="T78" fmla="*/ 1 w 42"/>
                <a:gd name="T79" fmla="*/ 16 h 41"/>
                <a:gd name="T80" fmla="*/ 15 w 42"/>
                <a:gd name="T81" fmla="*/ 12 h 41"/>
                <a:gd name="T82" fmla="*/ 14 w 42"/>
                <a:gd name="T83" fmla="*/ 8 h 41"/>
                <a:gd name="T84" fmla="*/ 13 w 42"/>
                <a:gd name="T85" fmla="*/ 5 h 41"/>
                <a:gd name="T86" fmla="*/ 13 w 42"/>
                <a:gd name="T87" fmla="*/ 4 h 41"/>
                <a:gd name="T88" fmla="*/ 13 w 42"/>
                <a:gd name="T89" fmla="*/ 3 h 41"/>
                <a:gd name="T90" fmla="*/ 12 w 42"/>
                <a:gd name="T91" fmla="*/ 2 h 41"/>
                <a:gd name="T92" fmla="*/ 12 w 42"/>
                <a:gd name="T93" fmla="*/ 2 h 41"/>
                <a:gd name="T94" fmla="*/ 12 w 42"/>
                <a:gd name="T95" fmla="*/ 1 h 41"/>
                <a:gd name="T96" fmla="*/ 13 w 42"/>
                <a:gd name="T97" fmla="*/ 1 h 41"/>
                <a:gd name="T98" fmla="*/ 13 w 42"/>
                <a:gd name="T99" fmla="*/ 1 h 41"/>
                <a:gd name="T100" fmla="*/ 16 w 42"/>
                <a:gd name="T101" fmla="*/ 0 h 41"/>
                <a:gd name="T102" fmla="*/ 17 w 42"/>
                <a:gd name="T103" fmla="*/ 0 h 41"/>
                <a:gd name="T104" fmla="*/ 17 w 42"/>
                <a:gd name="T105" fmla="*/ 1 h 41"/>
                <a:gd name="T106" fmla="*/ 17 w 42"/>
                <a:gd name="T107" fmla="*/ 2 h 41"/>
                <a:gd name="T108" fmla="*/ 18 w 42"/>
                <a:gd name="T109" fmla="*/ 4 h 41"/>
                <a:gd name="T110" fmla="*/ 19 w 42"/>
                <a:gd name="T111" fmla="*/ 1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2" h="41">
                  <a:moveTo>
                    <a:pt x="19" y="11"/>
                  </a:moveTo>
                  <a:cubicBezTo>
                    <a:pt x="21" y="10"/>
                    <a:pt x="23" y="10"/>
                    <a:pt x="25" y="9"/>
                  </a:cubicBezTo>
                  <a:cubicBezTo>
                    <a:pt x="30" y="7"/>
                    <a:pt x="33" y="6"/>
                    <a:pt x="34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6"/>
                    <a:pt x="34" y="6"/>
                    <a:pt x="35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4" y="11"/>
                    <a:pt x="31" y="11"/>
                    <a:pt x="28" y="12"/>
                  </a:cubicBezTo>
                  <a:cubicBezTo>
                    <a:pt x="25" y="13"/>
                    <a:pt x="22" y="14"/>
                    <a:pt x="21" y="14"/>
                  </a:cubicBezTo>
                  <a:cubicBezTo>
                    <a:pt x="22" y="16"/>
                    <a:pt x="23" y="18"/>
                    <a:pt x="24" y="19"/>
                  </a:cubicBezTo>
                  <a:cubicBezTo>
                    <a:pt x="25" y="20"/>
                    <a:pt x="26" y="21"/>
                    <a:pt x="28" y="22"/>
                  </a:cubicBezTo>
                  <a:cubicBezTo>
                    <a:pt x="29" y="23"/>
                    <a:pt x="31" y="24"/>
                    <a:pt x="34" y="25"/>
                  </a:cubicBezTo>
                  <a:cubicBezTo>
                    <a:pt x="36" y="26"/>
                    <a:pt x="37" y="26"/>
                    <a:pt x="39" y="27"/>
                  </a:cubicBezTo>
                  <a:cubicBezTo>
                    <a:pt x="40" y="27"/>
                    <a:pt x="41" y="27"/>
                    <a:pt x="42" y="27"/>
                  </a:cubicBezTo>
                  <a:cubicBezTo>
                    <a:pt x="42" y="28"/>
                    <a:pt x="42" y="28"/>
                    <a:pt x="42" y="29"/>
                  </a:cubicBezTo>
                  <a:cubicBezTo>
                    <a:pt x="42" y="30"/>
                    <a:pt x="41" y="31"/>
                    <a:pt x="40" y="32"/>
                  </a:cubicBezTo>
                  <a:cubicBezTo>
                    <a:pt x="40" y="32"/>
                    <a:pt x="39" y="32"/>
                    <a:pt x="37" y="31"/>
                  </a:cubicBezTo>
                  <a:cubicBezTo>
                    <a:pt x="35" y="31"/>
                    <a:pt x="33" y="30"/>
                    <a:pt x="31" y="29"/>
                  </a:cubicBezTo>
                  <a:cubicBezTo>
                    <a:pt x="28" y="28"/>
                    <a:pt x="26" y="27"/>
                    <a:pt x="24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1" y="22"/>
                    <a:pt x="21" y="21"/>
                    <a:pt x="20" y="20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5"/>
                    <a:pt x="19" y="29"/>
                    <a:pt x="17" y="32"/>
                  </a:cubicBezTo>
                  <a:cubicBezTo>
                    <a:pt x="16" y="35"/>
                    <a:pt x="14" y="37"/>
                    <a:pt x="12" y="39"/>
                  </a:cubicBezTo>
                  <a:cubicBezTo>
                    <a:pt x="11" y="41"/>
                    <a:pt x="10" y="41"/>
                    <a:pt x="10" y="41"/>
                  </a:cubicBezTo>
                  <a:cubicBezTo>
                    <a:pt x="9" y="41"/>
                    <a:pt x="8" y="40"/>
                    <a:pt x="7" y="40"/>
                  </a:cubicBezTo>
                  <a:cubicBezTo>
                    <a:pt x="6" y="39"/>
                    <a:pt x="6" y="39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7" y="37"/>
                    <a:pt x="8" y="36"/>
                  </a:cubicBezTo>
                  <a:cubicBezTo>
                    <a:pt x="10" y="34"/>
                    <a:pt x="12" y="32"/>
                    <a:pt x="13" y="30"/>
                  </a:cubicBezTo>
                  <a:cubicBezTo>
                    <a:pt x="15" y="27"/>
                    <a:pt x="16" y="24"/>
                    <a:pt x="16" y="20"/>
                  </a:cubicBezTo>
                  <a:cubicBezTo>
                    <a:pt x="16" y="19"/>
                    <a:pt x="16" y="17"/>
                    <a:pt x="16" y="16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20"/>
                    <a:pt x="1" y="20"/>
                    <a:pt x="1" y="2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1"/>
                    <a:pt x="15" y="9"/>
                    <a:pt x="14" y="8"/>
                  </a:cubicBezTo>
                  <a:cubicBezTo>
                    <a:pt x="14" y="7"/>
                    <a:pt x="14" y="6"/>
                    <a:pt x="13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1"/>
                    <a:pt x="17" y="1"/>
                  </a:cubicBezTo>
                  <a:cubicBezTo>
                    <a:pt x="17" y="1"/>
                    <a:pt x="17" y="2"/>
                    <a:pt x="17" y="2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18" y="7"/>
                    <a:pt x="19" y="9"/>
                    <a:pt x="19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íŝ1ïďè"/>
            <p:cNvSpPr/>
            <p:nvPr/>
          </p:nvSpPr>
          <p:spPr bwMode="auto">
            <a:xfrm>
              <a:off x="4295154" y="3975961"/>
              <a:ext cx="132244" cy="133607"/>
            </a:xfrm>
            <a:custGeom>
              <a:avLst/>
              <a:gdLst>
                <a:gd name="T0" fmla="*/ 7 w 41"/>
                <a:gd name="T1" fmla="*/ 16 h 41"/>
                <a:gd name="T2" fmla="*/ 3 w 41"/>
                <a:gd name="T3" fmla="*/ 17 h 41"/>
                <a:gd name="T4" fmla="*/ 0 w 41"/>
                <a:gd name="T5" fmla="*/ 14 h 41"/>
                <a:gd name="T6" fmla="*/ 2 w 41"/>
                <a:gd name="T7" fmla="*/ 11 h 41"/>
                <a:gd name="T8" fmla="*/ 7 w 41"/>
                <a:gd name="T9" fmla="*/ 13 h 41"/>
                <a:gd name="T10" fmla="*/ 16 w 41"/>
                <a:gd name="T11" fmla="*/ 10 h 41"/>
                <a:gd name="T12" fmla="*/ 11 w 41"/>
                <a:gd name="T13" fmla="*/ 5 h 41"/>
                <a:gd name="T14" fmla="*/ 9 w 41"/>
                <a:gd name="T15" fmla="*/ 6 h 41"/>
                <a:gd name="T16" fmla="*/ 8 w 41"/>
                <a:gd name="T17" fmla="*/ 8 h 41"/>
                <a:gd name="T18" fmla="*/ 13 w 41"/>
                <a:gd name="T19" fmla="*/ 12 h 41"/>
                <a:gd name="T20" fmla="*/ 16 w 41"/>
                <a:gd name="T21" fmla="*/ 10 h 41"/>
                <a:gd name="T22" fmla="*/ 2 w 41"/>
                <a:gd name="T23" fmla="*/ 21 h 41"/>
                <a:gd name="T24" fmla="*/ 0 w 41"/>
                <a:gd name="T25" fmla="*/ 23 h 41"/>
                <a:gd name="T26" fmla="*/ 4 w 41"/>
                <a:gd name="T27" fmla="*/ 30 h 41"/>
                <a:gd name="T28" fmla="*/ 6 w 41"/>
                <a:gd name="T29" fmla="*/ 29 h 41"/>
                <a:gd name="T30" fmla="*/ 7 w 41"/>
                <a:gd name="T31" fmla="*/ 28 h 41"/>
                <a:gd name="T32" fmla="*/ 5 w 41"/>
                <a:gd name="T33" fmla="*/ 24 h 41"/>
                <a:gd name="T34" fmla="*/ 32 w 41"/>
                <a:gd name="T35" fmla="*/ 15 h 41"/>
                <a:gd name="T36" fmla="*/ 36 w 41"/>
                <a:gd name="T37" fmla="*/ 14 h 41"/>
                <a:gd name="T38" fmla="*/ 34 w 41"/>
                <a:gd name="T39" fmla="*/ 10 h 41"/>
                <a:gd name="T40" fmla="*/ 32 w 41"/>
                <a:gd name="T41" fmla="*/ 6 h 41"/>
                <a:gd name="T42" fmla="*/ 25 w 41"/>
                <a:gd name="T43" fmla="*/ 1 h 41"/>
                <a:gd name="T44" fmla="*/ 25 w 41"/>
                <a:gd name="T45" fmla="*/ 2 h 41"/>
                <a:gd name="T46" fmla="*/ 24 w 41"/>
                <a:gd name="T47" fmla="*/ 9 h 41"/>
                <a:gd name="T48" fmla="*/ 19 w 41"/>
                <a:gd name="T49" fmla="*/ 10 h 41"/>
                <a:gd name="T50" fmla="*/ 20 w 41"/>
                <a:gd name="T51" fmla="*/ 6 h 41"/>
                <a:gd name="T52" fmla="*/ 20 w 41"/>
                <a:gd name="T53" fmla="*/ 2 h 41"/>
                <a:gd name="T54" fmla="*/ 20 w 41"/>
                <a:gd name="T55" fmla="*/ 0 h 41"/>
                <a:gd name="T56" fmla="*/ 25 w 41"/>
                <a:gd name="T57" fmla="*/ 1 h 41"/>
                <a:gd name="T58" fmla="*/ 23 w 41"/>
                <a:gd name="T59" fmla="*/ 27 h 41"/>
                <a:gd name="T60" fmla="*/ 22 w 41"/>
                <a:gd name="T61" fmla="*/ 29 h 41"/>
                <a:gd name="T62" fmla="*/ 22 w 41"/>
                <a:gd name="T63" fmla="*/ 30 h 41"/>
                <a:gd name="T64" fmla="*/ 8 w 41"/>
                <a:gd name="T65" fmla="*/ 37 h 41"/>
                <a:gd name="T66" fmla="*/ 7 w 41"/>
                <a:gd name="T67" fmla="*/ 37 h 41"/>
                <a:gd name="T68" fmla="*/ 9 w 41"/>
                <a:gd name="T69" fmla="*/ 40 h 41"/>
                <a:gd name="T70" fmla="*/ 17 w 41"/>
                <a:gd name="T71" fmla="*/ 36 h 41"/>
                <a:gd name="T72" fmla="*/ 24 w 41"/>
                <a:gd name="T73" fmla="*/ 34 h 41"/>
                <a:gd name="T74" fmla="*/ 25 w 41"/>
                <a:gd name="T75" fmla="*/ 36 h 41"/>
                <a:gd name="T76" fmla="*/ 25 w 41"/>
                <a:gd name="T77" fmla="*/ 38 h 41"/>
                <a:gd name="T78" fmla="*/ 23 w 41"/>
                <a:gd name="T79" fmla="*/ 38 h 41"/>
                <a:gd name="T80" fmla="*/ 23 w 41"/>
                <a:gd name="T81" fmla="*/ 39 h 41"/>
                <a:gd name="T82" fmla="*/ 26 w 41"/>
                <a:gd name="T83" fmla="*/ 40 h 41"/>
                <a:gd name="T84" fmla="*/ 29 w 41"/>
                <a:gd name="T85" fmla="*/ 38 h 41"/>
                <a:gd name="T86" fmla="*/ 29 w 41"/>
                <a:gd name="T87" fmla="*/ 35 h 41"/>
                <a:gd name="T88" fmla="*/ 40 w 41"/>
                <a:gd name="T89" fmla="*/ 24 h 41"/>
                <a:gd name="T90" fmla="*/ 41 w 41"/>
                <a:gd name="T91" fmla="*/ 24 h 41"/>
                <a:gd name="T92" fmla="*/ 40 w 41"/>
                <a:gd name="T93" fmla="*/ 21 h 41"/>
                <a:gd name="T94" fmla="*/ 39 w 41"/>
                <a:gd name="T95" fmla="*/ 21 h 41"/>
                <a:gd name="T96" fmla="*/ 26 w 41"/>
                <a:gd name="T97" fmla="*/ 27 h 41"/>
                <a:gd name="T98" fmla="*/ 30 w 41"/>
                <a:gd name="T99" fmla="*/ 18 h 41"/>
                <a:gd name="T100" fmla="*/ 28 w 41"/>
                <a:gd name="T101" fmla="*/ 16 h 41"/>
                <a:gd name="T102" fmla="*/ 27 w 41"/>
                <a:gd name="T103" fmla="*/ 17 h 41"/>
                <a:gd name="T104" fmla="*/ 22 w 41"/>
                <a:gd name="T105" fmla="*/ 20 h 41"/>
                <a:gd name="T106" fmla="*/ 13 w 41"/>
                <a:gd name="T107" fmla="*/ 24 h 41"/>
                <a:gd name="T108" fmla="*/ 9 w 41"/>
                <a:gd name="T109" fmla="*/ 27 h 41"/>
                <a:gd name="T110" fmla="*/ 11 w 41"/>
                <a:gd name="T111" fmla="*/ 30 h 41"/>
                <a:gd name="T112" fmla="*/ 14 w 41"/>
                <a:gd name="T113" fmla="*/ 27 h 41"/>
                <a:gd name="T114" fmla="*/ 25 w 41"/>
                <a:gd name="T115" fmla="*/ 2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" h="41">
                  <a:moveTo>
                    <a:pt x="8" y="15"/>
                  </a:moveTo>
                  <a:cubicBezTo>
                    <a:pt x="8" y="15"/>
                    <a:pt x="8" y="16"/>
                    <a:pt x="7" y="16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8"/>
                    <a:pt x="4" y="17"/>
                    <a:pt x="3" y="17"/>
                  </a:cubicBezTo>
                  <a:cubicBezTo>
                    <a:pt x="2" y="16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3"/>
                    <a:pt x="0" y="13"/>
                    <a:pt x="1" y="13"/>
                  </a:cubicBezTo>
                  <a:cubicBezTo>
                    <a:pt x="2" y="12"/>
                    <a:pt x="2" y="11"/>
                    <a:pt x="2" y="11"/>
                  </a:cubicBezTo>
                  <a:cubicBezTo>
                    <a:pt x="2" y="11"/>
                    <a:pt x="2" y="11"/>
                    <a:pt x="3" y="11"/>
                  </a:cubicBezTo>
                  <a:cubicBezTo>
                    <a:pt x="4" y="11"/>
                    <a:pt x="5" y="12"/>
                    <a:pt x="7" y="13"/>
                  </a:cubicBezTo>
                  <a:cubicBezTo>
                    <a:pt x="8" y="14"/>
                    <a:pt x="9" y="15"/>
                    <a:pt x="8" y="15"/>
                  </a:cubicBezTo>
                  <a:close/>
                  <a:moveTo>
                    <a:pt x="16" y="10"/>
                  </a:moveTo>
                  <a:cubicBezTo>
                    <a:pt x="17" y="10"/>
                    <a:pt x="16" y="9"/>
                    <a:pt x="15" y="8"/>
                  </a:cubicBezTo>
                  <a:cubicBezTo>
                    <a:pt x="14" y="7"/>
                    <a:pt x="13" y="6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0" y="6"/>
                    <a:pt x="9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9"/>
                    <a:pt x="10" y="10"/>
                    <a:pt x="11" y="11"/>
                  </a:cubicBezTo>
                  <a:cubicBezTo>
                    <a:pt x="13" y="12"/>
                    <a:pt x="13" y="13"/>
                    <a:pt x="13" y="12"/>
                  </a:cubicBezTo>
                  <a:cubicBezTo>
                    <a:pt x="13" y="12"/>
                    <a:pt x="14" y="12"/>
                    <a:pt x="15" y="11"/>
                  </a:cubicBezTo>
                  <a:cubicBezTo>
                    <a:pt x="16" y="11"/>
                    <a:pt x="16" y="10"/>
                    <a:pt x="16" y="10"/>
                  </a:cubicBezTo>
                  <a:close/>
                  <a:moveTo>
                    <a:pt x="29" y="8"/>
                  </a:moveTo>
                  <a:cubicBezTo>
                    <a:pt x="2" y="21"/>
                    <a:pt x="2" y="21"/>
                    <a:pt x="2" y="2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3"/>
                  </a:cubicBezTo>
                  <a:cubicBezTo>
                    <a:pt x="2" y="27"/>
                    <a:pt x="3" y="29"/>
                    <a:pt x="3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5" y="30"/>
                    <a:pt x="5" y="30"/>
                    <a:pt x="6" y="29"/>
                  </a:cubicBezTo>
                  <a:cubicBezTo>
                    <a:pt x="6" y="29"/>
                    <a:pt x="7" y="29"/>
                    <a:pt x="7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6"/>
                    <a:pt x="33" y="16"/>
                    <a:pt x="33" y="16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36" y="14"/>
                    <a:pt x="36" y="13"/>
                  </a:cubicBezTo>
                  <a:cubicBezTo>
                    <a:pt x="35" y="13"/>
                    <a:pt x="35" y="12"/>
                    <a:pt x="34" y="10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29" y="8"/>
                    <a:pt x="29" y="8"/>
                    <a:pt x="29" y="8"/>
                  </a:cubicBezTo>
                  <a:close/>
                  <a:moveTo>
                    <a:pt x="25" y="1"/>
                  </a:moveTo>
                  <a:cubicBezTo>
                    <a:pt x="25" y="1"/>
                    <a:pt x="25" y="1"/>
                    <a:pt x="25" y="1"/>
                  </a:cubicBezTo>
                  <a:cubicBezTo>
                    <a:pt x="25" y="1"/>
                    <a:pt x="25" y="2"/>
                    <a:pt x="25" y="2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8"/>
                    <a:pt x="24" y="9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9"/>
                    <a:pt x="19" y="9"/>
                  </a:cubicBezTo>
                  <a:cubicBezTo>
                    <a:pt x="20" y="8"/>
                    <a:pt x="20" y="7"/>
                    <a:pt x="20" y="6"/>
                  </a:cubicBezTo>
                  <a:cubicBezTo>
                    <a:pt x="20" y="5"/>
                    <a:pt x="20" y="4"/>
                    <a:pt x="20" y="4"/>
                  </a:cubicBezTo>
                  <a:cubicBezTo>
                    <a:pt x="20" y="3"/>
                    <a:pt x="20" y="2"/>
                    <a:pt x="20" y="2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0"/>
                  </a:cubicBezTo>
                  <a:cubicBezTo>
                    <a:pt x="21" y="0"/>
                    <a:pt x="21" y="0"/>
                    <a:pt x="23" y="0"/>
                  </a:cubicBezTo>
                  <a:cubicBezTo>
                    <a:pt x="24" y="0"/>
                    <a:pt x="25" y="0"/>
                    <a:pt x="25" y="1"/>
                  </a:cubicBezTo>
                  <a:close/>
                  <a:moveTo>
                    <a:pt x="25" y="22"/>
                  </a:moveTo>
                  <a:cubicBezTo>
                    <a:pt x="25" y="24"/>
                    <a:pt x="24" y="25"/>
                    <a:pt x="23" y="27"/>
                  </a:cubicBezTo>
                  <a:cubicBezTo>
                    <a:pt x="22" y="27"/>
                    <a:pt x="22" y="28"/>
                    <a:pt x="22" y="29"/>
                  </a:cubicBezTo>
                  <a:cubicBezTo>
                    <a:pt x="21" y="29"/>
                    <a:pt x="21" y="29"/>
                    <a:pt x="22" y="29"/>
                  </a:cubicBezTo>
                  <a:cubicBezTo>
                    <a:pt x="22" y="29"/>
                    <a:pt x="22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31"/>
                    <a:pt x="18" y="32"/>
                    <a:pt x="15" y="33"/>
                  </a:cubicBezTo>
                  <a:cubicBezTo>
                    <a:pt x="11" y="35"/>
                    <a:pt x="9" y="36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10" y="40"/>
                    <a:pt x="10" y="40"/>
                  </a:cubicBezTo>
                  <a:cubicBezTo>
                    <a:pt x="13" y="38"/>
                    <a:pt x="15" y="37"/>
                    <a:pt x="17" y="36"/>
                  </a:cubicBezTo>
                  <a:cubicBezTo>
                    <a:pt x="20" y="35"/>
                    <a:pt x="22" y="33"/>
                    <a:pt x="24" y="32"/>
                  </a:cubicBezTo>
                  <a:cubicBezTo>
                    <a:pt x="24" y="33"/>
                    <a:pt x="24" y="33"/>
                    <a:pt x="24" y="34"/>
                  </a:cubicBezTo>
                  <a:cubicBezTo>
                    <a:pt x="25" y="34"/>
                    <a:pt x="25" y="35"/>
                    <a:pt x="25" y="35"/>
                  </a:cubicBezTo>
                  <a:cubicBezTo>
                    <a:pt x="25" y="35"/>
                    <a:pt x="25" y="35"/>
                    <a:pt x="25" y="36"/>
                  </a:cubicBezTo>
                  <a:cubicBezTo>
                    <a:pt x="26" y="36"/>
                    <a:pt x="26" y="37"/>
                    <a:pt x="26" y="37"/>
                  </a:cubicBezTo>
                  <a:cubicBezTo>
                    <a:pt x="25" y="37"/>
                    <a:pt x="25" y="37"/>
                    <a:pt x="25" y="38"/>
                  </a:cubicBezTo>
                  <a:cubicBezTo>
                    <a:pt x="25" y="38"/>
                    <a:pt x="24" y="38"/>
                    <a:pt x="24" y="38"/>
                  </a:cubicBezTo>
                  <a:cubicBezTo>
                    <a:pt x="24" y="38"/>
                    <a:pt x="23" y="38"/>
                    <a:pt x="23" y="38"/>
                  </a:cubicBezTo>
                  <a:cubicBezTo>
                    <a:pt x="23" y="38"/>
                    <a:pt x="23" y="39"/>
                    <a:pt x="23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4" y="40"/>
                    <a:pt x="25" y="40"/>
                    <a:pt x="25" y="41"/>
                  </a:cubicBezTo>
                  <a:cubicBezTo>
                    <a:pt x="25" y="41"/>
                    <a:pt x="26" y="41"/>
                    <a:pt x="26" y="40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9" y="39"/>
                    <a:pt x="29" y="39"/>
                    <a:pt x="29" y="38"/>
                  </a:cubicBezTo>
                  <a:cubicBezTo>
                    <a:pt x="30" y="38"/>
                    <a:pt x="30" y="37"/>
                    <a:pt x="30" y="36"/>
                  </a:cubicBezTo>
                  <a:cubicBezTo>
                    <a:pt x="30" y="36"/>
                    <a:pt x="30" y="35"/>
                    <a:pt x="29" y="35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2"/>
                    <a:pt x="36" y="23"/>
                    <a:pt x="33" y="24"/>
                  </a:cubicBezTo>
                  <a:cubicBezTo>
                    <a:pt x="30" y="26"/>
                    <a:pt x="28" y="27"/>
                    <a:pt x="26" y="27"/>
                  </a:cubicBezTo>
                  <a:cubicBezTo>
                    <a:pt x="27" y="26"/>
                    <a:pt x="28" y="25"/>
                    <a:pt x="28" y="24"/>
                  </a:cubicBezTo>
                  <a:cubicBezTo>
                    <a:pt x="29" y="22"/>
                    <a:pt x="30" y="20"/>
                    <a:pt x="30" y="18"/>
                  </a:cubicBezTo>
                  <a:cubicBezTo>
                    <a:pt x="30" y="18"/>
                    <a:pt x="30" y="17"/>
                    <a:pt x="29" y="17"/>
                  </a:cubicBezTo>
                  <a:cubicBezTo>
                    <a:pt x="29" y="16"/>
                    <a:pt x="28" y="16"/>
                    <a:pt x="28" y="16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1" y="20"/>
                    <a:pt x="20" y="21"/>
                    <a:pt x="18" y="22"/>
                  </a:cubicBezTo>
                  <a:cubicBezTo>
                    <a:pt x="17" y="22"/>
                    <a:pt x="15" y="23"/>
                    <a:pt x="13" y="24"/>
                  </a:cubicBezTo>
                  <a:cubicBezTo>
                    <a:pt x="11" y="25"/>
                    <a:pt x="10" y="26"/>
                    <a:pt x="9" y="26"/>
                  </a:cubicBezTo>
                  <a:cubicBezTo>
                    <a:pt x="9" y="26"/>
                    <a:pt x="8" y="26"/>
                    <a:pt x="9" y="27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30"/>
                    <a:pt x="10" y="30"/>
                    <a:pt x="11" y="30"/>
                  </a:cubicBezTo>
                  <a:cubicBezTo>
                    <a:pt x="11" y="30"/>
                    <a:pt x="11" y="29"/>
                    <a:pt x="11" y="29"/>
                  </a:cubicBezTo>
                  <a:cubicBezTo>
                    <a:pt x="12" y="29"/>
                    <a:pt x="13" y="28"/>
                    <a:pt x="14" y="27"/>
                  </a:cubicBezTo>
                  <a:cubicBezTo>
                    <a:pt x="16" y="26"/>
                    <a:pt x="18" y="25"/>
                    <a:pt x="20" y="25"/>
                  </a:cubicBezTo>
                  <a:lnTo>
                    <a:pt x="25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íṡlíḓe"/>
            <p:cNvSpPr/>
            <p:nvPr/>
          </p:nvSpPr>
          <p:spPr bwMode="auto">
            <a:xfrm>
              <a:off x="3178577" y="2608530"/>
              <a:ext cx="1603290" cy="1083856"/>
            </a:xfrm>
            <a:custGeom>
              <a:avLst/>
              <a:gdLst>
                <a:gd name="T0" fmla="*/ 41 w 497"/>
                <a:gd name="T1" fmla="*/ 282 h 335"/>
                <a:gd name="T2" fmla="*/ 37 w 497"/>
                <a:gd name="T3" fmla="*/ 306 h 335"/>
                <a:gd name="T4" fmla="*/ 50 w 497"/>
                <a:gd name="T5" fmla="*/ 317 h 335"/>
                <a:gd name="T6" fmla="*/ 46 w 497"/>
                <a:gd name="T7" fmla="*/ 300 h 335"/>
                <a:gd name="T8" fmla="*/ 40 w 497"/>
                <a:gd name="T9" fmla="*/ 273 h 335"/>
                <a:gd name="T10" fmla="*/ 2 w 497"/>
                <a:gd name="T11" fmla="*/ 219 h 335"/>
                <a:gd name="T12" fmla="*/ 1 w 497"/>
                <a:gd name="T13" fmla="*/ 241 h 335"/>
                <a:gd name="T14" fmla="*/ 7 w 497"/>
                <a:gd name="T15" fmla="*/ 246 h 335"/>
                <a:gd name="T16" fmla="*/ 41 w 497"/>
                <a:gd name="T17" fmla="*/ 213 h 335"/>
                <a:gd name="T18" fmla="*/ 18 w 497"/>
                <a:gd name="T19" fmla="*/ 177 h 335"/>
                <a:gd name="T20" fmla="*/ 15 w 497"/>
                <a:gd name="T21" fmla="*/ 187 h 335"/>
                <a:gd name="T22" fmla="*/ 46 w 497"/>
                <a:gd name="T23" fmla="*/ 147 h 335"/>
                <a:gd name="T24" fmla="*/ 38 w 497"/>
                <a:gd name="T25" fmla="*/ 162 h 335"/>
                <a:gd name="T26" fmla="*/ 58 w 497"/>
                <a:gd name="T27" fmla="*/ 162 h 335"/>
                <a:gd name="T28" fmla="*/ 63 w 497"/>
                <a:gd name="T29" fmla="*/ 84 h 335"/>
                <a:gd name="T30" fmla="*/ 76 w 497"/>
                <a:gd name="T31" fmla="*/ 114 h 335"/>
                <a:gd name="T32" fmla="*/ 65 w 497"/>
                <a:gd name="T33" fmla="*/ 118 h 335"/>
                <a:gd name="T34" fmla="*/ 63 w 497"/>
                <a:gd name="T35" fmla="*/ 84 h 335"/>
                <a:gd name="T36" fmla="*/ 91 w 497"/>
                <a:gd name="T37" fmla="*/ 65 h 335"/>
                <a:gd name="T38" fmla="*/ 90 w 497"/>
                <a:gd name="T39" fmla="*/ 57 h 335"/>
                <a:gd name="T40" fmla="*/ 107 w 497"/>
                <a:gd name="T41" fmla="*/ 43 h 335"/>
                <a:gd name="T42" fmla="*/ 140 w 497"/>
                <a:gd name="T43" fmla="*/ 68 h 335"/>
                <a:gd name="T44" fmla="*/ 138 w 497"/>
                <a:gd name="T45" fmla="*/ 25 h 335"/>
                <a:gd name="T46" fmla="*/ 164 w 497"/>
                <a:gd name="T47" fmla="*/ 14 h 335"/>
                <a:gd name="T48" fmla="*/ 193 w 497"/>
                <a:gd name="T49" fmla="*/ 45 h 335"/>
                <a:gd name="T50" fmla="*/ 198 w 497"/>
                <a:gd name="T51" fmla="*/ 27 h 335"/>
                <a:gd name="T52" fmla="*/ 195 w 497"/>
                <a:gd name="T53" fmla="*/ 12 h 335"/>
                <a:gd name="T54" fmla="*/ 193 w 497"/>
                <a:gd name="T55" fmla="*/ 45 h 335"/>
                <a:gd name="T56" fmla="*/ 242 w 497"/>
                <a:gd name="T57" fmla="*/ 16 h 335"/>
                <a:gd name="T58" fmla="*/ 244 w 497"/>
                <a:gd name="T59" fmla="*/ 23 h 335"/>
                <a:gd name="T60" fmla="*/ 256 w 497"/>
                <a:gd name="T61" fmla="*/ 29 h 335"/>
                <a:gd name="T62" fmla="*/ 257 w 497"/>
                <a:gd name="T63" fmla="*/ 9 h 335"/>
                <a:gd name="T64" fmla="*/ 236 w 497"/>
                <a:gd name="T65" fmla="*/ 38 h 335"/>
                <a:gd name="T66" fmla="*/ 269 w 497"/>
                <a:gd name="T67" fmla="*/ 12 h 335"/>
                <a:gd name="T68" fmla="*/ 280 w 497"/>
                <a:gd name="T69" fmla="*/ 35 h 335"/>
                <a:gd name="T70" fmla="*/ 297 w 497"/>
                <a:gd name="T71" fmla="*/ 31 h 335"/>
                <a:gd name="T72" fmla="*/ 285 w 497"/>
                <a:gd name="T73" fmla="*/ 8 h 335"/>
                <a:gd name="T74" fmla="*/ 314 w 497"/>
                <a:gd name="T75" fmla="*/ 8 h 335"/>
                <a:gd name="T76" fmla="*/ 330 w 497"/>
                <a:gd name="T77" fmla="*/ 20 h 335"/>
                <a:gd name="T78" fmla="*/ 348 w 497"/>
                <a:gd name="T79" fmla="*/ 27 h 335"/>
                <a:gd name="T80" fmla="*/ 330 w 497"/>
                <a:gd name="T81" fmla="*/ 20 h 335"/>
                <a:gd name="T82" fmla="*/ 379 w 497"/>
                <a:gd name="T83" fmla="*/ 36 h 335"/>
                <a:gd name="T84" fmla="*/ 374 w 497"/>
                <a:gd name="T85" fmla="*/ 64 h 335"/>
                <a:gd name="T86" fmla="*/ 430 w 497"/>
                <a:gd name="T87" fmla="*/ 107 h 335"/>
                <a:gd name="T88" fmla="*/ 427 w 497"/>
                <a:gd name="T89" fmla="*/ 84 h 335"/>
                <a:gd name="T90" fmla="*/ 427 w 497"/>
                <a:gd name="T91" fmla="*/ 84 h 335"/>
                <a:gd name="T92" fmla="*/ 466 w 497"/>
                <a:gd name="T93" fmla="*/ 128 h 335"/>
                <a:gd name="T94" fmla="*/ 453 w 497"/>
                <a:gd name="T95" fmla="*/ 135 h 335"/>
                <a:gd name="T96" fmla="*/ 477 w 497"/>
                <a:gd name="T97" fmla="*/ 187 h 335"/>
                <a:gd name="T98" fmla="*/ 464 w 497"/>
                <a:gd name="T99" fmla="*/ 191 h 335"/>
                <a:gd name="T100" fmla="*/ 479 w 497"/>
                <a:gd name="T101" fmla="*/ 169 h 335"/>
                <a:gd name="T102" fmla="*/ 472 w 497"/>
                <a:gd name="T103" fmla="*/ 207 h 335"/>
                <a:gd name="T104" fmla="*/ 497 w 497"/>
                <a:gd name="T105" fmla="*/ 225 h 335"/>
                <a:gd name="T106" fmla="*/ 493 w 497"/>
                <a:gd name="T107" fmla="*/ 203 h 335"/>
                <a:gd name="T108" fmla="*/ 497 w 497"/>
                <a:gd name="T109" fmla="*/ 249 h 335"/>
                <a:gd name="T110" fmla="*/ 497 w 497"/>
                <a:gd name="T111" fmla="*/ 249 h 335"/>
                <a:gd name="T112" fmla="*/ 463 w 497"/>
                <a:gd name="T113" fmla="*/ 287 h 335"/>
                <a:gd name="T114" fmla="*/ 458 w 497"/>
                <a:gd name="T115" fmla="*/ 260 h 335"/>
                <a:gd name="T116" fmla="*/ 456 w 497"/>
                <a:gd name="T117" fmla="*/ 282 h 335"/>
                <a:gd name="T118" fmla="*/ 451 w 497"/>
                <a:gd name="T119" fmla="*/ 327 h 335"/>
                <a:gd name="T120" fmla="*/ 484 w 497"/>
                <a:gd name="T121" fmla="*/ 326 h 335"/>
                <a:gd name="T122" fmla="*/ 475 w 497"/>
                <a:gd name="T123" fmla="*/ 32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7" h="335">
                  <a:moveTo>
                    <a:pt x="11" y="298"/>
                  </a:moveTo>
                  <a:cubicBezTo>
                    <a:pt x="12" y="298"/>
                    <a:pt x="12" y="298"/>
                    <a:pt x="12" y="298"/>
                  </a:cubicBezTo>
                  <a:cubicBezTo>
                    <a:pt x="43" y="290"/>
                    <a:pt x="43" y="290"/>
                    <a:pt x="43" y="290"/>
                  </a:cubicBezTo>
                  <a:cubicBezTo>
                    <a:pt x="41" y="282"/>
                    <a:pt x="41" y="282"/>
                    <a:pt x="41" y="282"/>
                  </a:cubicBezTo>
                  <a:cubicBezTo>
                    <a:pt x="4" y="292"/>
                    <a:pt x="4" y="292"/>
                    <a:pt x="4" y="292"/>
                  </a:cubicBezTo>
                  <a:cubicBezTo>
                    <a:pt x="8" y="305"/>
                    <a:pt x="8" y="305"/>
                    <a:pt x="8" y="305"/>
                  </a:cubicBezTo>
                  <a:cubicBezTo>
                    <a:pt x="37" y="306"/>
                    <a:pt x="37" y="306"/>
                    <a:pt x="37" y="306"/>
                  </a:cubicBezTo>
                  <a:cubicBezTo>
                    <a:pt x="37" y="306"/>
                    <a:pt x="37" y="306"/>
                    <a:pt x="37" y="306"/>
                  </a:cubicBezTo>
                  <a:cubicBezTo>
                    <a:pt x="12" y="321"/>
                    <a:pt x="12" y="321"/>
                    <a:pt x="12" y="321"/>
                  </a:cubicBezTo>
                  <a:cubicBezTo>
                    <a:pt x="15" y="334"/>
                    <a:pt x="15" y="334"/>
                    <a:pt x="15" y="334"/>
                  </a:cubicBezTo>
                  <a:cubicBezTo>
                    <a:pt x="52" y="324"/>
                    <a:pt x="52" y="324"/>
                    <a:pt x="52" y="324"/>
                  </a:cubicBezTo>
                  <a:cubicBezTo>
                    <a:pt x="50" y="317"/>
                    <a:pt x="50" y="317"/>
                    <a:pt x="50" y="317"/>
                  </a:cubicBezTo>
                  <a:cubicBezTo>
                    <a:pt x="19" y="325"/>
                    <a:pt x="19" y="325"/>
                    <a:pt x="19" y="325"/>
                  </a:cubicBezTo>
                  <a:cubicBezTo>
                    <a:pt x="18" y="325"/>
                    <a:pt x="18" y="325"/>
                    <a:pt x="18" y="325"/>
                  </a:cubicBezTo>
                  <a:cubicBezTo>
                    <a:pt x="48" y="307"/>
                    <a:pt x="48" y="307"/>
                    <a:pt x="48" y="307"/>
                  </a:cubicBezTo>
                  <a:cubicBezTo>
                    <a:pt x="46" y="300"/>
                    <a:pt x="46" y="300"/>
                    <a:pt x="46" y="300"/>
                  </a:cubicBezTo>
                  <a:cubicBezTo>
                    <a:pt x="11" y="298"/>
                    <a:pt x="11" y="298"/>
                    <a:pt x="11" y="298"/>
                  </a:cubicBezTo>
                  <a:close/>
                  <a:moveTo>
                    <a:pt x="2" y="268"/>
                  </a:moveTo>
                  <a:cubicBezTo>
                    <a:pt x="3" y="277"/>
                    <a:pt x="3" y="277"/>
                    <a:pt x="3" y="277"/>
                  </a:cubicBezTo>
                  <a:cubicBezTo>
                    <a:pt x="40" y="273"/>
                    <a:pt x="40" y="273"/>
                    <a:pt x="40" y="273"/>
                  </a:cubicBezTo>
                  <a:cubicBezTo>
                    <a:pt x="40" y="264"/>
                    <a:pt x="40" y="264"/>
                    <a:pt x="40" y="264"/>
                  </a:cubicBezTo>
                  <a:cubicBezTo>
                    <a:pt x="2" y="268"/>
                    <a:pt x="2" y="268"/>
                    <a:pt x="2" y="268"/>
                  </a:cubicBezTo>
                  <a:close/>
                  <a:moveTo>
                    <a:pt x="40" y="221"/>
                  </a:moveTo>
                  <a:cubicBezTo>
                    <a:pt x="2" y="219"/>
                    <a:pt x="2" y="219"/>
                    <a:pt x="2" y="219"/>
                  </a:cubicBezTo>
                  <a:cubicBezTo>
                    <a:pt x="2" y="227"/>
                    <a:pt x="2" y="227"/>
                    <a:pt x="2" y="227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2" y="228"/>
                    <a:pt x="32" y="228"/>
                    <a:pt x="32" y="228"/>
                  </a:cubicBezTo>
                  <a:cubicBezTo>
                    <a:pt x="1" y="241"/>
                    <a:pt x="1" y="241"/>
                    <a:pt x="1" y="241"/>
                  </a:cubicBezTo>
                  <a:cubicBezTo>
                    <a:pt x="0" y="253"/>
                    <a:pt x="0" y="253"/>
                    <a:pt x="0" y="253"/>
                  </a:cubicBezTo>
                  <a:cubicBezTo>
                    <a:pt x="39" y="255"/>
                    <a:pt x="39" y="255"/>
                    <a:pt x="39" y="255"/>
                  </a:cubicBezTo>
                  <a:cubicBezTo>
                    <a:pt x="39" y="247"/>
                    <a:pt x="39" y="247"/>
                    <a:pt x="39" y="247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39" y="232"/>
                    <a:pt x="39" y="232"/>
                    <a:pt x="39" y="232"/>
                  </a:cubicBezTo>
                  <a:cubicBezTo>
                    <a:pt x="40" y="221"/>
                    <a:pt x="40" y="221"/>
                    <a:pt x="40" y="221"/>
                  </a:cubicBezTo>
                  <a:close/>
                  <a:moveTo>
                    <a:pt x="41" y="213"/>
                  </a:moveTo>
                  <a:cubicBezTo>
                    <a:pt x="48" y="185"/>
                    <a:pt x="48" y="185"/>
                    <a:pt x="48" y="185"/>
                  </a:cubicBezTo>
                  <a:cubicBezTo>
                    <a:pt x="42" y="183"/>
                    <a:pt x="42" y="183"/>
                    <a:pt x="42" y="183"/>
                  </a:cubicBezTo>
                  <a:cubicBezTo>
                    <a:pt x="38" y="202"/>
                    <a:pt x="38" y="202"/>
                    <a:pt x="38" y="202"/>
                  </a:cubicBezTo>
                  <a:cubicBezTo>
                    <a:pt x="18" y="177"/>
                    <a:pt x="18" y="177"/>
                    <a:pt x="18" y="177"/>
                  </a:cubicBezTo>
                  <a:cubicBezTo>
                    <a:pt x="11" y="176"/>
                    <a:pt x="11" y="176"/>
                    <a:pt x="11" y="176"/>
                  </a:cubicBezTo>
                  <a:cubicBezTo>
                    <a:pt x="5" y="203"/>
                    <a:pt x="5" y="203"/>
                    <a:pt x="5" y="203"/>
                  </a:cubicBezTo>
                  <a:cubicBezTo>
                    <a:pt x="11" y="204"/>
                    <a:pt x="11" y="204"/>
                    <a:pt x="11" y="204"/>
                  </a:cubicBezTo>
                  <a:cubicBezTo>
                    <a:pt x="15" y="187"/>
                    <a:pt x="15" y="187"/>
                    <a:pt x="15" y="187"/>
                  </a:cubicBezTo>
                  <a:cubicBezTo>
                    <a:pt x="35" y="212"/>
                    <a:pt x="35" y="212"/>
                    <a:pt x="35" y="212"/>
                  </a:cubicBezTo>
                  <a:cubicBezTo>
                    <a:pt x="41" y="213"/>
                    <a:pt x="41" y="213"/>
                    <a:pt x="41" y="213"/>
                  </a:cubicBezTo>
                  <a:close/>
                  <a:moveTo>
                    <a:pt x="27" y="138"/>
                  </a:moveTo>
                  <a:cubicBezTo>
                    <a:pt x="46" y="147"/>
                    <a:pt x="46" y="147"/>
                    <a:pt x="46" y="147"/>
                  </a:cubicBezTo>
                  <a:cubicBezTo>
                    <a:pt x="50" y="148"/>
                    <a:pt x="52" y="150"/>
                    <a:pt x="53" y="152"/>
                  </a:cubicBezTo>
                  <a:cubicBezTo>
                    <a:pt x="54" y="154"/>
                    <a:pt x="54" y="156"/>
                    <a:pt x="53" y="159"/>
                  </a:cubicBezTo>
                  <a:cubicBezTo>
                    <a:pt x="52" y="162"/>
                    <a:pt x="50" y="164"/>
                    <a:pt x="48" y="164"/>
                  </a:cubicBezTo>
                  <a:cubicBezTo>
                    <a:pt x="46" y="165"/>
                    <a:pt x="43" y="164"/>
                    <a:pt x="38" y="162"/>
                  </a:cubicBezTo>
                  <a:cubicBezTo>
                    <a:pt x="20" y="153"/>
                    <a:pt x="20" y="153"/>
                    <a:pt x="20" y="153"/>
                  </a:cubicBezTo>
                  <a:cubicBezTo>
                    <a:pt x="16" y="160"/>
                    <a:pt x="16" y="160"/>
                    <a:pt x="16" y="160"/>
                  </a:cubicBezTo>
                  <a:cubicBezTo>
                    <a:pt x="38" y="170"/>
                    <a:pt x="38" y="170"/>
                    <a:pt x="38" y="170"/>
                  </a:cubicBezTo>
                  <a:cubicBezTo>
                    <a:pt x="46" y="174"/>
                    <a:pt x="53" y="171"/>
                    <a:pt x="58" y="162"/>
                  </a:cubicBezTo>
                  <a:cubicBezTo>
                    <a:pt x="62" y="152"/>
                    <a:pt x="60" y="145"/>
                    <a:pt x="52" y="140"/>
                  </a:cubicBezTo>
                  <a:cubicBezTo>
                    <a:pt x="30" y="130"/>
                    <a:pt x="30" y="130"/>
                    <a:pt x="30" y="130"/>
                  </a:cubicBezTo>
                  <a:cubicBezTo>
                    <a:pt x="27" y="138"/>
                    <a:pt x="27" y="138"/>
                    <a:pt x="27" y="138"/>
                  </a:cubicBezTo>
                  <a:close/>
                  <a:moveTo>
                    <a:pt x="63" y="84"/>
                  </a:moveTo>
                  <a:cubicBezTo>
                    <a:pt x="79" y="97"/>
                    <a:pt x="79" y="97"/>
                    <a:pt x="79" y="97"/>
                  </a:cubicBezTo>
                  <a:cubicBezTo>
                    <a:pt x="82" y="100"/>
                    <a:pt x="84" y="102"/>
                    <a:pt x="85" y="104"/>
                  </a:cubicBezTo>
                  <a:cubicBezTo>
                    <a:pt x="86" y="106"/>
                    <a:pt x="85" y="108"/>
                    <a:pt x="83" y="111"/>
                  </a:cubicBezTo>
                  <a:cubicBezTo>
                    <a:pt x="81" y="113"/>
                    <a:pt x="79" y="114"/>
                    <a:pt x="76" y="114"/>
                  </a:cubicBezTo>
                  <a:cubicBezTo>
                    <a:pt x="74" y="114"/>
                    <a:pt x="72" y="113"/>
                    <a:pt x="68" y="110"/>
                  </a:cubicBezTo>
                  <a:cubicBezTo>
                    <a:pt x="52" y="97"/>
                    <a:pt x="52" y="97"/>
                    <a:pt x="52" y="97"/>
                  </a:cubicBezTo>
                  <a:cubicBezTo>
                    <a:pt x="47" y="103"/>
                    <a:pt x="47" y="103"/>
                    <a:pt x="47" y="103"/>
                  </a:cubicBezTo>
                  <a:cubicBezTo>
                    <a:pt x="65" y="118"/>
                    <a:pt x="65" y="118"/>
                    <a:pt x="65" y="118"/>
                  </a:cubicBezTo>
                  <a:cubicBezTo>
                    <a:pt x="73" y="124"/>
                    <a:pt x="80" y="123"/>
                    <a:pt x="87" y="114"/>
                  </a:cubicBezTo>
                  <a:cubicBezTo>
                    <a:pt x="94" y="106"/>
                    <a:pt x="93" y="99"/>
                    <a:pt x="86" y="92"/>
                  </a:cubicBezTo>
                  <a:cubicBezTo>
                    <a:pt x="68" y="77"/>
                    <a:pt x="68" y="77"/>
                    <a:pt x="68" y="77"/>
                  </a:cubicBezTo>
                  <a:cubicBezTo>
                    <a:pt x="63" y="84"/>
                    <a:pt x="63" y="84"/>
                    <a:pt x="63" y="84"/>
                  </a:cubicBezTo>
                  <a:close/>
                  <a:moveTo>
                    <a:pt x="132" y="73"/>
                  </a:moveTo>
                  <a:cubicBezTo>
                    <a:pt x="123" y="80"/>
                    <a:pt x="123" y="80"/>
                    <a:pt x="123" y="80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1" y="65"/>
                    <a:pt x="81" y="65"/>
                    <a:pt x="81" y="65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32" y="73"/>
                    <a:pt x="132" y="73"/>
                    <a:pt x="132" y="73"/>
                  </a:cubicBezTo>
                  <a:close/>
                  <a:moveTo>
                    <a:pt x="129" y="31"/>
                  </a:moveTo>
                  <a:cubicBezTo>
                    <a:pt x="121" y="35"/>
                    <a:pt x="121" y="35"/>
                    <a:pt x="121" y="35"/>
                  </a:cubicBezTo>
                  <a:cubicBezTo>
                    <a:pt x="140" y="68"/>
                    <a:pt x="140" y="68"/>
                    <a:pt x="140" y="68"/>
                  </a:cubicBezTo>
                  <a:cubicBezTo>
                    <a:pt x="147" y="64"/>
                    <a:pt x="147" y="64"/>
                    <a:pt x="147" y="64"/>
                  </a:cubicBezTo>
                  <a:cubicBezTo>
                    <a:pt x="129" y="31"/>
                    <a:pt x="129" y="31"/>
                    <a:pt x="129" y="31"/>
                  </a:cubicBezTo>
                  <a:close/>
                  <a:moveTo>
                    <a:pt x="165" y="55"/>
                  </a:moveTo>
                  <a:cubicBezTo>
                    <a:pt x="138" y="25"/>
                    <a:pt x="138" y="25"/>
                    <a:pt x="138" y="25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67" y="46"/>
                    <a:pt x="167" y="46"/>
                    <a:pt x="167" y="46"/>
                  </a:cubicBezTo>
                  <a:cubicBezTo>
                    <a:pt x="167" y="45"/>
                    <a:pt x="167" y="45"/>
                    <a:pt x="167" y="45"/>
                  </a:cubicBezTo>
                  <a:cubicBezTo>
                    <a:pt x="164" y="14"/>
                    <a:pt x="164" y="14"/>
                    <a:pt x="164" y="14"/>
                  </a:cubicBezTo>
                  <a:cubicBezTo>
                    <a:pt x="172" y="11"/>
                    <a:pt x="172" y="11"/>
                    <a:pt x="172" y="1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65" y="55"/>
                    <a:pt x="165" y="55"/>
                    <a:pt x="165" y="55"/>
                  </a:cubicBezTo>
                  <a:close/>
                  <a:moveTo>
                    <a:pt x="193" y="45"/>
                  </a:moveTo>
                  <a:cubicBezTo>
                    <a:pt x="219" y="40"/>
                    <a:pt x="219" y="40"/>
                    <a:pt x="219" y="40"/>
                  </a:cubicBezTo>
                  <a:cubicBezTo>
                    <a:pt x="217" y="34"/>
                    <a:pt x="217" y="34"/>
                    <a:pt x="217" y="34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198" y="27"/>
                    <a:pt x="198" y="27"/>
                    <a:pt x="198" y="27"/>
                  </a:cubicBezTo>
                  <a:cubicBezTo>
                    <a:pt x="213" y="24"/>
                    <a:pt x="213" y="24"/>
                    <a:pt x="213" y="24"/>
                  </a:cubicBezTo>
                  <a:cubicBezTo>
                    <a:pt x="212" y="18"/>
                    <a:pt x="212" y="18"/>
                    <a:pt x="212" y="18"/>
                  </a:cubicBezTo>
                  <a:cubicBezTo>
                    <a:pt x="196" y="21"/>
                    <a:pt x="196" y="21"/>
                    <a:pt x="196" y="21"/>
                  </a:cubicBezTo>
                  <a:cubicBezTo>
                    <a:pt x="195" y="12"/>
                    <a:pt x="195" y="12"/>
                    <a:pt x="195" y="12"/>
                  </a:cubicBezTo>
                  <a:cubicBezTo>
                    <a:pt x="211" y="9"/>
                    <a:pt x="211" y="9"/>
                    <a:pt x="211" y="9"/>
                  </a:cubicBezTo>
                  <a:cubicBezTo>
                    <a:pt x="210" y="3"/>
                    <a:pt x="210" y="3"/>
                    <a:pt x="210" y="3"/>
                  </a:cubicBezTo>
                  <a:cubicBezTo>
                    <a:pt x="185" y="8"/>
                    <a:pt x="185" y="8"/>
                    <a:pt x="185" y="8"/>
                  </a:cubicBezTo>
                  <a:cubicBezTo>
                    <a:pt x="193" y="45"/>
                    <a:pt x="193" y="45"/>
                    <a:pt x="193" y="45"/>
                  </a:cubicBezTo>
                  <a:close/>
                  <a:moveTo>
                    <a:pt x="235" y="6"/>
                  </a:moveTo>
                  <a:cubicBezTo>
                    <a:pt x="242" y="6"/>
                    <a:pt x="242" y="6"/>
                    <a:pt x="242" y="6"/>
                  </a:cubicBezTo>
                  <a:cubicBezTo>
                    <a:pt x="246" y="6"/>
                    <a:pt x="248" y="7"/>
                    <a:pt x="248" y="11"/>
                  </a:cubicBezTo>
                  <a:cubicBezTo>
                    <a:pt x="248" y="14"/>
                    <a:pt x="246" y="16"/>
                    <a:pt x="242" y="16"/>
                  </a:cubicBezTo>
                  <a:cubicBezTo>
                    <a:pt x="236" y="16"/>
                    <a:pt x="236" y="16"/>
                    <a:pt x="236" y="16"/>
                  </a:cubicBezTo>
                  <a:cubicBezTo>
                    <a:pt x="235" y="6"/>
                    <a:pt x="235" y="6"/>
                    <a:pt x="235" y="6"/>
                  </a:cubicBezTo>
                  <a:close/>
                  <a:moveTo>
                    <a:pt x="236" y="23"/>
                  </a:moveTo>
                  <a:cubicBezTo>
                    <a:pt x="244" y="23"/>
                    <a:pt x="244" y="23"/>
                    <a:pt x="244" y="23"/>
                  </a:cubicBezTo>
                  <a:cubicBezTo>
                    <a:pt x="246" y="23"/>
                    <a:pt x="248" y="24"/>
                    <a:pt x="248" y="27"/>
                  </a:cubicBezTo>
                  <a:cubicBezTo>
                    <a:pt x="248" y="31"/>
                    <a:pt x="249" y="34"/>
                    <a:pt x="249" y="38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57" y="36"/>
                    <a:pt x="257" y="33"/>
                    <a:pt x="256" y="29"/>
                  </a:cubicBezTo>
                  <a:cubicBezTo>
                    <a:pt x="256" y="28"/>
                    <a:pt x="256" y="28"/>
                    <a:pt x="256" y="27"/>
                  </a:cubicBezTo>
                  <a:cubicBezTo>
                    <a:pt x="256" y="22"/>
                    <a:pt x="253" y="19"/>
                    <a:pt x="249" y="19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254" y="17"/>
                    <a:pt x="257" y="14"/>
                    <a:pt x="257" y="9"/>
                  </a:cubicBezTo>
                  <a:cubicBezTo>
                    <a:pt x="256" y="3"/>
                    <a:pt x="252" y="0"/>
                    <a:pt x="243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28" y="38"/>
                    <a:pt x="228" y="38"/>
                    <a:pt x="228" y="38"/>
                  </a:cubicBezTo>
                  <a:cubicBezTo>
                    <a:pt x="236" y="38"/>
                    <a:pt x="236" y="38"/>
                    <a:pt x="236" y="38"/>
                  </a:cubicBezTo>
                  <a:cubicBezTo>
                    <a:pt x="236" y="23"/>
                    <a:pt x="236" y="23"/>
                    <a:pt x="236" y="23"/>
                  </a:cubicBezTo>
                  <a:close/>
                  <a:moveTo>
                    <a:pt x="298" y="15"/>
                  </a:moveTo>
                  <a:cubicBezTo>
                    <a:pt x="298" y="8"/>
                    <a:pt x="295" y="4"/>
                    <a:pt x="287" y="2"/>
                  </a:cubicBezTo>
                  <a:cubicBezTo>
                    <a:pt x="277" y="1"/>
                    <a:pt x="271" y="4"/>
                    <a:pt x="269" y="12"/>
                  </a:cubicBezTo>
                  <a:cubicBezTo>
                    <a:pt x="268" y="17"/>
                    <a:pt x="272" y="21"/>
                    <a:pt x="280" y="24"/>
                  </a:cubicBezTo>
                  <a:cubicBezTo>
                    <a:pt x="280" y="25"/>
                    <a:pt x="281" y="25"/>
                    <a:pt x="281" y="25"/>
                  </a:cubicBezTo>
                  <a:cubicBezTo>
                    <a:pt x="286" y="27"/>
                    <a:pt x="288" y="29"/>
                    <a:pt x="288" y="31"/>
                  </a:cubicBezTo>
                  <a:cubicBezTo>
                    <a:pt x="287" y="34"/>
                    <a:pt x="284" y="36"/>
                    <a:pt x="280" y="35"/>
                  </a:cubicBezTo>
                  <a:cubicBezTo>
                    <a:pt x="275" y="34"/>
                    <a:pt x="274" y="32"/>
                    <a:pt x="274" y="27"/>
                  </a:cubicBezTo>
                  <a:cubicBezTo>
                    <a:pt x="266" y="26"/>
                    <a:pt x="266" y="26"/>
                    <a:pt x="266" y="26"/>
                  </a:cubicBezTo>
                  <a:cubicBezTo>
                    <a:pt x="265" y="34"/>
                    <a:pt x="269" y="39"/>
                    <a:pt x="279" y="41"/>
                  </a:cubicBezTo>
                  <a:cubicBezTo>
                    <a:pt x="289" y="42"/>
                    <a:pt x="295" y="39"/>
                    <a:pt x="297" y="31"/>
                  </a:cubicBezTo>
                  <a:cubicBezTo>
                    <a:pt x="298" y="26"/>
                    <a:pt x="294" y="21"/>
                    <a:pt x="285" y="18"/>
                  </a:cubicBezTo>
                  <a:cubicBezTo>
                    <a:pt x="285" y="18"/>
                    <a:pt x="284" y="18"/>
                    <a:pt x="284" y="18"/>
                  </a:cubicBezTo>
                  <a:cubicBezTo>
                    <a:pt x="279" y="17"/>
                    <a:pt x="277" y="15"/>
                    <a:pt x="278" y="12"/>
                  </a:cubicBezTo>
                  <a:cubicBezTo>
                    <a:pt x="279" y="9"/>
                    <a:pt x="281" y="7"/>
                    <a:pt x="285" y="8"/>
                  </a:cubicBezTo>
                  <a:cubicBezTo>
                    <a:pt x="289" y="8"/>
                    <a:pt x="290" y="11"/>
                    <a:pt x="290" y="14"/>
                  </a:cubicBezTo>
                  <a:cubicBezTo>
                    <a:pt x="298" y="15"/>
                    <a:pt x="298" y="15"/>
                    <a:pt x="298" y="15"/>
                  </a:cubicBezTo>
                  <a:close/>
                  <a:moveTo>
                    <a:pt x="322" y="11"/>
                  </a:moveTo>
                  <a:cubicBezTo>
                    <a:pt x="314" y="8"/>
                    <a:pt x="314" y="8"/>
                    <a:pt x="314" y="8"/>
                  </a:cubicBezTo>
                  <a:cubicBezTo>
                    <a:pt x="303" y="45"/>
                    <a:pt x="303" y="45"/>
                    <a:pt x="303" y="45"/>
                  </a:cubicBezTo>
                  <a:cubicBezTo>
                    <a:pt x="311" y="47"/>
                    <a:pt x="311" y="47"/>
                    <a:pt x="311" y="47"/>
                  </a:cubicBezTo>
                  <a:cubicBezTo>
                    <a:pt x="322" y="11"/>
                    <a:pt x="322" y="11"/>
                    <a:pt x="322" y="11"/>
                  </a:cubicBezTo>
                  <a:close/>
                  <a:moveTo>
                    <a:pt x="330" y="20"/>
                  </a:moveTo>
                  <a:cubicBezTo>
                    <a:pt x="340" y="24"/>
                    <a:pt x="340" y="24"/>
                    <a:pt x="340" y="24"/>
                  </a:cubicBezTo>
                  <a:cubicBezTo>
                    <a:pt x="328" y="53"/>
                    <a:pt x="328" y="53"/>
                    <a:pt x="328" y="53"/>
                  </a:cubicBezTo>
                  <a:cubicBezTo>
                    <a:pt x="336" y="56"/>
                    <a:pt x="336" y="56"/>
                    <a:pt x="336" y="56"/>
                  </a:cubicBezTo>
                  <a:cubicBezTo>
                    <a:pt x="348" y="27"/>
                    <a:pt x="348" y="27"/>
                    <a:pt x="348" y="27"/>
                  </a:cubicBezTo>
                  <a:cubicBezTo>
                    <a:pt x="358" y="31"/>
                    <a:pt x="358" y="31"/>
                    <a:pt x="358" y="31"/>
                  </a:cubicBezTo>
                  <a:cubicBezTo>
                    <a:pt x="361" y="25"/>
                    <a:pt x="361" y="25"/>
                    <a:pt x="361" y="25"/>
                  </a:cubicBezTo>
                  <a:cubicBezTo>
                    <a:pt x="332" y="14"/>
                    <a:pt x="332" y="14"/>
                    <a:pt x="332" y="14"/>
                  </a:cubicBezTo>
                  <a:cubicBezTo>
                    <a:pt x="330" y="20"/>
                    <a:pt x="330" y="20"/>
                    <a:pt x="330" y="20"/>
                  </a:cubicBezTo>
                  <a:close/>
                  <a:moveTo>
                    <a:pt x="361" y="70"/>
                  </a:moveTo>
                  <a:cubicBezTo>
                    <a:pt x="367" y="60"/>
                    <a:pt x="367" y="60"/>
                    <a:pt x="367" y="60"/>
                  </a:cubicBezTo>
                  <a:cubicBezTo>
                    <a:pt x="371" y="31"/>
                    <a:pt x="371" y="31"/>
                    <a:pt x="371" y="31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376" y="55"/>
                    <a:pt x="376" y="55"/>
                    <a:pt x="376" y="55"/>
                  </a:cubicBezTo>
                  <a:cubicBezTo>
                    <a:pt x="392" y="45"/>
                    <a:pt x="392" y="45"/>
                    <a:pt x="392" y="45"/>
                  </a:cubicBezTo>
                  <a:cubicBezTo>
                    <a:pt x="399" y="50"/>
                    <a:pt x="399" y="50"/>
                    <a:pt x="399" y="5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67" y="75"/>
                    <a:pt x="367" y="75"/>
                    <a:pt x="367" y="75"/>
                  </a:cubicBezTo>
                  <a:cubicBezTo>
                    <a:pt x="361" y="70"/>
                    <a:pt x="361" y="70"/>
                    <a:pt x="361" y="70"/>
                  </a:cubicBezTo>
                  <a:close/>
                  <a:moveTo>
                    <a:pt x="403" y="107"/>
                  </a:moveTo>
                  <a:cubicBezTo>
                    <a:pt x="412" y="115"/>
                    <a:pt x="420" y="115"/>
                    <a:pt x="430" y="107"/>
                  </a:cubicBezTo>
                  <a:cubicBezTo>
                    <a:pt x="439" y="97"/>
                    <a:pt x="440" y="88"/>
                    <a:pt x="432" y="80"/>
                  </a:cubicBezTo>
                  <a:cubicBezTo>
                    <a:pt x="423" y="71"/>
                    <a:pt x="414" y="71"/>
                    <a:pt x="405" y="80"/>
                  </a:cubicBezTo>
                  <a:cubicBezTo>
                    <a:pt x="396" y="89"/>
                    <a:pt x="395" y="98"/>
                    <a:pt x="403" y="107"/>
                  </a:cubicBezTo>
                  <a:close/>
                  <a:moveTo>
                    <a:pt x="427" y="84"/>
                  </a:moveTo>
                  <a:cubicBezTo>
                    <a:pt x="432" y="88"/>
                    <a:pt x="431" y="94"/>
                    <a:pt x="424" y="100"/>
                  </a:cubicBezTo>
                  <a:cubicBezTo>
                    <a:pt x="417" y="107"/>
                    <a:pt x="412" y="108"/>
                    <a:pt x="407" y="103"/>
                  </a:cubicBezTo>
                  <a:cubicBezTo>
                    <a:pt x="403" y="98"/>
                    <a:pt x="404" y="93"/>
                    <a:pt x="411" y="86"/>
                  </a:cubicBezTo>
                  <a:cubicBezTo>
                    <a:pt x="417" y="80"/>
                    <a:pt x="423" y="79"/>
                    <a:pt x="427" y="84"/>
                  </a:cubicBezTo>
                  <a:close/>
                  <a:moveTo>
                    <a:pt x="425" y="134"/>
                  </a:moveTo>
                  <a:cubicBezTo>
                    <a:pt x="421" y="127"/>
                    <a:pt x="421" y="127"/>
                    <a:pt x="421" y="127"/>
                  </a:cubicBezTo>
                  <a:cubicBezTo>
                    <a:pt x="453" y="107"/>
                    <a:pt x="453" y="107"/>
                    <a:pt x="453" y="107"/>
                  </a:cubicBezTo>
                  <a:cubicBezTo>
                    <a:pt x="466" y="128"/>
                    <a:pt x="466" y="128"/>
                    <a:pt x="466" y="128"/>
                  </a:cubicBezTo>
                  <a:cubicBezTo>
                    <a:pt x="461" y="132"/>
                    <a:pt x="461" y="132"/>
                    <a:pt x="461" y="132"/>
                  </a:cubicBezTo>
                  <a:cubicBezTo>
                    <a:pt x="452" y="118"/>
                    <a:pt x="452" y="118"/>
                    <a:pt x="452" y="118"/>
                  </a:cubicBezTo>
                  <a:cubicBezTo>
                    <a:pt x="444" y="122"/>
                    <a:pt x="444" y="122"/>
                    <a:pt x="444" y="122"/>
                  </a:cubicBezTo>
                  <a:cubicBezTo>
                    <a:pt x="453" y="135"/>
                    <a:pt x="453" y="135"/>
                    <a:pt x="453" y="135"/>
                  </a:cubicBezTo>
                  <a:cubicBezTo>
                    <a:pt x="447" y="139"/>
                    <a:pt x="447" y="139"/>
                    <a:pt x="447" y="139"/>
                  </a:cubicBezTo>
                  <a:cubicBezTo>
                    <a:pt x="439" y="126"/>
                    <a:pt x="439" y="126"/>
                    <a:pt x="439" y="126"/>
                  </a:cubicBezTo>
                  <a:cubicBezTo>
                    <a:pt x="425" y="134"/>
                    <a:pt x="425" y="134"/>
                    <a:pt x="425" y="134"/>
                  </a:cubicBezTo>
                  <a:close/>
                  <a:moveTo>
                    <a:pt x="477" y="187"/>
                  </a:moveTo>
                  <a:cubicBezTo>
                    <a:pt x="485" y="183"/>
                    <a:pt x="487" y="177"/>
                    <a:pt x="484" y="167"/>
                  </a:cubicBezTo>
                  <a:cubicBezTo>
                    <a:pt x="481" y="158"/>
                    <a:pt x="473" y="155"/>
                    <a:pt x="460" y="158"/>
                  </a:cubicBezTo>
                  <a:cubicBezTo>
                    <a:pt x="448" y="162"/>
                    <a:pt x="444" y="169"/>
                    <a:pt x="447" y="179"/>
                  </a:cubicBezTo>
                  <a:cubicBezTo>
                    <a:pt x="450" y="189"/>
                    <a:pt x="456" y="193"/>
                    <a:pt x="464" y="191"/>
                  </a:cubicBezTo>
                  <a:cubicBezTo>
                    <a:pt x="461" y="182"/>
                    <a:pt x="461" y="182"/>
                    <a:pt x="461" y="182"/>
                  </a:cubicBezTo>
                  <a:cubicBezTo>
                    <a:pt x="457" y="184"/>
                    <a:pt x="454" y="182"/>
                    <a:pt x="452" y="178"/>
                  </a:cubicBezTo>
                  <a:cubicBezTo>
                    <a:pt x="451" y="173"/>
                    <a:pt x="455" y="169"/>
                    <a:pt x="463" y="166"/>
                  </a:cubicBezTo>
                  <a:cubicBezTo>
                    <a:pt x="472" y="164"/>
                    <a:pt x="477" y="165"/>
                    <a:pt x="479" y="169"/>
                  </a:cubicBezTo>
                  <a:cubicBezTo>
                    <a:pt x="480" y="174"/>
                    <a:pt x="478" y="177"/>
                    <a:pt x="474" y="178"/>
                  </a:cubicBezTo>
                  <a:cubicBezTo>
                    <a:pt x="477" y="187"/>
                    <a:pt x="477" y="187"/>
                    <a:pt x="477" y="187"/>
                  </a:cubicBezTo>
                  <a:close/>
                  <a:moveTo>
                    <a:pt x="455" y="210"/>
                  </a:moveTo>
                  <a:cubicBezTo>
                    <a:pt x="472" y="207"/>
                    <a:pt x="472" y="207"/>
                    <a:pt x="472" y="207"/>
                  </a:cubicBezTo>
                  <a:cubicBezTo>
                    <a:pt x="474" y="221"/>
                    <a:pt x="474" y="221"/>
                    <a:pt x="474" y="221"/>
                  </a:cubicBezTo>
                  <a:cubicBezTo>
                    <a:pt x="458" y="224"/>
                    <a:pt x="458" y="224"/>
                    <a:pt x="458" y="224"/>
                  </a:cubicBezTo>
                  <a:cubicBezTo>
                    <a:pt x="459" y="232"/>
                    <a:pt x="459" y="232"/>
                    <a:pt x="459" y="232"/>
                  </a:cubicBezTo>
                  <a:cubicBezTo>
                    <a:pt x="497" y="225"/>
                    <a:pt x="497" y="225"/>
                    <a:pt x="497" y="225"/>
                  </a:cubicBezTo>
                  <a:cubicBezTo>
                    <a:pt x="495" y="217"/>
                    <a:pt x="495" y="217"/>
                    <a:pt x="495" y="217"/>
                  </a:cubicBezTo>
                  <a:cubicBezTo>
                    <a:pt x="481" y="220"/>
                    <a:pt x="481" y="220"/>
                    <a:pt x="481" y="220"/>
                  </a:cubicBezTo>
                  <a:cubicBezTo>
                    <a:pt x="478" y="205"/>
                    <a:pt x="478" y="205"/>
                    <a:pt x="478" y="205"/>
                  </a:cubicBezTo>
                  <a:cubicBezTo>
                    <a:pt x="493" y="203"/>
                    <a:pt x="493" y="203"/>
                    <a:pt x="493" y="203"/>
                  </a:cubicBezTo>
                  <a:cubicBezTo>
                    <a:pt x="491" y="195"/>
                    <a:pt x="491" y="195"/>
                    <a:pt x="491" y="195"/>
                  </a:cubicBezTo>
                  <a:cubicBezTo>
                    <a:pt x="454" y="202"/>
                    <a:pt x="454" y="202"/>
                    <a:pt x="454" y="202"/>
                  </a:cubicBezTo>
                  <a:cubicBezTo>
                    <a:pt x="455" y="210"/>
                    <a:pt x="455" y="210"/>
                    <a:pt x="455" y="210"/>
                  </a:cubicBezTo>
                  <a:close/>
                  <a:moveTo>
                    <a:pt x="497" y="249"/>
                  </a:moveTo>
                  <a:cubicBezTo>
                    <a:pt x="497" y="241"/>
                    <a:pt x="497" y="241"/>
                    <a:pt x="497" y="241"/>
                  </a:cubicBezTo>
                  <a:cubicBezTo>
                    <a:pt x="459" y="242"/>
                    <a:pt x="459" y="242"/>
                    <a:pt x="459" y="242"/>
                  </a:cubicBezTo>
                  <a:cubicBezTo>
                    <a:pt x="459" y="250"/>
                    <a:pt x="459" y="250"/>
                    <a:pt x="459" y="250"/>
                  </a:cubicBezTo>
                  <a:cubicBezTo>
                    <a:pt x="497" y="249"/>
                    <a:pt x="497" y="249"/>
                    <a:pt x="497" y="249"/>
                  </a:cubicBezTo>
                  <a:close/>
                  <a:moveTo>
                    <a:pt x="454" y="294"/>
                  </a:moveTo>
                  <a:cubicBezTo>
                    <a:pt x="492" y="299"/>
                    <a:pt x="492" y="299"/>
                    <a:pt x="492" y="299"/>
                  </a:cubicBezTo>
                  <a:cubicBezTo>
                    <a:pt x="493" y="291"/>
                    <a:pt x="493" y="291"/>
                    <a:pt x="493" y="291"/>
                  </a:cubicBezTo>
                  <a:cubicBezTo>
                    <a:pt x="463" y="287"/>
                    <a:pt x="463" y="287"/>
                    <a:pt x="463" y="287"/>
                  </a:cubicBezTo>
                  <a:cubicBezTo>
                    <a:pt x="463" y="287"/>
                    <a:pt x="463" y="287"/>
                    <a:pt x="463" y="287"/>
                  </a:cubicBezTo>
                  <a:cubicBezTo>
                    <a:pt x="495" y="277"/>
                    <a:pt x="495" y="277"/>
                    <a:pt x="495" y="277"/>
                  </a:cubicBezTo>
                  <a:cubicBezTo>
                    <a:pt x="496" y="265"/>
                    <a:pt x="496" y="265"/>
                    <a:pt x="496" y="265"/>
                  </a:cubicBezTo>
                  <a:cubicBezTo>
                    <a:pt x="458" y="260"/>
                    <a:pt x="458" y="260"/>
                    <a:pt x="458" y="260"/>
                  </a:cubicBezTo>
                  <a:cubicBezTo>
                    <a:pt x="457" y="267"/>
                    <a:pt x="457" y="267"/>
                    <a:pt x="457" y="267"/>
                  </a:cubicBezTo>
                  <a:cubicBezTo>
                    <a:pt x="489" y="271"/>
                    <a:pt x="489" y="271"/>
                    <a:pt x="489" y="271"/>
                  </a:cubicBezTo>
                  <a:cubicBezTo>
                    <a:pt x="489" y="272"/>
                    <a:pt x="489" y="272"/>
                    <a:pt x="489" y="272"/>
                  </a:cubicBezTo>
                  <a:cubicBezTo>
                    <a:pt x="456" y="282"/>
                    <a:pt x="456" y="282"/>
                    <a:pt x="456" y="282"/>
                  </a:cubicBezTo>
                  <a:cubicBezTo>
                    <a:pt x="454" y="294"/>
                    <a:pt x="454" y="294"/>
                    <a:pt x="454" y="294"/>
                  </a:cubicBezTo>
                  <a:close/>
                  <a:moveTo>
                    <a:pt x="450" y="308"/>
                  </a:moveTo>
                  <a:cubicBezTo>
                    <a:pt x="456" y="313"/>
                    <a:pt x="456" y="313"/>
                    <a:pt x="456" y="313"/>
                  </a:cubicBezTo>
                  <a:cubicBezTo>
                    <a:pt x="451" y="327"/>
                    <a:pt x="451" y="327"/>
                    <a:pt x="451" y="327"/>
                  </a:cubicBezTo>
                  <a:cubicBezTo>
                    <a:pt x="443" y="327"/>
                    <a:pt x="443" y="327"/>
                    <a:pt x="443" y="327"/>
                  </a:cubicBezTo>
                  <a:cubicBezTo>
                    <a:pt x="440" y="335"/>
                    <a:pt x="440" y="335"/>
                    <a:pt x="440" y="335"/>
                  </a:cubicBezTo>
                  <a:cubicBezTo>
                    <a:pt x="481" y="335"/>
                    <a:pt x="481" y="335"/>
                    <a:pt x="481" y="335"/>
                  </a:cubicBezTo>
                  <a:cubicBezTo>
                    <a:pt x="484" y="326"/>
                    <a:pt x="484" y="326"/>
                    <a:pt x="484" y="326"/>
                  </a:cubicBezTo>
                  <a:cubicBezTo>
                    <a:pt x="452" y="300"/>
                    <a:pt x="452" y="300"/>
                    <a:pt x="452" y="300"/>
                  </a:cubicBezTo>
                  <a:cubicBezTo>
                    <a:pt x="450" y="308"/>
                    <a:pt x="450" y="308"/>
                    <a:pt x="450" y="308"/>
                  </a:cubicBezTo>
                  <a:close/>
                  <a:moveTo>
                    <a:pt x="462" y="317"/>
                  </a:moveTo>
                  <a:cubicBezTo>
                    <a:pt x="475" y="328"/>
                    <a:pt x="475" y="328"/>
                    <a:pt x="475" y="328"/>
                  </a:cubicBezTo>
                  <a:cubicBezTo>
                    <a:pt x="475" y="328"/>
                    <a:pt x="475" y="328"/>
                    <a:pt x="475" y="328"/>
                  </a:cubicBezTo>
                  <a:cubicBezTo>
                    <a:pt x="458" y="327"/>
                    <a:pt x="458" y="327"/>
                    <a:pt x="458" y="327"/>
                  </a:cubicBezTo>
                  <a:lnTo>
                    <a:pt x="462" y="3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íSļïḓê"/>
            <p:cNvSpPr/>
            <p:nvPr/>
          </p:nvSpPr>
          <p:spPr bwMode="auto">
            <a:xfrm>
              <a:off x="8400175" y="2903012"/>
              <a:ext cx="400822" cy="396732"/>
            </a:xfrm>
            <a:custGeom>
              <a:avLst/>
              <a:gdLst>
                <a:gd name="T0" fmla="*/ 64 w 124"/>
                <a:gd name="T1" fmla="*/ 67 h 123"/>
                <a:gd name="T2" fmla="*/ 66 w 124"/>
                <a:gd name="T3" fmla="*/ 73 h 123"/>
                <a:gd name="T4" fmla="*/ 48 w 124"/>
                <a:gd name="T5" fmla="*/ 76 h 123"/>
                <a:gd name="T6" fmla="*/ 30 w 124"/>
                <a:gd name="T7" fmla="*/ 63 h 123"/>
                <a:gd name="T8" fmla="*/ 33 w 124"/>
                <a:gd name="T9" fmla="*/ 65 h 123"/>
                <a:gd name="T10" fmla="*/ 26 w 124"/>
                <a:gd name="T11" fmla="*/ 74 h 123"/>
                <a:gd name="T12" fmla="*/ 30 w 124"/>
                <a:gd name="T13" fmla="*/ 63 h 123"/>
                <a:gd name="T14" fmla="*/ 61 w 124"/>
                <a:gd name="T15" fmla="*/ 32 h 123"/>
                <a:gd name="T16" fmla="*/ 65 w 124"/>
                <a:gd name="T17" fmla="*/ 49 h 123"/>
                <a:gd name="T18" fmla="*/ 55 w 124"/>
                <a:gd name="T19" fmla="*/ 31 h 123"/>
                <a:gd name="T20" fmla="*/ 48 w 124"/>
                <a:gd name="T21" fmla="*/ 23 h 123"/>
                <a:gd name="T22" fmla="*/ 42 w 124"/>
                <a:gd name="T23" fmla="*/ 28 h 123"/>
                <a:gd name="T24" fmla="*/ 36 w 124"/>
                <a:gd name="T25" fmla="*/ 43 h 123"/>
                <a:gd name="T26" fmla="*/ 30 w 124"/>
                <a:gd name="T27" fmla="*/ 39 h 123"/>
                <a:gd name="T28" fmla="*/ 21 w 124"/>
                <a:gd name="T29" fmla="*/ 34 h 123"/>
                <a:gd name="T30" fmla="*/ 5 w 124"/>
                <a:gd name="T31" fmla="*/ 52 h 123"/>
                <a:gd name="T32" fmla="*/ 0 w 124"/>
                <a:gd name="T33" fmla="*/ 73 h 123"/>
                <a:gd name="T34" fmla="*/ 2 w 124"/>
                <a:gd name="T35" fmla="*/ 85 h 123"/>
                <a:gd name="T36" fmla="*/ 14 w 124"/>
                <a:gd name="T37" fmla="*/ 89 h 123"/>
                <a:gd name="T38" fmla="*/ 30 w 124"/>
                <a:gd name="T39" fmla="*/ 83 h 123"/>
                <a:gd name="T40" fmla="*/ 36 w 124"/>
                <a:gd name="T41" fmla="*/ 91 h 123"/>
                <a:gd name="T42" fmla="*/ 8 w 124"/>
                <a:gd name="T43" fmla="*/ 115 h 123"/>
                <a:gd name="T44" fmla="*/ 105 w 124"/>
                <a:gd name="T45" fmla="*/ 97 h 123"/>
                <a:gd name="T46" fmla="*/ 91 w 124"/>
                <a:gd name="T47" fmla="*/ 116 h 123"/>
                <a:gd name="T48" fmla="*/ 92 w 124"/>
                <a:gd name="T49" fmla="*/ 120 h 123"/>
                <a:gd name="T50" fmla="*/ 122 w 124"/>
                <a:gd name="T51" fmla="*/ 97 h 123"/>
                <a:gd name="T52" fmla="*/ 107 w 124"/>
                <a:gd name="T53" fmla="*/ 78 h 123"/>
                <a:gd name="T54" fmla="*/ 85 w 124"/>
                <a:gd name="T55" fmla="*/ 79 h 123"/>
                <a:gd name="T56" fmla="*/ 83 w 124"/>
                <a:gd name="T57" fmla="*/ 59 h 123"/>
                <a:gd name="T58" fmla="*/ 77 w 124"/>
                <a:gd name="T59" fmla="*/ 38 h 123"/>
                <a:gd name="T60" fmla="*/ 94 w 124"/>
                <a:gd name="T61" fmla="*/ 16 h 123"/>
                <a:gd name="T62" fmla="*/ 85 w 124"/>
                <a:gd name="T63" fmla="*/ 6 h 123"/>
                <a:gd name="T64" fmla="*/ 81 w 124"/>
                <a:gd name="T65" fmla="*/ 0 h 123"/>
                <a:gd name="T66" fmla="*/ 70 w 124"/>
                <a:gd name="T67" fmla="*/ 15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4" h="123">
                  <a:moveTo>
                    <a:pt x="48" y="74"/>
                  </a:moveTo>
                  <a:cubicBezTo>
                    <a:pt x="48" y="63"/>
                    <a:pt x="56" y="67"/>
                    <a:pt x="64" y="67"/>
                  </a:cubicBezTo>
                  <a:cubicBezTo>
                    <a:pt x="65" y="69"/>
                    <a:pt x="65" y="69"/>
                    <a:pt x="65" y="69"/>
                  </a:cubicBezTo>
                  <a:cubicBezTo>
                    <a:pt x="66" y="73"/>
                    <a:pt x="66" y="73"/>
                    <a:pt x="66" y="73"/>
                  </a:cubicBezTo>
                  <a:cubicBezTo>
                    <a:pt x="64" y="76"/>
                    <a:pt x="58" y="82"/>
                    <a:pt x="53" y="82"/>
                  </a:cubicBezTo>
                  <a:cubicBezTo>
                    <a:pt x="51" y="82"/>
                    <a:pt x="48" y="79"/>
                    <a:pt x="48" y="76"/>
                  </a:cubicBezTo>
                  <a:cubicBezTo>
                    <a:pt x="48" y="74"/>
                    <a:pt x="48" y="74"/>
                    <a:pt x="48" y="74"/>
                  </a:cubicBezTo>
                  <a:close/>
                  <a:moveTo>
                    <a:pt x="30" y="63"/>
                  </a:moveTo>
                  <a:cubicBezTo>
                    <a:pt x="30" y="64"/>
                    <a:pt x="30" y="64"/>
                    <a:pt x="30" y="64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8"/>
                    <a:pt x="34" y="76"/>
                    <a:pt x="30" y="76"/>
                  </a:cubicBezTo>
                  <a:cubicBezTo>
                    <a:pt x="29" y="76"/>
                    <a:pt x="29" y="75"/>
                    <a:pt x="26" y="74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30" y="63"/>
                    <a:pt x="30" y="63"/>
                    <a:pt x="30" y="63"/>
                  </a:cubicBezTo>
                  <a:close/>
                  <a:moveTo>
                    <a:pt x="61" y="29"/>
                  </a:moveTo>
                  <a:cubicBezTo>
                    <a:pt x="61" y="32"/>
                    <a:pt x="61" y="32"/>
                    <a:pt x="61" y="32"/>
                  </a:cubicBezTo>
                  <a:cubicBezTo>
                    <a:pt x="61" y="37"/>
                    <a:pt x="65" y="41"/>
                    <a:pt x="65" y="45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53"/>
                    <a:pt x="62" y="56"/>
                    <a:pt x="58" y="56"/>
                  </a:cubicBezTo>
                  <a:cubicBezTo>
                    <a:pt x="47" y="56"/>
                    <a:pt x="55" y="37"/>
                    <a:pt x="55" y="31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55" y="26"/>
                    <a:pt x="51" y="23"/>
                    <a:pt x="48" y="23"/>
                  </a:cubicBezTo>
                  <a:cubicBezTo>
                    <a:pt x="46" y="23"/>
                    <a:pt x="44" y="24"/>
                    <a:pt x="43" y="25"/>
                  </a:cubicBezTo>
                  <a:cubicBezTo>
                    <a:pt x="42" y="27"/>
                    <a:pt x="42" y="27"/>
                    <a:pt x="42" y="28"/>
                  </a:cubicBezTo>
                  <a:cubicBezTo>
                    <a:pt x="41" y="30"/>
                    <a:pt x="41" y="28"/>
                    <a:pt x="40" y="30"/>
                  </a:cubicBezTo>
                  <a:cubicBezTo>
                    <a:pt x="39" y="31"/>
                    <a:pt x="36" y="42"/>
                    <a:pt x="36" y="43"/>
                  </a:cubicBezTo>
                  <a:cubicBezTo>
                    <a:pt x="36" y="43"/>
                    <a:pt x="35" y="44"/>
                    <a:pt x="34" y="44"/>
                  </a:cubicBezTo>
                  <a:cubicBezTo>
                    <a:pt x="32" y="44"/>
                    <a:pt x="31" y="40"/>
                    <a:pt x="30" y="39"/>
                  </a:cubicBezTo>
                  <a:cubicBezTo>
                    <a:pt x="29" y="37"/>
                    <a:pt x="24" y="34"/>
                    <a:pt x="23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17" y="34"/>
                    <a:pt x="11" y="37"/>
                    <a:pt x="9" y="39"/>
                  </a:cubicBezTo>
                  <a:cubicBezTo>
                    <a:pt x="7" y="43"/>
                    <a:pt x="5" y="48"/>
                    <a:pt x="5" y="52"/>
                  </a:cubicBezTo>
                  <a:cubicBezTo>
                    <a:pt x="2" y="54"/>
                    <a:pt x="2" y="57"/>
                    <a:pt x="2" y="62"/>
                  </a:cubicBezTo>
                  <a:cubicBezTo>
                    <a:pt x="2" y="66"/>
                    <a:pt x="0" y="71"/>
                    <a:pt x="0" y="73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2" y="84"/>
                    <a:pt x="2" y="85"/>
                  </a:cubicBezTo>
                  <a:cubicBezTo>
                    <a:pt x="3" y="86"/>
                    <a:pt x="8" y="89"/>
                    <a:pt x="10" y="89"/>
                  </a:cubicBezTo>
                  <a:cubicBezTo>
                    <a:pt x="14" y="89"/>
                    <a:pt x="14" y="89"/>
                    <a:pt x="14" y="89"/>
                  </a:cubicBezTo>
                  <a:cubicBezTo>
                    <a:pt x="21" y="89"/>
                    <a:pt x="24" y="83"/>
                    <a:pt x="28" y="83"/>
                  </a:cubicBezTo>
                  <a:cubicBezTo>
                    <a:pt x="30" y="83"/>
                    <a:pt x="30" y="83"/>
                    <a:pt x="30" y="83"/>
                  </a:cubicBezTo>
                  <a:cubicBezTo>
                    <a:pt x="34" y="83"/>
                    <a:pt x="35" y="86"/>
                    <a:pt x="37" y="87"/>
                  </a:cubicBezTo>
                  <a:cubicBezTo>
                    <a:pt x="36" y="91"/>
                    <a:pt x="36" y="91"/>
                    <a:pt x="36" y="91"/>
                  </a:cubicBezTo>
                  <a:cubicBezTo>
                    <a:pt x="29" y="97"/>
                    <a:pt x="30" y="97"/>
                    <a:pt x="19" y="101"/>
                  </a:cubicBezTo>
                  <a:cubicBezTo>
                    <a:pt x="9" y="104"/>
                    <a:pt x="8" y="105"/>
                    <a:pt x="8" y="115"/>
                  </a:cubicBezTo>
                  <a:cubicBezTo>
                    <a:pt x="22" y="123"/>
                    <a:pt x="44" y="103"/>
                    <a:pt x="53" y="98"/>
                  </a:cubicBezTo>
                  <a:cubicBezTo>
                    <a:pt x="58" y="96"/>
                    <a:pt x="105" y="85"/>
                    <a:pt x="105" y="97"/>
                  </a:cubicBezTo>
                  <a:cubicBezTo>
                    <a:pt x="105" y="98"/>
                    <a:pt x="105" y="98"/>
                    <a:pt x="105" y="98"/>
                  </a:cubicBezTo>
                  <a:cubicBezTo>
                    <a:pt x="105" y="102"/>
                    <a:pt x="91" y="109"/>
                    <a:pt x="91" y="116"/>
                  </a:cubicBezTo>
                  <a:cubicBezTo>
                    <a:pt x="91" y="117"/>
                    <a:pt x="91" y="117"/>
                    <a:pt x="91" y="117"/>
                  </a:cubicBezTo>
                  <a:cubicBezTo>
                    <a:pt x="91" y="119"/>
                    <a:pt x="91" y="119"/>
                    <a:pt x="92" y="120"/>
                  </a:cubicBezTo>
                  <a:cubicBezTo>
                    <a:pt x="97" y="121"/>
                    <a:pt x="97" y="121"/>
                    <a:pt x="97" y="121"/>
                  </a:cubicBezTo>
                  <a:cubicBezTo>
                    <a:pt x="109" y="114"/>
                    <a:pt x="118" y="113"/>
                    <a:pt x="122" y="97"/>
                  </a:cubicBezTo>
                  <a:cubicBezTo>
                    <a:pt x="124" y="89"/>
                    <a:pt x="123" y="84"/>
                    <a:pt x="116" y="81"/>
                  </a:cubicBezTo>
                  <a:cubicBezTo>
                    <a:pt x="111" y="80"/>
                    <a:pt x="114" y="78"/>
                    <a:pt x="107" y="78"/>
                  </a:cubicBezTo>
                  <a:cubicBezTo>
                    <a:pt x="103" y="78"/>
                    <a:pt x="99" y="77"/>
                    <a:pt x="95" y="77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3" y="79"/>
                    <a:pt x="81" y="77"/>
                    <a:pt x="81" y="77"/>
                  </a:cubicBezTo>
                  <a:cubicBezTo>
                    <a:pt x="81" y="72"/>
                    <a:pt x="79" y="62"/>
                    <a:pt x="83" y="59"/>
                  </a:cubicBezTo>
                  <a:cubicBezTo>
                    <a:pt x="85" y="57"/>
                    <a:pt x="96" y="51"/>
                    <a:pt x="96" y="50"/>
                  </a:cubicBezTo>
                  <a:cubicBezTo>
                    <a:pt x="96" y="37"/>
                    <a:pt x="77" y="51"/>
                    <a:pt x="77" y="38"/>
                  </a:cubicBezTo>
                  <a:cubicBezTo>
                    <a:pt x="77" y="34"/>
                    <a:pt x="82" y="29"/>
                    <a:pt x="84" y="27"/>
                  </a:cubicBezTo>
                  <a:cubicBezTo>
                    <a:pt x="90" y="21"/>
                    <a:pt x="90" y="25"/>
                    <a:pt x="94" y="16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2"/>
                    <a:pt x="84" y="0"/>
                    <a:pt x="81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3" y="0"/>
                    <a:pt x="73" y="11"/>
                    <a:pt x="70" y="15"/>
                  </a:cubicBezTo>
                  <a:cubicBezTo>
                    <a:pt x="67" y="20"/>
                    <a:pt x="61" y="22"/>
                    <a:pt x="6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ïšlîḍe"/>
            <p:cNvSpPr/>
            <p:nvPr/>
          </p:nvSpPr>
          <p:spPr bwMode="auto">
            <a:xfrm>
              <a:off x="5320386" y="3167500"/>
              <a:ext cx="109067" cy="174508"/>
            </a:xfrm>
            <a:custGeom>
              <a:avLst/>
              <a:gdLst>
                <a:gd name="T0" fmla="*/ 3 w 34"/>
                <a:gd name="T1" fmla="*/ 17 h 54"/>
                <a:gd name="T2" fmla="*/ 1 w 34"/>
                <a:gd name="T3" fmla="*/ 20 h 54"/>
                <a:gd name="T4" fmla="*/ 0 w 34"/>
                <a:gd name="T5" fmla="*/ 29 h 54"/>
                <a:gd name="T6" fmla="*/ 20 w 34"/>
                <a:gd name="T7" fmla="*/ 54 h 54"/>
                <a:gd name="T8" fmla="*/ 34 w 34"/>
                <a:gd name="T9" fmla="*/ 40 h 54"/>
                <a:gd name="T10" fmla="*/ 29 w 34"/>
                <a:gd name="T11" fmla="*/ 15 h 54"/>
                <a:gd name="T12" fmla="*/ 27 w 34"/>
                <a:gd name="T13" fmla="*/ 10 h 54"/>
                <a:gd name="T14" fmla="*/ 24 w 34"/>
                <a:gd name="T15" fmla="*/ 5 h 54"/>
                <a:gd name="T16" fmla="*/ 14 w 34"/>
                <a:gd name="T17" fmla="*/ 0 h 54"/>
                <a:gd name="T18" fmla="*/ 3 w 34"/>
                <a:gd name="T19" fmla="*/ 1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4">
                  <a:moveTo>
                    <a:pt x="3" y="17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1" y="25"/>
                    <a:pt x="0" y="26"/>
                    <a:pt x="0" y="29"/>
                  </a:cubicBezTo>
                  <a:cubicBezTo>
                    <a:pt x="0" y="44"/>
                    <a:pt x="6" y="54"/>
                    <a:pt x="20" y="54"/>
                  </a:cubicBezTo>
                  <a:cubicBezTo>
                    <a:pt x="27" y="54"/>
                    <a:pt x="34" y="47"/>
                    <a:pt x="34" y="40"/>
                  </a:cubicBezTo>
                  <a:cubicBezTo>
                    <a:pt x="34" y="34"/>
                    <a:pt x="32" y="20"/>
                    <a:pt x="29" y="15"/>
                  </a:cubicBezTo>
                  <a:cubicBezTo>
                    <a:pt x="28" y="13"/>
                    <a:pt x="28" y="12"/>
                    <a:pt x="27" y="10"/>
                  </a:cubicBezTo>
                  <a:cubicBezTo>
                    <a:pt x="27" y="8"/>
                    <a:pt x="25" y="8"/>
                    <a:pt x="24" y="5"/>
                  </a:cubicBezTo>
                  <a:cubicBezTo>
                    <a:pt x="23" y="3"/>
                    <a:pt x="18" y="0"/>
                    <a:pt x="14" y="0"/>
                  </a:cubicBezTo>
                  <a:cubicBezTo>
                    <a:pt x="6" y="0"/>
                    <a:pt x="3" y="9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śľîḑê"/>
            <p:cNvSpPr/>
            <p:nvPr/>
          </p:nvSpPr>
          <p:spPr bwMode="auto">
            <a:xfrm>
              <a:off x="8310194" y="3254754"/>
              <a:ext cx="77710" cy="145878"/>
            </a:xfrm>
            <a:custGeom>
              <a:avLst/>
              <a:gdLst>
                <a:gd name="T0" fmla="*/ 7 w 24"/>
                <a:gd name="T1" fmla="*/ 17 h 45"/>
                <a:gd name="T2" fmla="*/ 3 w 24"/>
                <a:gd name="T3" fmla="*/ 24 h 45"/>
                <a:gd name="T4" fmla="*/ 0 w 24"/>
                <a:gd name="T5" fmla="*/ 33 h 45"/>
                <a:gd name="T6" fmla="*/ 0 w 24"/>
                <a:gd name="T7" fmla="*/ 38 h 45"/>
                <a:gd name="T8" fmla="*/ 4 w 24"/>
                <a:gd name="T9" fmla="*/ 44 h 45"/>
                <a:gd name="T10" fmla="*/ 5 w 24"/>
                <a:gd name="T11" fmla="*/ 45 h 45"/>
                <a:gd name="T12" fmla="*/ 23 w 24"/>
                <a:gd name="T13" fmla="*/ 31 h 45"/>
                <a:gd name="T14" fmla="*/ 24 w 24"/>
                <a:gd name="T15" fmla="*/ 5 h 45"/>
                <a:gd name="T16" fmla="*/ 21 w 24"/>
                <a:gd name="T17" fmla="*/ 0 h 45"/>
                <a:gd name="T18" fmla="*/ 12 w 24"/>
                <a:gd name="T19" fmla="*/ 6 h 45"/>
                <a:gd name="T20" fmla="*/ 7 w 24"/>
                <a:gd name="T21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45">
                  <a:moveTo>
                    <a:pt x="7" y="17"/>
                  </a:moveTo>
                  <a:cubicBezTo>
                    <a:pt x="2" y="19"/>
                    <a:pt x="5" y="20"/>
                    <a:pt x="3" y="24"/>
                  </a:cubicBezTo>
                  <a:cubicBezTo>
                    <a:pt x="2" y="27"/>
                    <a:pt x="0" y="26"/>
                    <a:pt x="0" y="33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3" y="40"/>
                    <a:pt x="4" y="44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18" y="44"/>
                    <a:pt x="19" y="40"/>
                    <a:pt x="23" y="31"/>
                  </a:cubicBezTo>
                  <a:cubicBezTo>
                    <a:pt x="12" y="11"/>
                    <a:pt x="24" y="12"/>
                    <a:pt x="24" y="5"/>
                  </a:cubicBezTo>
                  <a:cubicBezTo>
                    <a:pt x="24" y="2"/>
                    <a:pt x="23" y="2"/>
                    <a:pt x="21" y="0"/>
                  </a:cubicBezTo>
                  <a:cubicBezTo>
                    <a:pt x="16" y="3"/>
                    <a:pt x="14" y="0"/>
                    <a:pt x="12" y="6"/>
                  </a:cubicBezTo>
                  <a:cubicBezTo>
                    <a:pt x="9" y="11"/>
                    <a:pt x="7" y="10"/>
                    <a:pt x="7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iṧ1iḋé"/>
            <p:cNvSpPr/>
            <p:nvPr/>
          </p:nvSpPr>
          <p:spPr bwMode="auto">
            <a:xfrm>
              <a:off x="7778491" y="3096606"/>
              <a:ext cx="444449" cy="414456"/>
            </a:xfrm>
            <a:custGeom>
              <a:avLst/>
              <a:gdLst>
                <a:gd name="T0" fmla="*/ 53 w 138"/>
                <a:gd name="T1" fmla="*/ 65 h 128"/>
                <a:gd name="T2" fmla="*/ 61 w 138"/>
                <a:gd name="T3" fmla="*/ 54 h 128"/>
                <a:gd name="T4" fmla="*/ 73 w 138"/>
                <a:gd name="T5" fmla="*/ 48 h 128"/>
                <a:gd name="T6" fmla="*/ 86 w 138"/>
                <a:gd name="T7" fmla="*/ 42 h 128"/>
                <a:gd name="T8" fmla="*/ 93 w 138"/>
                <a:gd name="T9" fmla="*/ 30 h 128"/>
                <a:gd name="T10" fmla="*/ 93 w 138"/>
                <a:gd name="T11" fmla="*/ 29 h 128"/>
                <a:gd name="T12" fmla="*/ 73 w 138"/>
                <a:gd name="T13" fmla="*/ 21 h 128"/>
                <a:gd name="T14" fmla="*/ 68 w 138"/>
                <a:gd name="T15" fmla="*/ 14 h 128"/>
                <a:gd name="T16" fmla="*/ 64 w 138"/>
                <a:gd name="T17" fmla="*/ 8 h 128"/>
                <a:gd name="T18" fmla="*/ 59 w 138"/>
                <a:gd name="T19" fmla="*/ 3 h 128"/>
                <a:gd name="T20" fmla="*/ 52 w 138"/>
                <a:gd name="T21" fmla="*/ 0 h 128"/>
                <a:gd name="T22" fmla="*/ 50 w 138"/>
                <a:gd name="T23" fmla="*/ 0 h 128"/>
                <a:gd name="T24" fmla="*/ 46 w 138"/>
                <a:gd name="T25" fmla="*/ 2 h 128"/>
                <a:gd name="T26" fmla="*/ 41 w 138"/>
                <a:gd name="T27" fmla="*/ 4 h 128"/>
                <a:gd name="T28" fmla="*/ 36 w 138"/>
                <a:gd name="T29" fmla="*/ 13 h 128"/>
                <a:gd name="T30" fmla="*/ 35 w 138"/>
                <a:gd name="T31" fmla="*/ 25 h 128"/>
                <a:gd name="T32" fmla="*/ 32 w 138"/>
                <a:gd name="T33" fmla="*/ 35 h 128"/>
                <a:gd name="T34" fmla="*/ 15 w 138"/>
                <a:gd name="T35" fmla="*/ 40 h 128"/>
                <a:gd name="T36" fmla="*/ 8 w 138"/>
                <a:gd name="T37" fmla="*/ 44 h 128"/>
                <a:gd name="T38" fmla="*/ 5 w 138"/>
                <a:gd name="T39" fmla="*/ 51 h 128"/>
                <a:gd name="T40" fmla="*/ 29 w 138"/>
                <a:gd name="T41" fmla="*/ 69 h 128"/>
                <a:gd name="T42" fmla="*/ 29 w 138"/>
                <a:gd name="T43" fmla="*/ 70 h 128"/>
                <a:gd name="T44" fmla="*/ 16 w 138"/>
                <a:gd name="T45" fmla="*/ 94 h 128"/>
                <a:gd name="T46" fmla="*/ 2 w 138"/>
                <a:gd name="T47" fmla="*/ 110 h 128"/>
                <a:gd name="T48" fmla="*/ 0 w 138"/>
                <a:gd name="T49" fmla="*/ 121 h 128"/>
                <a:gd name="T50" fmla="*/ 3 w 138"/>
                <a:gd name="T51" fmla="*/ 123 h 128"/>
                <a:gd name="T52" fmla="*/ 18 w 138"/>
                <a:gd name="T53" fmla="*/ 116 h 128"/>
                <a:gd name="T54" fmla="*/ 28 w 138"/>
                <a:gd name="T55" fmla="*/ 106 h 128"/>
                <a:gd name="T56" fmla="*/ 46 w 138"/>
                <a:gd name="T57" fmla="*/ 83 h 128"/>
                <a:gd name="T58" fmla="*/ 49 w 138"/>
                <a:gd name="T59" fmla="*/ 83 h 128"/>
                <a:gd name="T60" fmla="*/ 64 w 138"/>
                <a:gd name="T61" fmla="*/ 96 h 128"/>
                <a:gd name="T62" fmla="*/ 74 w 138"/>
                <a:gd name="T63" fmla="*/ 111 h 128"/>
                <a:gd name="T64" fmla="*/ 89 w 138"/>
                <a:gd name="T65" fmla="*/ 123 h 128"/>
                <a:gd name="T66" fmla="*/ 110 w 138"/>
                <a:gd name="T67" fmla="*/ 128 h 128"/>
                <a:gd name="T68" fmla="*/ 138 w 138"/>
                <a:gd name="T69" fmla="*/ 121 h 128"/>
                <a:gd name="T70" fmla="*/ 138 w 138"/>
                <a:gd name="T71" fmla="*/ 120 h 128"/>
                <a:gd name="T72" fmla="*/ 127 w 138"/>
                <a:gd name="T73" fmla="*/ 112 h 128"/>
                <a:gd name="T74" fmla="*/ 126 w 138"/>
                <a:gd name="T75" fmla="*/ 113 h 128"/>
                <a:gd name="T76" fmla="*/ 120 w 138"/>
                <a:gd name="T77" fmla="*/ 110 h 128"/>
                <a:gd name="T78" fmla="*/ 108 w 138"/>
                <a:gd name="T79" fmla="*/ 104 h 128"/>
                <a:gd name="T80" fmla="*/ 97 w 138"/>
                <a:gd name="T81" fmla="*/ 98 h 128"/>
                <a:gd name="T82" fmla="*/ 79 w 138"/>
                <a:gd name="T83" fmla="*/ 83 h 128"/>
                <a:gd name="T84" fmla="*/ 75 w 138"/>
                <a:gd name="T85" fmla="*/ 80 h 128"/>
                <a:gd name="T86" fmla="*/ 75 w 138"/>
                <a:gd name="T87" fmla="*/ 80 h 128"/>
                <a:gd name="T88" fmla="*/ 64 w 138"/>
                <a:gd name="T89" fmla="*/ 72 h 128"/>
                <a:gd name="T90" fmla="*/ 53 w 138"/>
                <a:gd name="T91" fmla="*/ 6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8" h="128">
                  <a:moveTo>
                    <a:pt x="53" y="65"/>
                  </a:moveTo>
                  <a:cubicBezTo>
                    <a:pt x="57" y="57"/>
                    <a:pt x="53" y="60"/>
                    <a:pt x="61" y="54"/>
                  </a:cubicBezTo>
                  <a:cubicBezTo>
                    <a:pt x="64" y="52"/>
                    <a:pt x="69" y="49"/>
                    <a:pt x="73" y="48"/>
                  </a:cubicBezTo>
                  <a:cubicBezTo>
                    <a:pt x="75" y="47"/>
                    <a:pt x="84" y="43"/>
                    <a:pt x="86" y="42"/>
                  </a:cubicBezTo>
                  <a:cubicBezTo>
                    <a:pt x="88" y="40"/>
                    <a:pt x="93" y="33"/>
                    <a:pt x="93" y="30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93" y="22"/>
                    <a:pt x="80" y="21"/>
                    <a:pt x="73" y="21"/>
                  </a:cubicBezTo>
                  <a:cubicBezTo>
                    <a:pt x="71" y="18"/>
                    <a:pt x="70" y="18"/>
                    <a:pt x="68" y="14"/>
                  </a:cubicBezTo>
                  <a:cubicBezTo>
                    <a:pt x="66" y="11"/>
                    <a:pt x="67" y="11"/>
                    <a:pt x="64" y="8"/>
                  </a:cubicBezTo>
                  <a:cubicBezTo>
                    <a:pt x="62" y="6"/>
                    <a:pt x="62" y="4"/>
                    <a:pt x="59" y="3"/>
                  </a:cubicBezTo>
                  <a:cubicBezTo>
                    <a:pt x="57" y="2"/>
                    <a:pt x="52" y="0"/>
                    <a:pt x="52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8" y="0"/>
                    <a:pt x="48" y="1"/>
                    <a:pt x="46" y="2"/>
                  </a:cubicBezTo>
                  <a:cubicBezTo>
                    <a:pt x="44" y="3"/>
                    <a:pt x="42" y="3"/>
                    <a:pt x="41" y="4"/>
                  </a:cubicBezTo>
                  <a:cubicBezTo>
                    <a:pt x="40" y="4"/>
                    <a:pt x="36" y="12"/>
                    <a:pt x="36" y="13"/>
                  </a:cubicBezTo>
                  <a:cubicBezTo>
                    <a:pt x="35" y="16"/>
                    <a:pt x="35" y="21"/>
                    <a:pt x="35" y="25"/>
                  </a:cubicBezTo>
                  <a:cubicBezTo>
                    <a:pt x="35" y="36"/>
                    <a:pt x="33" y="30"/>
                    <a:pt x="32" y="35"/>
                  </a:cubicBezTo>
                  <a:cubicBezTo>
                    <a:pt x="23" y="36"/>
                    <a:pt x="21" y="38"/>
                    <a:pt x="15" y="40"/>
                  </a:cubicBezTo>
                  <a:cubicBezTo>
                    <a:pt x="9" y="41"/>
                    <a:pt x="12" y="41"/>
                    <a:pt x="8" y="44"/>
                  </a:cubicBezTo>
                  <a:cubicBezTo>
                    <a:pt x="5" y="45"/>
                    <a:pt x="5" y="47"/>
                    <a:pt x="5" y="51"/>
                  </a:cubicBezTo>
                  <a:cubicBezTo>
                    <a:pt x="3" y="69"/>
                    <a:pt x="29" y="60"/>
                    <a:pt x="29" y="69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9" y="77"/>
                    <a:pt x="17" y="88"/>
                    <a:pt x="16" y="94"/>
                  </a:cubicBezTo>
                  <a:cubicBezTo>
                    <a:pt x="11" y="97"/>
                    <a:pt x="6" y="110"/>
                    <a:pt x="2" y="11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1" y="122"/>
                    <a:pt x="1" y="123"/>
                    <a:pt x="3" y="123"/>
                  </a:cubicBezTo>
                  <a:cubicBezTo>
                    <a:pt x="4" y="123"/>
                    <a:pt x="17" y="117"/>
                    <a:pt x="18" y="116"/>
                  </a:cubicBezTo>
                  <a:cubicBezTo>
                    <a:pt x="21" y="114"/>
                    <a:pt x="26" y="109"/>
                    <a:pt x="28" y="106"/>
                  </a:cubicBezTo>
                  <a:cubicBezTo>
                    <a:pt x="31" y="103"/>
                    <a:pt x="43" y="83"/>
                    <a:pt x="46" y="83"/>
                  </a:cubicBezTo>
                  <a:cubicBezTo>
                    <a:pt x="49" y="83"/>
                    <a:pt x="49" y="83"/>
                    <a:pt x="49" y="83"/>
                  </a:cubicBezTo>
                  <a:cubicBezTo>
                    <a:pt x="55" y="83"/>
                    <a:pt x="61" y="92"/>
                    <a:pt x="64" y="96"/>
                  </a:cubicBezTo>
                  <a:cubicBezTo>
                    <a:pt x="66" y="99"/>
                    <a:pt x="71" y="110"/>
                    <a:pt x="74" y="111"/>
                  </a:cubicBezTo>
                  <a:cubicBezTo>
                    <a:pt x="78" y="115"/>
                    <a:pt x="83" y="121"/>
                    <a:pt x="89" y="123"/>
                  </a:cubicBezTo>
                  <a:cubicBezTo>
                    <a:pt x="96" y="126"/>
                    <a:pt x="99" y="128"/>
                    <a:pt x="110" y="128"/>
                  </a:cubicBezTo>
                  <a:cubicBezTo>
                    <a:pt x="118" y="128"/>
                    <a:pt x="133" y="124"/>
                    <a:pt x="138" y="121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27" y="112"/>
                    <a:pt x="127" y="112"/>
                    <a:pt x="127" y="112"/>
                  </a:cubicBezTo>
                  <a:cubicBezTo>
                    <a:pt x="126" y="113"/>
                    <a:pt x="126" y="113"/>
                    <a:pt x="126" y="113"/>
                  </a:cubicBezTo>
                  <a:cubicBezTo>
                    <a:pt x="125" y="110"/>
                    <a:pt x="123" y="110"/>
                    <a:pt x="120" y="110"/>
                  </a:cubicBezTo>
                  <a:cubicBezTo>
                    <a:pt x="115" y="103"/>
                    <a:pt x="112" y="108"/>
                    <a:pt x="108" y="104"/>
                  </a:cubicBezTo>
                  <a:cubicBezTo>
                    <a:pt x="107" y="103"/>
                    <a:pt x="100" y="98"/>
                    <a:pt x="97" y="98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4" y="76"/>
                    <a:pt x="68" y="73"/>
                    <a:pt x="64" y="72"/>
                  </a:cubicBezTo>
                  <a:cubicBezTo>
                    <a:pt x="56" y="68"/>
                    <a:pt x="58" y="69"/>
                    <a:pt x="53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í$ḻïďé"/>
            <p:cNvSpPr/>
            <p:nvPr/>
          </p:nvSpPr>
          <p:spPr bwMode="auto">
            <a:xfrm>
              <a:off x="7306775" y="2999809"/>
              <a:ext cx="316295" cy="546700"/>
            </a:xfrm>
            <a:custGeom>
              <a:avLst/>
              <a:gdLst>
                <a:gd name="T0" fmla="*/ 6 w 98"/>
                <a:gd name="T1" fmla="*/ 157 h 169"/>
                <a:gd name="T2" fmla="*/ 5 w 98"/>
                <a:gd name="T3" fmla="*/ 158 h 169"/>
                <a:gd name="T4" fmla="*/ 21 w 98"/>
                <a:gd name="T5" fmla="*/ 145 h 169"/>
                <a:gd name="T6" fmla="*/ 19 w 98"/>
                <a:gd name="T7" fmla="*/ 147 h 169"/>
                <a:gd name="T8" fmla="*/ 21 w 98"/>
                <a:gd name="T9" fmla="*/ 145 h 169"/>
                <a:gd name="T10" fmla="*/ 41 w 98"/>
                <a:gd name="T11" fmla="*/ 99 h 169"/>
                <a:gd name="T12" fmla="*/ 37 w 98"/>
                <a:gd name="T13" fmla="*/ 104 h 169"/>
                <a:gd name="T14" fmla="*/ 35 w 98"/>
                <a:gd name="T15" fmla="*/ 98 h 169"/>
                <a:gd name="T16" fmla="*/ 2 w 98"/>
                <a:gd name="T17" fmla="*/ 157 h 169"/>
                <a:gd name="T18" fmla="*/ 0 w 98"/>
                <a:gd name="T19" fmla="*/ 167 h 169"/>
                <a:gd name="T20" fmla="*/ 4 w 98"/>
                <a:gd name="T21" fmla="*/ 169 h 169"/>
                <a:gd name="T22" fmla="*/ 51 w 98"/>
                <a:gd name="T23" fmla="*/ 136 h 169"/>
                <a:gd name="T24" fmla="*/ 87 w 98"/>
                <a:gd name="T25" fmla="*/ 163 h 169"/>
                <a:gd name="T26" fmla="*/ 95 w 98"/>
                <a:gd name="T27" fmla="*/ 147 h 169"/>
                <a:gd name="T28" fmla="*/ 72 w 98"/>
                <a:gd name="T29" fmla="*/ 130 h 169"/>
                <a:gd name="T30" fmla="*/ 64 w 98"/>
                <a:gd name="T31" fmla="*/ 113 h 169"/>
                <a:gd name="T32" fmla="*/ 86 w 98"/>
                <a:gd name="T33" fmla="*/ 101 h 169"/>
                <a:gd name="T34" fmla="*/ 92 w 98"/>
                <a:gd name="T35" fmla="*/ 88 h 169"/>
                <a:gd name="T36" fmla="*/ 69 w 98"/>
                <a:gd name="T37" fmla="*/ 96 h 169"/>
                <a:gd name="T38" fmla="*/ 67 w 98"/>
                <a:gd name="T39" fmla="*/ 92 h 169"/>
                <a:gd name="T40" fmla="*/ 68 w 98"/>
                <a:gd name="T41" fmla="*/ 73 h 169"/>
                <a:gd name="T42" fmla="*/ 73 w 98"/>
                <a:gd name="T43" fmla="*/ 56 h 169"/>
                <a:gd name="T44" fmla="*/ 61 w 98"/>
                <a:gd name="T45" fmla="*/ 45 h 169"/>
                <a:gd name="T46" fmla="*/ 94 w 98"/>
                <a:gd name="T47" fmla="*/ 17 h 169"/>
                <a:gd name="T48" fmla="*/ 71 w 98"/>
                <a:gd name="T49" fmla="*/ 18 h 169"/>
                <a:gd name="T50" fmla="*/ 51 w 98"/>
                <a:gd name="T51" fmla="*/ 29 h 169"/>
                <a:gd name="T52" fmla="*/ 49 w 98"/>
                <a:gd name="T53" fmla="*/ 0 h 169"/>
                <a:gd name="T54" fmla="*/ 32 w 98"/>
                <a:gd name="T55" fmla="*/ 18 h 169"/>
                <a:gd name="T56" fmla="*/ 25 w 98"/>
                <a:gd name="T57" fmla="*/ 41 h 169"/>
                <a:gd name="T58" fmla="*/ 31 w 98"/>
                <a:gd name="T59" fmla="*/ 49 h 169"/>
                <a:gd name="T60" fmla="*/ 50 w 98"/>
                <a:gd name="T61" fmla="*/ 44 h 169"/>
                <a:gd name="T62" fmla="*/ 33 w 98"/>
                <a:gd name="T63" fmla="*/ 62 h 169"/>
                <a:gd name="T64" fmla="*/ 32 w 98"/>
                <a:gd name="T65" fmla="*/ 90 h 169"/>
                <a:gd name="T66" fmla="*/ 28 w 98"/>
                <a:gd name="T67" fmla="*/ 95 h 169"/>
                <a:gd name="T68" fmla="*/ 25 w 98"/>
                <a:gd name="T69" fmla="*/ 90 h 169"/>
                <a:gd name="T70" fmla="*/ 14 w 98"/>
                <a:gd name="T71" fmla="*/ 118 h 169"/>
                <a:gd name="T72" fmla="*/ 39 w 98"/>
                <a:gd name="T73" fmla="*/ 119 h 169"/>
                <a:gd name="T74" fmla="*/ 43 w 98"/>
                <a:gd name="T75" fmla="*/ 125 h 169"/>
                <a:gd name="T76" fmla="*/ 26 w 98"/>
                <a:gd name="T77" fmla="*/ 138 h 169"/>
                <a:gd name="T78" fmla="*/ 20 w 98"/>
                <a:gd name="T79" fmla="*/ 136 h 169"/>
                <a:gd name="T80" fmla="*/ 17 w 98"/>
                <a:gd name="T81" fmla="*/ 131 h 169"/>
                <a:gd name="T82" fmla="*/ 13 w 98"/>
                <a:gd name="T83" fmla="*/ 14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69">
                  <a:moveTo>
                    <a:pt x="5" y="157"/>
                  </a:moveTo>
                  <a:cubicBezTo>
                    <a:pt x="6" y="157"/>
                    <a:pt x="6" y="157"/>
                    <a:pt x="6" y="157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5" y="158"/>
                    <a:pt x="5" y="158"/>
                    <a:pt x="5" y="158"/>
                  </a:cubicBezTo>
                  <a:cubicBezTo>
                    <a:pt x="5" y="157"/>
                    <a:pt x="5" y="157"/>
                    <a:pt x="5" y="157"/>
                  </a:cubicBezTo>
                  <a:close/>
                  <a:moveTo>
                    <a:pt x="21" y="145"/>
                  </a:moveTo>
                  <a:cubicBezTo>
                    <a:pt x="22" y="147"/>
                    <a:pt x="22" y="147"/>
                    <a:pt x="22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19" y="146"/>
                    <a:pt x="19" y="146"/>
                    <a:pt x="19" y="146"/>
                  </a:cubicBezTo>
                  <a:cubicBezTo>
                    <a:pt x="21" y="145"/>
                    <a:pt x="21" y="145"/>
                    <a:pt x="21" y="145"/>
                  </a:cubicBezTo>
                  <a:close/>
                  <a:moveTo>
                    <a:pt x="35" y="98"/>
                  </a:moveTo>
                  <a:cubicBezTo>
                    <a:pt x="38" y="98"/>
                    <a:pt x="41" y="96"/>
                    <a:pt x="41" y="99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1" y="104"/>
                    <a:pt x="39" y="103"/>
                    <a:pt x="37" y="104"/>
                  </a:cubicBezTo>
                  <a:cubicBezTo>
                    <a:pt x="34" y="102"/>
                    <a:pt x="34" y="102"/>
                    <a:pt x="34" y="102"/>
                  </a:cubicBezTo>
                  <a:cubicBezTo>
                    <a:pt x="35" y="98"/>
                    <a:pt x="35" y="98"/>
                    <a:pt x="35" y="98"/>
                  </a:cubicBezTo>
                  <a:close/>
                  <a:moveTo>
                    <a:pt x="5" y="157"/>
                  </a:moveTo>
                  <a:cubicBezTo>
                    <a:pt x="2" y="157"/>
                    <a:pt x="2" y="157"/>
                    <a:pt x="2" y="157"/>
                  </a:cubicBezTo>
                  <a:cubicBezTo>
                    <a:pt x="2" y="157"/>
                    <a:pt x="0" y="162"/>
                    <a:pt x="0" y="163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68"/>
                    <a:pt x="0" y="169"/>
                    <a:pt x="2" y="169"/>
                  </a:cubicBezTo>
                  <a:cubicBezTo>
                    <a:pt x="4" y="169"/>
                    <a:pt x="4" y="169"/>
                    <a:pt x="4" y="169"/>
                  </a:cubicBezTo>
                  <a:cubicBezTo>
                    <a:pt x="9" y="169"/>
                    <a:pt x="28" y="158"/>
                    <a:pt x="32" y="156"/>
                  </a:cubicBezTo>
                  <a:cubicBezTo>
                    <a:pt x="41" y="150"/>
                    <a:pt x="46" y="139"/>
                    <a:pt x="51" y="136"/>
                  </a:cubicBezTo>
                  <a:cubicBezTo>
                    <a:pt x="59" y="138"/>
                    <a:pt x="71" y="163"/>
                    <a:pt x="85" y="163"/>
                  </a:cubicBezTo>
                  <a:cubicBezTo>
                    <a:pt x="87" y="163"/>
                    <a:pt x="87" y="163"/>
                    <a:pt x="87" y="163"/>
                  </a:cubicBezTo>
                  <a:cubicBezTo>
                    <a:pt x="92" y="163"/>
                    <a:pt x="93" y="153"/>
                    <a:pt x="98" y="151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4" y="144"/>
                    <a:pt x="84" y="136"/>
                    <a:pt x="79" y="136"/>
                  </a:cubicBezTo>
                  <a:cubicBezTo>
                    <a:pt x="78" y="132"/>
                    <a:pt x="76" y="133"/>
                    <a:pt x="72" y="130"/>
                  </a:cubicBezTo>
                  <a:cubicBezTo>
                    <a:pt x="66" y="130"/>
                    <a:pt x="61" y="129"/>
                    <a:pt x="59" y="124"/>
                  </a:cubicBezTo>
                  <a:cubicBezTo>
                    <a:pt x="61" y="119"/>
                    <a:pt x="60" y="119"/>
                    <a:pt x="64" y="113"/>
                  </a:cubicBezTo>
                  <a:cubicBezTo>
                    <a:pt x="68" y="107"/>
                    <a:pt x="69" y="109"/>
                    <a:pt x="74" y="106"/>
                  </a:cubicBezTo>
                  <a:cubicBezTo>
                    <a:pt x="78" y="104"/>
                    <a:pt x="81" y="104"/>
                    <a:pt x="86" y="101"/>
                  </a:cubicBezTo>
                  <a:cubicBezTo>
                    <a:pt x="89" y="99"/>
                    <a:pt x="92" y="96"/>
                    <a:pt x="96" y="95"/>
                  </a:cubicBezTo>
                  <a:cubicBezTo>
                    <a:pt x="94" y="92"/>
                    <a:pt x="95" y="89"/>
                    <a:pt x="92" y="88"/>
                  </a:cubicBezTo>
                  <a:cubicBezTo>
                    <a:pt x="89" y="88"/>
                    <a:pt x="85" y="88"/>
                    <a:pt x="82" y="88"/>
                  </a:cubicBezTo>
                  <a:cubicBezTo>
                    <a:pt x="75" y="87"/>
                    <a:pt x="73" y="94"/>
                    <a:pt x="69" y="96"/>
                  </a:cubicBezTo>
                  <a:cubicBezTo>
                    <a:pt x="67" y="95"/>
                    <a:pt x="67" y="95"/>
                    <a:pt x="67" y="95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59" y="84"/>
                    <a:pt x="59" y="84"/>
                    <a:pt x="59" y="84"/>
                  </a:cubicBezTo>
                  <a:cubicBezTo>
                    <a:pt x="62" y="77"/>
                    <a:pt x="64" y="77"/>
                    <a:pt x="68" y="73"/>
                  </a:cubicBezTo>
                  <a:cubicBezTo>
                    <a:pt x="71" y="70"/>
                    <a:pt x="77" y="66"/>
                    <a:pt x="77" y="61"/>
                  </a:cubicBezTo>
                  <a:cubicBezTo>
                    <a:pt x="77" y="60"/>
                    <a:pt x="74" y="56"/>
                    <a:pt x="73" y="56"/>
                  </a:cubicBezTo>
                  <a:cubicBezTo>
                    <a:pt x="73" y="56"/>
                    <a:pt x="53" y="64"/>
                    <a:pt x="53" y="58"/>
                  </a:cubicBezTo>
                  <a:cubicBezTo>
                    <a:pt x="53" y="55"/>
                    <a:pt x="59" y="48"/>
                    <a:pt x="61" y="45"/>
                  </a:cubicBezTo>
                  <a:cubicBezTo>
                    <a:pt x="63" y="41"/>
                    <a:pt x="68" y="38"/>
                    <a:pt x="72" y="36"/>
                  </a:cubicBezTo>
                  <a:cubicBezTo>
                    <a:pt x="75" y="33"/>
                    <a:pt x="94" y="20"/>
                    <a:pt x="94" y="17"/>
                  </a:cubicBezTo>
                  <a:cubicBezTo>
                    <a:pt x="94" y="12"/>
                    <a:pt x="87" y="13"/>
                    <a:pt x="83" y="14"/>
                  </a:cubicBezTo>
                  <a:cubicBezTo>
                    <a:pt x="75" y="14"/>
                    <a:pt x="76" y="16"/>
                    <a:pt x="71" y="18"/>
                  </a:cubicBezTo>
                  <a:cubicBezTo>
                    <a:pt x="67" y="19"/>
                    <a:pt x="57" y="28"/>
                    <a:pt x="55" y="32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4"/>
                    <a:pt x="63" y="17"/>
                    <a:pt x="63" y="9"/>
                  </a:cubicBezTo>
                  <a:cubicBezTo>
                    <a:pt x="63" y="6"/>
                    <a:pt x="54" y="0"/>
                    <a:pt x="49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0" y="0"/>
                    <a:pt x="33" y="10"/>
                    <a:pt x="32" y="18"/>
                  </a:cubicBezTo>
                  <a:cubicBezTo>
                    <a:pt x="29" y="20"/>
                    <a:pt x="25" y="31"/>
                    <a:pt x="25" y="38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4"/>
                    <a:pt x="26" y="49"/>
                    <a:pt x="28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42" y="43"/>
                    <a:pt x="43" y="42"/>
                  </a:cubicBezTo>
                  <a:cubicBezTo>
                    <a:pt x="45" y="42"/>
                    <a:pt x="50" y="40"/>
                    <a:pt x="50" y="44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46" y="48"/>
                    <a:pt x="35" y="58"/>
                    <a:pt x="33" y="62"/>
                  </a:cubicBezTo>
                  <a:cubicBezTo>
                    <a:pt x="26" y="81"/>
                    <a:pt x="34" y="73"/>
                    <a:pt x="37" y="83"/>
                  </a:cubicBezTo>
                  <a:cubicBezTo>
                    <a:pt x="35" y="86"/>
                    <a:pt x="32" y="88"/>
                    <a:pt x="32" y="90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29" y="92"/>
                    <a:pt x="29" y="92"/>
                    <a:pt x="28" y="95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25" y="90"/>
                    <a:pt x="25" y="90"/>
                    <a:pt x="25" y="90"/>
                  </a:cubicBezTo>
                  <a:cubicBezTo>
                    <a:pt x="24" y="90"/>
                    <a:pt x="24" y="90"/>
                    <a:pt x="24" y="90"/>
                  </a:cubicBezTo>
                  <a:cubicBezTo>
                    <a:pt x="24" y="102"/>
                    <a:pt x="14" y="108"/>
                    <a:pt x="14" y="118"/>
                  </a:cubicBezTo>
                  <a:cubicBezTo>
                    <a:pt x="14" y="121"/>
                    <a:pt x="16" y="122"/>
                    <a:pt x="17" y="124"/>
                  </a:cubicBezTo>
                  <a:cubicBezTo>
                    <a:pt x="22" y="122"/>
                    <a:pt x="34" y="119"/>
                    <a:pt x="39" y="119"/>
                  </a:cubicBezTo>
                  <a:cubicBezTo>
                    <a:pt x="40" y="119"/>
                    <a:pt x="43" y="120"/>
                    <a:pt x="44" y="120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0" y="138"/>
                    <a:pt x="28" y="139"/>
                    <a:pt x="26" y="138"/>
                  </a:cubicBezTo>
                  <a:cubicBezTo>
                    <a:pt x="25" y="136"/>
                    <a:pt x="23" y="133"/>
                    <a:pt x="22" y="136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12" y="140"/>
                    <a:pt x="12" y="140"/>
                    <a:pt x="12" y="140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9" y="145"/>
                    <a:pt x="5" y="151"/>
                    <a:pt x="5" y="1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iṡḻîḓe"/>
            <p:cNvSpPr/>
            <p:nvPr/>
          </p:nvSpPr>
          <p:spPr bwMode="auto">
            <a:xfrm>
              <a:off x="6182018" y="3355641"/>
              <a:ext cx="173144" cy="177234"/>
            </a:xfrm>
            <a:custGeom>
              <a:avLst/>
              <a:gdLst>
                <a:gd name="T0" fmla="*/ 14 w 54"/>
                <a:gd name="T1" fmla="*/ 0 h 55"/>
                <a:gd name="T2" fmla="*/ 2 w 54"/>
                <a:gd name="T3" fmla="*/ 9 h 55"/>
                <a:gd name="T4" fmla="*/ 11 w 54"/>
                <a:gd name="T5" fmla="*/ 20 h 55"/>
                <a:gd name="T6" fmla="*/ 19 w 54"/>
                <a:gd name="T7" fmla="*/ 32 h 55"/>
                <a:gd name="T8" fmla="*/ 22 w 54"/>
                <a:gd name="T9" fmla="*/ 40 h 55"/>
                <a:gd name="T10" fmla="*/ 26 w 54"/>
                <a:gd name="T11" fmla="*/ 47 h 55"/>
                <a:gd name="T12" fmla="*/ 26 w 54"/>
                <a:gd name="T13" fmla="*/ 50 h 55"/>
                <a:gd name="T14" fmla="*/ 30 w 54"/>
                <a:gd name="T15" fmla="*/ 53 h 55"/>
                <a:gd name="T16" fmla="*/ 39 w 54"/>
                <a:gd name="T17" fmla="*/ 55 h 55"/>
                <a:gd name="T18" fmla="*/ 40 w 54"/>
                <a:gd name="T19" fmla="*/ 55 h 55"/>
                <a:gd name="T20" fmla="*/ 48 w 54"/>
                <a:gd name="T21" fmla="*/ 20 h 55"/>
                <a:gd name="T22" fmla="*/ 42 w 54"/>
                <a:gd name="T23" fmla="*/ 13 h 55"/>
                <a:gd name="T24" fmla="*/ 34 w 54"/>
                <a:gd name="T25" fmla="*/ 8 h 55"/>
                <a:gd name="T26" fmla="*/ 26 w 54"/>
                <a:gd name="T27" fmla="*/ 3 h 55"/>
                <a:gd name="T28" fmla="*/ 16 w 54"/>
                <a:gd name="T29" fmla="*/ 0 h 55"/>
                <a:gd name="T30" fmla="*/ 14 w 54"/>
                <a:gd name="T31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" h="55">
                  <a:moveTo>
                    <a:pt x="14" y="0"/>
                  </a:moveTo>
                  <a:cubicBezTo>
                    <a:pt x="7" y="0"/>
                    <a:pt x="4" y="3"/>
                    <a:pt x="2" y="9"/>
                  </a:cubicBezTo>
                  <a:cubicBezTo>
                    <a:pt x="0" y="21"/>
                    <a:pt x="6" y="15"/>
                    <a:pt x="11" y="20"/>
                  </a:cubicBezTo>
                  <a:cubicBezTo>
                    <a:pt x="15" y="23"/>
                    <a:pt x="18" y="27"/>
                    <a:pt x="19" y="32"/>
                  </a:cubicBezTo>
                  <a:cubicBezTo>
                    <a:pt x="20" y="35"/>
                    <a:pt x="22" y="35"/>
                    <a:pt x="22" y="40"/>
                  </a:cubicBezTo>
                  <a:cubicBezTo>
                    <a:pt x="23" y="44"/>
                    <a:pt x="23" y="45"/>
                    <a:pt x="26" y="47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53" y="55"/>
                    <a:pt x="54" y="25"/>
                    <a:pt x="48" y="20"/>
                  </a:cubicBezTo>
                  <a:cubicBezTo>
                    <a:pt x="46" y="18"/>
                    <a:pt x="45" y="16"/>
                    <a:pt x="42" y="13"/>
                  </a:cubicBezTo>
                  <a:cubicBezTo>
                    <a:pt x="42" y="13"/>
                    <a:pt x="35" y="8"/>
                    <a:pt x="34" y="8"/>
                  </a:cubicBezTo>
                  <a:cubicBezTo>
                    <a:pt x="29" y="4"/>
                    <a:pt x="35" y="6"/>
                    <a:pt x="26" y="3"/>
                  </a:cubicBezTo>
                  <a:cubicBezTo>
                    <a:pt x="23" y="3"/>
                    <a:pt x="21" y="0"/>
                    <a:pt x="16" y="0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ïṩḻïḍe"/>
            <p:cNvSpPr/>
            <p:nvPr/>
          </p:nvSpPr>
          <p:spPr bwMode="auto">
            <a:xfrm>
              <a:off x="6565117" y="2986176"/>
              <a:ext cx="422636" cy="546700"/>
            </a:xfrm>
            <a:custGeom>
              <a:avLst/>
              <a:gdLst>
                <a:gd name="T0" fmla="*/ 47 w 131"/>
                <a:gd name="T1" fmla="*/ 118 h 169"/>
                <a:gd name="T2" fmla="*/ 59 w 131"/>
                <a:gd name="T3" fmla="*/ 46 h 169"/>
                <a:gd name="T4" fmla="*/ 91 w 131"/>
                <a:gd name="T5" fmla="*/ 15 h 169"/>
                <a:gd name="T6" fmla="*/ 77 w 131"/>
                <a:gd name="T7" fmla="*/ 0 h 169"/>
                <a:gd name="T8" fmla="*/ 60 w 131"/>
                <a:gd name="T9" fmla="*/ 4 h 169"/>
                <a:gd name="T10" fmla="*/ 47 w 131"/>
                <a:gd name="T11" fmla="*/ 8 h 169"/>
                <a:gd name="T12" fmla="*/ 29 w 131"/>
                <a:gd name="T13" fmla="*/ 24 h 169"/>
                <a:gd name="T14" fmla="*/ 48 w 131"/>
                <a:gd name="T15" fmla="*/ 29 h 169"/>
                <a:gd name="T16" fmla="*/ 58 w 131"/>
                <a:gd name="T17" fmla="*/ 28 h 169"/>
                <a:gd name="T18" fmla="*/ 29 w 131"/>
                <a:gd name="T19" fmla="*/ 36 h 169"/>
                <a:gd name="T20" fmla="*/ 7 w 131"/>
                <a:gd name="T21" fmla="*/ 77 h 169"/>
                <a:gd name="T22" fmla="*/ 1 w 131"/>
                <a:gd name="T23" fmla="*/ 150 h 169"/>
                <a:gd name="T24" fmla="*/ 20 w 131"/>
                <a:gd name="T25" fmla="*/ 163 h 169"/>
                <a:gd name="T26" fmla="*/ 47 w 131"/>
                <a:gd name="T27" fmla="*/ 140 h 169"/>
                <a:gd name="T28" fmla="*/ 66 w 131"/>
                <a:gd name="T29" fmla="*/ 109 h 169"/>
                <a:gd name="T30" fmla="*/ 97 w 131"/>
                <a:gd name="T31" fmla="*/ 160 h 169"/>
                <a:gd name="T32" fmla="*/ 117 w 131"/>
                <a:gd name="T33" fmla="*/ 169 h 169"/>
                <a:gd name="T34" fmla="*/ 125 w 131"/>
                <a:gd name="T35" fmla="*/ 150 h 169"/>
                <a:gd name="T36" fmla="*/ 131 w 131"/>
                <a:gd name="T37" fmla="*/ 138 h 169"/>
                <a:gd name="T38" fmla="*/ 118 w 131"/>
                <a:gd name="T39" fmla="*/ 145 h 169"/>
                <a:gd name="T40" fmla="*/ 99 w 131"/>
                <a:gd name="T41" fmla="*/ 130 h 169"/>
                <a:gd name="T42" fmla="*/ 81 w 131"/>
                <a:gd name="T43" fmla="*/ 98 h 169"/>
                <a:gd name="T44" fmla="*/ 88 w 131"/>
                <a:gd name="T45" fmla="*/ 67 h 169"/>
                <a:gd name="T46" fmla="*/ 66 w 131"/>
                <a:gd name="T47" fmla="*/ 57 h 169"/>
                <a:gd name="T48" fmla="*/ 52 w 131"/>
                <a:gd name="T49" fmla="*/ 65 h 169"/>
                <a:gd name="T50" fmla="*/ 55 w 131"/>
                <a:gd name="T51" fmla="*/ 73 h 169"/>
                <a:gd name="T52" fmla="*/ 51 w 131"/>
                <a:gd name="T53" fmla="*/ 84 h 169"/>
                <a:gd name="T54" fmla="*/ 43 w 131"/>
                <a:gd name="T55" fmla="*/ 96 h 169"/>
                <a:gd name="T56" fmla="*/ 53 w 131"/>
                <a:gd name="T57" fmla="*/ 97 h 169"/>
                <a:gd name="T58" fmla="*/ 56 w 131"/>
                <a:gd name="T59" fmla="*/ 101 h 169"/>
                <a:gd name="T60" fmla="*/ 51 w 131"/>
                <a:gd name="T61" fmla="*/ 110 h 169"/>
                <a:gd name="T62" fmla="*/ 31 w 131"/>
                <a:gd name="T63" fmla="*/ 142 h 169"/>
                <a:gd name="T64" fmla="*/ 23 w 131"/>
                <a:gd name="T65" fmla="*/ 119 h 169"/>
                <a:gd name="T66" fmla="*/ 33 w 131"/>
                <a:gd name="T67" fmla="*/ 71 h 169"/>
                <a:gd name="T68" fmla="*/ 43 w 131"/>
                <a:gd name="T69" fmla="*/ 5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69">
                  <a:moveTo>
                    <a:pt x="47" y="118"/>
                  </a:moveTo>
                  <a:cubicBezTo>
                    <a:pt x="47" y="134"/>
                    <a:pt x="47" y="108"/>
                    <a:pt x="47" y="118"/>
                  </a:cubicBezTo>
                  <a:close/>
                  <a:moveTo>
                    <a:pt x="43" y="51"/>
                  </a:moveTo>
                  <a:cubicBezTo>
                    <a:pt x="46" y="49"/>
                    <a:pt x="54" y="47"/>
                    <a:pt x="59" y="46"/>
                  </a:cubicBezTo>
                  <a:cubicBezTo>
                    <a:pt x="64" y="43"/>
                    <a:pt x="66" y="40"/>
                    <a:pt x="70" y="36"/>
                  </a:cubicBezTo>
                  <a:cubicBezTo>
                    <a:pt x="76" y="31"/>
                    <a:pt x="91" y="26"/>
                    <a:pt x="91" y="15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5"/>
                    <a:pt x="83" y="0"/>
                    <a:pt x="77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7" y="0"/>
                    <a:pt x="67" y="3"/>
                    <a:pt x="60" y="4"/>
                  </a:cubicBezTo>
                  <a:cubicBezTo>
                    <a:pt x="56" y="4"/>
                    <a:pt x="57" y="5"/>
                    <a:pt x="54" y="6"/>
                  </a:cubicBezTo>
                  <a:cubicBezTo>
                    <a:pt x="52" y="7"/>
                    <a:pt x="49" y="7"/>
                    <a:pt x="47" y="8"/>
                  </a:cubicBezTo>
                  <a:cubicBezTo>
                    <a:pt x="43" y="9"/>
                    <a:pt x="39" y="12"/>
                    <a:pt x="36" y="14"/>
                  </a:cubicBezTo>
                  <a:cubicBezTo>
                    <a:pt x="33" y="16"/>
                    <a:pt x="29" y="20"/>
                    <a:pt x="29" y="24"/>
                  </a:cubicBezTo>
                  <a:cubicBezTo>
                    <a:pt x="29" y="30"/>
                    <a:pt x="37" y="33"/>
                    <a:pt x="41" y="32"/>
                  </a:cubicBezTo>
                  <a:cubicBezTo>
                    <a:pt x="44" y="32"/>
                    <a:pt x="47" y="31"/>
                    <a:pt x="48" y="29"/>
                  </a:cubicBezTo>
                  <a:cubicBezTo>
                    <a:pt x="52" y="26"/>
                    <a:pt x="51" y="28"/>
                    <a:pt x="55" y="26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3" y="37"/>
                    <a:pt x="41" y="39"/>
                    <a:pt x="40" y="46"/>
                  </a:cubicBezTo>
                  <a:cubicBezTo>
                    <a:pt x="37" y="44"/>
                    <a:pt x="34" y="36"/>
                    <a:pt x="29" y="36"/>
                  </a:cubicBezTo>
                  <a:cubicBezTo>
                    <a:pt x="24" y="36"/>
                    <a:pt x="18" y="40"/>
                    <a:pt x="15" y="43"/>
                  </a:cubicBezTo>
                  <a:cubicBezTo>
                    <a:pt x="10" y="50"/>
                    <a:pt x="7" y="65"/>
                    <a:pt x="7" y="77"/>
                  </a:cubicBezTo>
                  <a:cubicBezTo>
                    <a:pt x="1" y="85"/>
                    <a:pt x="0" y="126"/>
                    <a:pt x="0" y="140"/>
                  </a:cubicBezTo>
                  <a:cubicBezTo>
                    <a:pt x="1" y="150"/>
                    <a:pt x="1" y="150"/>
                    <a:pt x="1" y="150"/>
                  </a:cubicBezTo>
                  <a:cubicBezTo>
                    <a:pt x="6" y="160"/>
                    <a:pt x="6" y="160"/>
                    <a:pt x="6" y="160"/>
                  </a:cubicBezTo>
                  <a:cubicBezTo>
                    <a:pt x="13" y="160"/>
                    <a:pt x="15" y="163"/>
                    <a:pt x="20" y="163"/>
                  </a:cubicBezTo>
                  <a:cubicBezTo>
                    <a:pt x="21" y="163"/>
                    <a:pt x="21" y="163"/>
                    <a:pt x="21" y="163"/>
                  </a:cubicBezTo>
                  <a:cubicBezTo>
                    <a:pt x="32" y="163"/>
                    <a:pt x="42" y="148"/>
                    <a:pt x="47" y="140"/>
                  </a:cubicBezTo>
                  <a:cubicBezTo>
                    <a:pt x="54" y="127"/>
                    <a:pt x="58" y="124"/>
                    <a:pt x="62" y="107"/>
                  </a:cubicBezTo>
                  <a:cubicBezTo>
                    <a:pt x="66" y="109"/>
                    <a:pt x="66" y="109"/>
                    <a:pt x="66" y="109"/>
                  </a:cubicBezTo>
                  <a:cubicBezTo>
                    <a:pt x="66" y="116"/>
                    <a:pt x="68" y="123"/>
                    <a:pt x="70" y="129"/>
                  </a:cubicBezTo>
                  <a:cubicBezTo>
                    <a:pt x="73" y="138"/>
                    <a:pt x="89" y="154"/>
                    <a:pt x="97" y="160"/>
                  </a:cubicBezTo>
                  <a:cubicBezTo>
                    <a:pt x="100" y="163"/>
                    <a:pt x="109" y="169"/>
                    <a:pt x="114" y="169"/>
                  </a:cubicBezTo>
                  <a:cubicBezTo>
                    <a:pt x="117" y="169"/>
                    <a:pt x="117" y="169"/>
                    <a:pt x="117" y="169"/>
                  </a:cubicBezTo>
                  <a:cubicBezTo>
                    <a:pt x="120" y="169"/>
                    <a:pt x="122" y="167"/>
                    <a:pt x="123" y="166"/>
                  </a:cubicBezTo>
                  <a:cubicBezTo>
                    <a:pt x="123" y="159"/>
                    <a:pt x="123" y="155"/>
                    <a:pt x="125" y="150"/>
                  </a:cubicBezTo>
                  <a:cubicBezTo>
                    <a:pt x="126" y="148"/>
                    <a:pt x="126" y="147"/>
                    <a:pt x="127" y="144"/>
                  </a:cubicBezTo>
                  <a:cubicBezTo>
                    <a:pt x="129" y="140"/>
                    <a:pt x="131" y="140"/>
                    <a:pt x="131" y="138"/>
                  </a:cubicBezTo>
                  <a:cubicBezTo>
                    <a:pt x="131" y="137"/>
                    <a:pt x="127" y="133"/>
                    <a:pt x="125" y="132"/>
                  </a:cubicBezTo>
                  <a:cubicBezTo>
                    <a:pt x="122" y="134"/>
                    <a:pt x="118" y="140"/>
                    <a:pt x="118" y="145"/>
                  </a:cubicBezTo>
                  <a:cubicBezTo>
                    <a:pt x="115" y="145"/>
                    <a:pt x="115" y="145"/>
                    <a:pt x="115" y="145"/>
                  </a:cubicBezTo>
                  <a:cubicBezTo>
                    <a:pt x="111" y="145"/>
                    <a:pt x="102" y="133"/>
                    <a:pt x="99" y="130"/>
                  </a:cubicBezTo>
                  <a:cubicBezTo>
                    <a:pt x="96" y="127"/>
                    <a:pt x="94" y="123"/>
                    <a:pt x="92" y="120"/>
                  </a:cubicBezTo>
                  <a:cubicBezTo>
                    <a:pt x="89" y="117"/>
                    <a:pt x="81" y="102"/>
                    <a:pt x="81" y="98"/>
                  </a:cubicBezTo>
                  <a:cubicBezTo>
                    <a:pt x="81" y="88"/>
                    <a:pt x="95" y="78"/>
                    <a:pt x="95" y="73"/>
                  </a:cubicBezTo>
                  <a:cubicBezTo>
                    <a:pt x="95" y="70"/>
                    <a:pt x="90" y="67"/>
                    <a:pt x="88" y="67"/>
                  </a:cubicBezTo>
                  <a:cubicBezTo>
                    <a:pt x="87" y="67"/>
                    <a:pt x="78" y="71"/>
                    <a:pt x="76" y="72"/>
                  </a:cubicBezTo>
                  <a:cubicBezTo>
                    <a:pt x="72" y="66"/>
                    <a:pt x="76" y="57"/>
                    <a:pt x="66" y="57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58" y="57"/>
                    <a:pt x="52" y="60"/>
                    <a:pt x="52" y="65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52" y="72"/>
                    <a:pt x="55" y="70"/>
                    <a:pt x="55" y="73"/>
                  </a:cubicBezTo>
                  <a:cubicBezTo>
                    <a:pt x="55" y="80"/>
                    <a:pt x="55" y="80"/>
                    <a:pt x="55" y="80"/>
                  </a:cubicBezTo>
                  <a:cubicBezTo>
                    <a:pt x="52" y="80"/>
                    <a:pt x="51" y="81"/>
                    <a:pt x="51" y="84"/>
                  </a:cubicBezTo>
                  <a:cubicBezTo>
                    <a:pt x="47" y="85"/>
                    <a:pt x="43" y="90"/>
                    <a:pt x="43" y="95"/>
                  </a:cubicBezTo>
                  <a:cubicBezTo>
                    <a:pt x="43" y="96"/>
                    <a:pt x="43" y="96"/>
                    <a:pt x="43" y="96"/>
                  </a:cubicBezTo>
                  <a:cubicBezTo>
                    <a:pt x="43" y="98"/>
                    <a:pt x="45" y="98"/>
                    <a:pt x="47" y="99"/>
                  </a:cubicBezTo>
                  <a:cubicBezTo>
                    <a:pt x="49" y="98"/>
                    <a:pt x="50" y="97"/>
                    <a:pt x="53" y="97"/>
                  </a:cubicBezTo>
                  <a:cubicBezTo>
                    <a:pt x="53" y="97"/>
                    <a:pt x="53" y="97"/>
                    <a:pt x="53" y="97"/>
                  </a:cubicBezTo>
                  <a:cubicBezTo>
                    <a:pt x="56" y="97"/>
                    <a:pt x="56" y="99"/>
                    <a:pt x="56" y="101"/>
                  </a:cubicBezTo>
                  <a:cubicBezTo>
                    <a:pt x="56" y="102"/>
                    <a:pt x="56" y="102"/>
                    <a:pt x="56" y="102"/>
                  </a:cubicBezTo>
                  <a:cubicBezTo>
                    <a:pt x="56" y="106"/>
                    <a:pt x="54" y="108"/>
                    <a:pt x="51" y="110"/>
                  </a:cubicBezTo>
                  <a:cubicBezTo>
                    <a:pt x="51" y="113"/>
                    <a:pt x="38" y="130"/>
                    <a:pt x="36" y="135"/>
                  </a:cubicBezTo>
                  <a:cubicBezTo>
                    <a:pt x="34" y="137"/>
                    <a:pt x="34" y="142"/>
                    <a:pt x="31" y="142"/>
                  </a:cubicBezTo>
                  <a:cubicBezTo>
                    <a:pt x="29" y="142"/>
                    <a:pt x="29" y="142"/>
                    <a:pt x="29" y="142"/>
                  </a:cubicBezTo>
                  <a:cubicBezTo>
                    <a:pt x="25" y="142"/>
                    <a:pt x="23" y="125"/>
                    <a:pt x="23" y="119"/>
                  </a:cubicBezTo>
                  <a:cubicBezTo>
                    <a:pt x="23" y="110"/>
                    <a:pt x="25" y="100"/>
                    <a:pt x="27" y="93"/>
                  </a:cubicBezTo>
                  <a:cubicBezTo>
                    <a:pt x="28" y="86"/>
                    <a:pt x="30" y="77"/>
                    <a:pt x="33" y="71"/>
                  </a:cubicBezTo>
                  <a:cubicBezTo>
                    <a:pt x="36" y="65"/>
                    <a:pt x="38" y="56"/>
                    <a:pt x="39" y="49"/>
                  </a:cubicBezTo>
                  <a:lnTo>
                    <a:pt x="43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iŝlïḑé"/>
            <p:cNvSpPr/>
            <p:nvPr/>
          </p:nvSpPr>
          <p:spPr bwMode="auto">
            <a:xfrm>
              <a:off x="5868450" y="2928915"/>
              <a:ext cx="500346" cy="617594"/>
            </a:xfrm>
            <a:custGeom>
              <a:avLst/>
              <a:gdLst>
                <a:gd name="T0" fmla="*/ 111 w 155"/>
                <a:gd name="T1" fmla="*/ 63 h 191"/>
                <a:gd name="T2" fmla="*/ 107 w 155"/>
                <a:gd name="T3" fmla="*/ 77 h 191"/>
                <a:gd name="T4" fmla="*/ 105 w 155"/>
                <a:gd name="T5" fmla="*/ 71 h 191"/>
                <a:gd name="T6" fmla="*/ 130 w 155"/>
                <a:gd name="T7" fmla="*/ 41 h 191"/>
                <a:gd name="T8" fmla="*/ 106 w 155"/>
                <a:gd name="T9" fmla="*/ 28 h 191"/>
                <a:gd name="T10" fmla="*/ 98 w 155"/>
                <a:gd name="T11" fmla="*/ 3 h 191"/>
                <a:gd name="T12" fmla="*/ 83 w 155"/>
                <a:gd name="T13" fmla="*/ 6 h 191"/>
                <a:gd name="T14" fmla="*/ 86 w 155"/>
                <a:gd name="T15" fmla="*/ 44 h 191"/>
                <a:gd name="T16" fmla="*/ 69 w 155"/>
                <a:gd name="T17" fmla="*/ 58 h 191"/>
                <a:gd name="T18" fmla="*/ 77 w 155"/>
                <a:gd name="T19" fmla="*/ 70 h 191"/>
                <a:gd name="T20" fmla="*/ 87 w 155"/>
                <a:gd name="T21" fmla="*/ 73 h 191"/>
                <a:gd name="T22" fmla="*/ 82 w 155"/>
                <a:gd name="T23" fmla="*/ 105 h 191"/>
                <a:gd name="T24" fmla="*/ 71 w 155"/>
                <a:gd name="T25" fmla="*/ 110 h 191"/>
                <a:gd name="T26" fmla="*/ 66 w 155"/>
                <a:gd name="T27" fmla="*/ 96 h 191"/>
                <a:gd name="T28" fmla="*/ 65 w 155"/>
                <a:gd name="T29" fmla="*/ 63 h 191"/>
                <a:gd name="T30" fmla="*/ 49 w 155"/>
                <a:gd name="T31" fmla="*/ 55 h 191"/>
                <a:gd name="T32" fmla="*/ 44 w 155"/>
                <a:gd name="T33" fmla="*/ 89 h 191"/>
                <a:gd name="T34" fmla="*/ 33 w 155"/>
                <a:gd name="T35" fmla="*/ 118 h 191"/>
                <a:gd name="T36" fmla="*/ 15 w 155"/>
                <a:gd name="T37" fmla="*/ 128 h 191"/>
                <a:gd name="T38" fmla="*/ 0 w 155"/>
                <a:gd name="T39" fmla="*/ 141 h 191"/>
                <a:gd name="T40" fmla="*/ 4 w 155"/>
                <a:gd name="T41" fmla="*/ 149 h 191"/>
                <a:gd name="T42" fmla="*/ 66 w 155"/>
                <a:gd name="T43" fmla="*/ 129 h 191"/>
                <a:gd name="T44" fmla="*/ 72 w 155"/>
                <a:gd name="T45" fmla="*/ 132 h 191"/>
                <a:gd name="T46" fmla="*/ 56 w 155"/>
                <a:gd name="T47" fmla="*/ 151 h 191"/>
                <a:gd name="T48" fmla="*/ 15 w 155"/>
                <a:gd name="T49" fmla="*/ 184 h 191"/>
                <a:gd name="T50" fmla="*/ 13 w 155"/>
                <a:gd name="T51" fmla="*/ 191 h 191"/>
                <a:gd name="T52" fmla="*/ 26 w 155"/>
                <a:gd name="T53" fmla="*/ 187 h 191"/>
                <a:gd name="T54" fmla="*/ 52 w 155"/>
                <a:gd name="T55" fmla="*/ 177 h 191"/>
                <a:gd name="T56" fmla="*/ 140 w 155"/>
                <a:gd name="T57" fmla="*/ 119 h 191"/>
                <a:gd name="T58" fmla="*/ 151 w 155"/>
                <a:gd name="T59" fmla="*/ 103 h 191"/>
                <a:gd name="T60" fmla="*/ 140 w 155"/>
                <a:gd name="T61" fmla="*/ 99 h 191"/>
                <a:gd name="T62" fmla="*/ 107 w 155"/>
                <a:gd name="T63" fmla="*/ 104 h 191"/>
                <a:gd name="T64" fmla="*/ 114 w 155"/>
                <a:gd name="T65" fmla="*/ 90 h 191"/>
                <a:gd name="T66" fmla="*/ 140 w 155"/>
                <a:gd name="T67" fmla="*/ 55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5" h="191">
                  <a:moveTo>
                    <a:pt x="105" y="71"/>
                  </a:moveTo>
                  <a:cubicBezTo>
                    <a:pt x="105" y="67"/>
                    <a:pt x="108" y="63"/>
                    <a:pt x="111" y="63"/>
                  </a:cubicBezTo>
                  <a:cubicBezTo>
                    <a:pt x="114" y="63"/>
                    <a:pt x="116" y="65"/>
                    <a:pt x="116" y="68"/>
                  </a:cubicBezTo>
                  <a:cubicBezTo>
                    <a:pt x="116" y="73"/>
                    <a:pt x="112" y="77"/>
                    <a:pt x="107" y="77"/>
                  </a:cubicBezTo>
                  <a:cubicBezTo>
                    <a:pt x="106" y="77"/>
                    <a:pt x="105" y="75"/>
                    <a:pt x="105" y="73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140" y="55"/>
                  </a:moveTo>
                  <a:cubicBezTo>
                    <a:pt x="140" y="47"/>
                    <a:pt x="133" y="45"/>
                    <a:pt x="130" y="41"/>
                  </a:cubicBezTo>
                  <a:cubicBezTo>
                    <a:pt x="126" y="41"/>
                    <a:pt x="117" y="41"/>
                    <a:pt x="111" y="40"/>
                  </a:cubicBezTo>
                  <a:cubicBezTo>
                    <a:pt x="104" y="40"/>
                    <a:pt x="106" y="34"/>
                    <a:pt x="106" y="28"/>
                  </a:cubicBezTo>
                  <a:cubicBezTo>
                    <a:pt x="106" y="24"/>
                    <a:pt x="107" y="9"/>
                    <a:pt x="106" y="7"/>
                  </a:cubicBezTo>
                  <a:cubicBezTo>
                    <a:pt x="104" y="4"/>
                    <a:pt x="102" y="3"/>
                    <a:pt x="98" y="3"/>
                  </a:cubicBezTo>
                  <a:cubicBezTo>
                    <a:pt x="94" y="2"/>
                    <a:pt x="90" y="0"/>
                    <a:pt x="89" y="0"/>
                  </a:cubicBezTo>
                  <a:cubicBezTo>
                    <a:pt x="88" y="0"/>
                    <a:pt x="84" y="5"/>
                    <a:pt x="83" y="6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6" y="47"/>
                    <a:pt x="79" y="48"/>
                    <a:pt x="76" y="50"/>
                  </a:cubicBezTo>
                  <a:cubicBezTo>
                    <a:pt x="74" y="51"/>
                    <a:pt x="69" y="56"/>
                    <a:pt x="69" y="58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9" y="62"/>
                    <a:pt x="73" y="70"/>
                    <a:pt x="77" y="70"/>
                  </a:cubicBezTo>
                  <a:cubicBezTo>
                    <a:pt x="79" y="70"/>
                    <a:pt x="80" y="69"/>
                    <a:pt x="81" y="69"/>
                  </a:cubicBezTo>
                  <a:cubicBezTo>
                    <a:pt x="84" y="69"/>
                    <a:pt x="87" y="70"/>
                    <a:pt x="87" y="73"/>
                  </a:cubicBezTo>
                  <a:cubicBezTo>
                    <a:pt x="87" y="76"/>
                    <a:pt x="86" y="87"/>
                    <a:pt x="85" y="90"/>
                  </a:cubicBezTo>
                  <a:cubicBezTo>
                    <a:pt x="84" y="95"/>
                    <a:pt x="82" y="98"/>
                    <a:pt x="82" y="105"/>
                  </a:cubicBezTo>
                  <a:cubicBezTo>
                    <a:pt x="79" y="107"/>
                    <a:pt x="77" y="110"/>
                    <a:pt x="74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67" y="107"/>
                    <a:pt x="67" y="105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6" y="76"/>
                    <a:pt x="68" y="68"/>
                    <a:pt x="65" y="63"/>
                  </a:cubicBezTo>
                  <a:cubicBezTo>
                    <a:pt x="64" y="61"/>
                    <a:pt x="56" y="55"/>
                    <a:pt x="53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6" y="55"/>
                    <a:pt x="42" y="58"/>
                    <a:pt x="42" y="61"/>
                  </a:cubicBezTo>
                  <a:cubicBezTo>
                    <a:pt x="42" y="73"/>
                    <a:pt x="42" y="80"/>
                    <a:pt x="44" y="89"/>
                  </a:cubicBezTo>
                  <a:cubicBezTo>
                    <a:pt x="45" y="93"/>
                    <a:pt x="46" y="112"/>
                    <a:pt x="46" y="117"/>
                  </a:cubicBezTo>
                  <a:cubicBezTo>
                    <a:pt x="33" y="118"/>
                    <a:pt x="33" y="118"/>
                    <a:pt x="33" y="118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4" y="121"/>
                    <a:pt x="17" y="124"/>
                    <a:pt x="15" y="128"/>
                  </a:cubicBezTo>
                  <a:cubicBezTo>
                    <a:pt x="10" y="128"/>
                    <a:pt x="9" y="129"/>
                    <a:pt x="8" y="132"/>
                  </a:cubicBezTo>
                  <a:cubicBezTo>
                    <a:pt x="3" y="132"/>
                    <a:pt x="0" y="136"/>
                    <a:pt x="0" y="141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7"/>
                    <a:pt x="3" y="145"/>
                    <a:pt x="4" y="149"/>
                  </a:cubicBezTo>
                  <a:cubicBezTo>
                    <a:pt x="8" y="149"/>
                    <a:pt x="9" y="150"/>
                    <a:pt x="12" y="150"/>
                  </a:cubicBezTo>
                  <a:cubicBezTo>
                    <a:pt x="29" y="150"/>
                    <a:pt x="48" y="129"/>
                    <a:pt x="66" y="129"/>
                  </a:cubicBezTo>
                  <a:cubicBezTo>
                    <a:pt x="67" y="129"/>
                    <a:pt x="67" y="129"/>
                    <a:pt x="67" y="129"/>
                  </a:cubicBezTo>
                  <a:cubicBezTo>
                    <a:pt x="70" y="129"/>
                    <a:pt x="71" y="130"/>
                    <a:pt x="72" y="132"/>
                  </a:cubicBezTo>
                  <a:cubicBezTo>
                    <a:pt x="71" y="136"/>
                    <a:pt x="65" y="142"/>
                    <a:pt x="62" y="145"/>
                  </a:cubicBezTo>
                  <a:cubicBezTo>
                    <a:pt x="59" y="148"/>
                    <a:pt x="58" y="148"/>
                    <a:pt x="56" y="151"/>
                  </a:cubicBezTo>
                  <a:cubicBezTo>
                    <a:pt x="49" y="156"/>
                    <a:pt x="20" y="172"/>
                    <a:pt x="18" y="180"/>
                  </a:cubicBezTo>
                  <a:cubicBezTo>
                    <a:pt x="15" y="180"/>
                    <a:pt x="15" y="181"/>
                    <a:pt x="15" y="184"/>
                  </a:cubicBezTo>
                  <a:cubicBezTo>
                    <a:pt x="11" y="187"/>
                    <a:pt x="11" y="187"/>
                    <a:pt x="11" y="187"/>
                  </a:cubicBezTo>
                  <a:cubicBezTo>
                    <a:pt x="13" y="191"/>
                    <a:pt x="13" y="191"/>
                    <a:pt x="13" y="191"/>
                  </a:cubicBezTo>
                  <a:cubicBezTo>
                    <a:pt x="16" y="191"/>
                    <a:pt x="16" y="191"/>
                    <a:pt x="16" y="191"/>
                  </a:cubicBezTo>
                  <a:cubicBezTo>
                    <a:pt x="20" y="191"/>
                    <a:pt x="23" y="189"/>
                    <a:pt x="26" y="187"/>
                  </a:cubicBezTo>
                  <a:cubicBezTo>
                    <a:pt x="28" y="186"/>
                    <a:pt x="33" y="186"/>
                    <a:pt x="36" y="185"/>
                  </a:cubicBezTo>
                  <a:cubicBezTo>
                    <a:pt x="40" y="184"/>
                    <a:pt x="49" y="180"/>
                    <a:pt x="52" y="177"/>
                  </a:cubicBezTo>
                  <a:cubicBezTo>
                    <a:pt x="62" y="169"/>
                    <a:pt x="70" y="163"/>
                    <a:pt x="76" y="152"/>
                  </a:cubicBezTo>
                  <a:cubicBezTo>
                    <a:pt x="102" y="114"/>
                    <a:pt x="81" y="119"/>
                    <a:pt x="140" y="119"/>
                  </a:cubicBezTo>
                  <a:cubicBezTo>
                    <a:pt x="147" y="119"/>
                    <a:pt x="153" y="115"/>
                    <a:pt x="155" y="110"/>
                  </a:cubicBezTo>
                  <a:cubicBezTo>
                    <a:pt x="155" y="106"/>
                    <a:pt x="153" y="104"/>
                    <a:pt x="151" y="103"/>
                  </a:cubicBezTo>
                  <a:cubicBezTo>
                    <a:pt x="148" y="102"/>
                    <a:pt x="145" y="99"/>
                    <a:pt x="143" y="99"/>
                  </a:cubicBezTo>
                  <a:cubicBezTo>
                    <a:pt x="140" y="99"/>
                    <a:pt x="140" y="99"/>
                    <a:pt x="140" y="99"/>
                  </a:cubicBezTo>
                  <a:cubicBezTo>
                    <a:pt x="133" y="99"/>
                    <a:pt x="124" y="104"/>
                    <a:pt x="114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3" y="104"/>
                    <a:pt x="103" y="102"/>
                    <a:pt x="102" y="99"/>
                  </a:cubicBezTo>
                  <a:cubicBezTo>
                    <a:pt x="105" y="95"/>
                    <a:pt x="110" y="93"/>
                    <a:pt x="114" y="90"/>
                  </a:cubicBezTo>
                  <a:cubicBezTo>
                    <a:pt x="119" y="86"/>
                    <a:pt x="121" y="84"/>
                    <a:pt x="125" y="81"/>
                  </a:cubicBezTo>
                  <a:cubicBezTo>
                    <a:pt x="131" y="77"/>
                    <a:pt x="140" y="64"/>
                    <a:pt x="140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ïṧḻíḋe"/>
            <p:cNvSpPr/>
            <p:nvPr/>
          </p:nvSpPr>
          <p:spPr bwMode="auto">
            <a:xfrm>
              <a:off x="7084550" y="3032529"/>
              <a:ext cx="299935" cy="513980"/>
            </a:xfrm>
            <a:custGeom>
              <a:avLst/>
              <a:gdLst>
                <a:gd name="T0" fmla="*/ 30 w 93"/>
                <a:gd name="T1" fmla="*/ 55 h 159"/>
                <a:gd name="T2" fmla="*/ 52 w 93"/>
                <a:gd name="T3" fmla="*/ 35 h 159"/>
                <a:gd name="T4" fmla="*/ 81 w 93"/>
                <a:gd name="T5" fmla="*/ 21 h 159"/>
                <a:gd name="T6" fmla="*/ 81 w 93"/>
                <a:gd name="T7" fmla="*/ 10 h 159"/>
                <a:gd name="T8" fmla="*/ 59 w 93"/>
                <a:gd name="T9" fmla="*/ 0 h 159"/>
                <a:gd name="T10" fmla="*/ 58 w 93"/>
                <a:gd name="T11" fmla="*/ 0 h 159"/>
                <a:gd name="T12" fmla="*/ 44 w 93"/>
                <a:gd name="T13" fmla="*/ 29 h 159"/>
                <a:gd name="T14" fmla="*/ 39 w 93"/>
                <a:gd name="T15" fmla="*/ 35 h 159"/>
                <a:gd name="T16" fmla="*/ 34 w 93"/>
                <a:gd name="T17" fmla="*/ 41 h 159"/>
                <a:gd name="T18" fmla="*/ 24 w 93"/>
                <a:gd name="T19" fmla="*/ 52 h 159"/>
                <a:gd name="T20" fmla="*/ 20 w 93"/>
                <a:gd name="T21" fmla="*/ 55 h 159"/>
                <a:gd name="T22" fmla="*/ 17 w 93"/>
                <a:gd name="T23" fmla="*/ 58 h 159"/>
                <a:gd name="T24" fmla="*/ 10 w 93"/>
                <a:gd name="T25" fmla="*/ 64 h 159"/>
                <a:gd name="T26" fmla="*/ 4 w 93"/>
                <a:gd name="T27" fmla="*/ 71 h 159"/>
                <a:gd name="T28" fmla="*/ 0 w 93"/>
                <a:gd name="T29" fmla="*/ 79 h 159"/>
                <a:gd name="T30" fmla="*/ 4 w 93"/>
                <a:gd name="T31" fmla="*/ 84 h 159"/>
                <a:gd name="T32" fmla="*/ 13 w 93"/>
                <a:gd name="T33" fmla="*/ 81 h 159"/>
                <a:gd name="T34" fmla="*/ 22 w 93"/>
                <a:gd name="T35" fmla="*/ 79 h 159"/>
                <a:gd name="T36" fmla="*/ 35 w 93"/>
                <a:gd name="T37" fmla="*/ 71 h 159"/>
                <a:gd name="T38" fmla="*/ 37 w 93"/>
                <a:gd name="T39" fmla="*/ 71 h 159"/>
                <a:gd name="T40" fmla="*/ 40 w 93"/>
                <a:gd name="T41" fmla="*/ 73 h 159"/>
                <a:gd name="T42" fmla="*/ 23 w 93"/>
                <a:gd name="T43" fmla="*/ 104 h 159"/>
                <a:gd name="T44" fmla="*/ 20 w 93"/>
                <a:gd name="T45" fmla="*/ 104 h 159"/>
                <a:gd name="T46" fmla="*/ 12 w 93"/>
                <a:gd name="T47" fmla="*/ 119 h 159"/>
                <a:gd name="T48" fmla="*/ 9 w 93"/>
                <a:gd name="T49" fmla="*/ 134 h 159"/>
                <a:gd name="T50" fmla="*/ 29 w 93"/>
                <a:gd name="T51" fmla="*/ 131 h 159"/>
                <a:gd name="T52" fmla="*/ 37 w 93"/>
                <a:gd name="T53" fmla="*/ 112 h 159"/>
                <a:gd name="T54" fmla="*/ 61 w 93"/>
                <a:gd name="T55" fmla="*/ 80 h 159"/>
                <a:gd name="T56" fmla="*/ 64 w 93"/>
                <a:gd name="T57" fmla="*/ 85 h 159"/>
                <a:gd name="T58" fmla="*/ 64 w 93"/>
                <a:gd name="T59" fmla="*/ 86 h 159"/>
                <a:gd name="T60" fmla="*/ 50 w 93"/>
                <a:gd name="T61" fmla="*/ 124 h 159"/>
                <a:gd name="T62" fmla="*/ 36 w 93"/>
                <a:gd name="T63" fmla="*/ 137 h 159"/>
                <a:gd name="T64" fmla="*/ 27 w 93"/>
                <a:gd name="T65" fmla="*/ 154 h 159"/>
                <a:gd name="T66" fmla="*/ 27 w 93"/>
                <a:gd name="T67" fmla="*/ 157 h 159"/>
                <a:gd name="T68" fmla="*/ 29 w 93"/>
                <a:gd name="T69" fmla="*/ 159 h 159"/>
                <a:gd name="T70" fmla="*/ 30 w 93"/>
                <a:gd name="T71" fmla="*/ 159 h 159"/>
                <a:gd name="T72" fmla="*/ 45 w 93"/>
                <a:gd name="T73" fmla="*/ 155 h 159"/>
                <a:gd name="T74" fmla="*/ 53 w 93"/>
                <a:gd name="T75" fmla="*/ 145 h 159"/>
                <a:gd name="T76" fmla="*/ 66 w 93"/>
                <a:gd name="T77" fmla="*/ 122 h 159"/>
                <a:gd name="T78" fmla="*/ 76 w 93"/>
                <a:gd name="T79" fmla="*/ 95 h 159"/>
                <a:gd name="T80" fmla="*/ 78 w 93"/>
                <a:gd name="T81" fmla="*/ 79 h 159"/>
                <a:gd name="T82" fmla="*/ 73 w 93"/>
                <a:gd name="T83" fmla="*/ 66 h 159"/>
                <a:gd name="T84" fmla="*/ 93 w 93"/>
                <a:gd name="T85" fmla="*/ 43 h 159"/>
                <a:gd name="T86" fmla="*/ 78 w 93"/>
                <a:gd name="T87" fmla="*/ 37 h 159"/>
                <a:gd name="T88" fmla="*/ 61 w 93"/>
                <a:gd name="T89" fmla="*/ 43 h 159"/>
                <a:gd name="T90" fmla="*/ 46 w 93"/>
                <a:gd name="T91" fmla="*/ 51 h 159"/>
                <a:gd name="T92" fmla="*/ 34 w 93"/>
                <a:gd name="T93" fmla="*/ 60 h 159"/>
                <a:gd name="T94" fmla="*/ 30 w 93"/>
                <a:gd name="T95" fmla="*/ 59 h 159"/>
                <a:gd name="T96" fmla="*/ 30 w 93"/>
                <a:gd name="T97" fmla="*/ 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3" h="159">
                  <a:moveTo>
                    <a:pt x="30" y="55"/>
                  </a:moveTo>
                  <a:cubicBezTo>
                    <a:pt x="30" y="54"/>
                    <a:pt x="49" y="36"/>
                    <a:pt x="52" y="35"/>
                  </a:cubicBezTo>
                  <a:cubicBezTo>
                    <a:pt x="62" y="30"/>
                    <a:pt x="81" y="32"/>
                    <a:pt x="81" y="21"/>
                  </a:cubicBezTo>
                  <a:cubicBezTo>
                    <a:pt x="81" y="10"/>
                    <a:pt x="81" y="10"/>
                    <a:pt x="81" y="10"/>
                  </a:cubicBezTo>
                  <a:cubicBezTo>
                    <a:pt x="81" y="4"/>
                    <a:pt x="67" y="0"/>
                    <a:pt x="59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38" y="0"/>
                    <a:pt x="52" y="22"/>
                    <a:pt x="44" y="29"/>
                  </a:cubicBezTo>
                  <a:cubicBezTo>
                    <a:pt x="40" y="32"/>
                    <a:pt x="40" y="29"/>
                    <a:pt x="39" y="35"/>
                  </a:cubicBezTo>
                  <a:cubicBezTo>
                    <a:pt x="38" y="38"/>
                    <a:pt x="37" y="40"/>
                    <a:pt x="34" y="41"/>
                  </a:cubicBezTo>
                  <a:cubicBezTo>
                    <a:pt x="32" y="43"/>
                    <a:pt x="24" y="49"/>
                    <a:pt x="24" y="52"/>
                  </a:cubicBezTo>
                  <a:cubicBezTo>
                    <a:pt x="20" y="52"/>
                    <a:pt x="21" y="53"/>
                    <a:pt x="20" y="55"/>
                  </a:cubicBezTo>
                  <a:cubicBezTo>
                    <a:pt x="19" y="57"/>
                    <a:pt x="19" y="55"/>
                    <a:pt x="17" y="58"/>
                  </a:cubicBezTo>
                  <a:cubicBezTo>
                    <a:pt x="14" y="60"/>
                    <a:pt x="13" y="62"/>
                    <a:pt x="10" y="64"/>
                  </a:cubicBezTo>
                  <a:cubicBezTo>
                    <a:pt x="9" y="65"/>
                    <a:pt x="5" y="70"/>
                    <a:pt x="4" y="71"/>
                  </a:cubicBezTo>
                  <a:cubicBezTo>
                    <a:pt x="3" y="72"/>
                    <a:pt x="0" y="76"/>
                    <a:pt x="0" y="79"/>
                  </a:cubicBezTo>
                  <a:cubicBezTo>
                    <a:pt x="0" y="81"/>
                    <a:pt x="2" y="84"/>
                    <a:pt x="4" y="84"/>
                  </a:cubicBezTo>
                  <a:cubicBezTo>
                    <a:pt x="6" y="84"/>
                    <a:pt x="11" y="81"/>
                    <a:pt x="13" y="81"/>
                  </a:cubicBezTo>
                  <a:cubicBezTo>
                    <a:pt x="16" y="80"/>
                    <a:pt x="19" y="80"/>
                    <a:pt x="22" y="79"/>
                  </a:cubicBezTo>
                  <a:cubicBezTo>
                    <a:pt x="31" y="78"/>
                    <a:pt x="32" y="71"/>
                    <a:pt x="35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9" y="71"/>
                    <a:pt x="39" y="72"/>
                    <a:pt x="40" y="73"/>
                  </a:cubicBezTo>
                  <a:cubicBezTo>
                    <a:pt x="39" y="87"/>
                    <a:pt x="24" y="99"/>
                    <a:pt x="23" y="104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20" y="110"/>
                    <a:pt x="13" y="112"/>
                    <a:pt x="12" y="119"/>
                  </a:cubicBezTo>
                  <a:cubicBezTo>
                    <a:pt x="7" y="120"/>
                    <a:pt x="9" y="130"/>
                    <a:pt x="9" y="134"/>
                  </a:cubicBezTo>
                  <a:cubicBezTo>
                    <a:pt x="14" y="138"/>
                    <a:pt x="27" y="137"/>
                    <a:pt x="29" y="131"/>
                  </a:cubicBezTo>
                  <a:cubicBezTo>
                    <a:pt x="30" y="125"/>
                    <a:pt x="35" y="117"/>
                    <a:pt x="37" y="112"/>
                  </a:cubicBezTo>
                  <a:cubicBezTo>
                    <a:pt x="41" y="107"/>
                    <a:pt x="56" y="80"/>
                    <a:pt x="61" y="80"/>
                  </a:cubicBezTo>
                  <a:cubicBezTo>
                    <a:pt x="62" y="80"/>
                    <a:pt x="64" y="84"/>
                    <a:pt x="64" y="85"/>
                  </a:cubicBezTo>
                  <a:cubicBezTo>
                    <a:pt x="64" y="86"/>
                    <a:pt x="64" y="86"/>
                    <a:pt x="64" y="86"/>
                  </a:cubicBezTo>
                  <a:cubicBezTo>
                    <a:pt x="64" y="104"/>
                    <a:pt x="57" y="113"/>
                    <a:pt x="50" y="124"/>
                  </a:cubicBezTo>
                  <a:cubicBezTo>
                    <a:pt x="47" y="129"/>
                    <a:pt x="41" y="135"/>
                    <a:pt x="36" y="137"/>
                  </a:cubicBezTo>
                  <a:cubicBezTo>
                    <a:pt x="28" y="140"/>
                    <a:pt x="27" y="143"/>
                    <a:pt x="27" y="154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8"/>
                    <a:pt x="28" y="159"/>
                    <a:pt x="29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30" y="159"/>
                    <a:pt x="44" y="155"/>
                    <a:pt x="45" y="155"/>
                  </a:cubicBezTo>
                  <a:cubicBezTo>
                    <a:pt x="48" y="153"/>
                    <a:pt x="51" y="148"/>
                    <a:pt x="53" y="145"/>
                  </a:cubicBezTo>
                  <a:cubicBezTo>
                    <a:pt x="57" y="141"/>
                    <a:pt x="65" y="128"/>
                    <a:pt x="66" y="122"/>
                  </a:cubicBezTo>
                  <a:cubicBezTo>
                    <a:pt x="70" y="113"/>
                    <a:pt x="73" y="106"/>
                    <a:pt x="76" y="95"/>
                  </a:cubicBezTo>
                  <a:cubicBezTo>
                    <a:pt x="77" y="90"/>
                    <a:pt x="77" y="84"/>
                    <a:pt x="78" y="79"/>
                  </a:cubicBezTo>
                  <a:cubicBezTo>
                    <a:pt x="79" y="71"/>
                    <a:pt x="73" y="72"/>
                    <a:pt x="73" y="66"/>
                  </a:cubicBezTo>
                  <a:cubicBezTo>
                    <a:pt x="73" y="63"/>
                    <a:pt x="93" y="47"/>
                    <a:pt x="93" y="43"/>
                  </a:cubicBezTo>
                  <a:cubicBezTo>
                    <a:pt x="93" y="39"/>
                    <a:pt x="83" y="37"/>
                    <a:pt x="78" y="37"/>
                  </a:cubicBezTo>
                  <a:cubicBezTo>
                    <a:pt x="74" y="38"/>
                    <a:pt x="64" y="41"/>
                    <a:pt x="61" y="43"/>
                  </a:cubicBezTo>
                  <a:cubicBezTo>
                    <a:pt x="58" y="44"/>
                    <a:pt x="49" y="48"/>
                    <a:pt x="46" y="51"/>
                  </a:cubicBezTo>
                  <a:cubicBezTo>
                    <a:pt x="44" y="52"/>
                    <a:pt x="35" y="60"/>
                    <a:pt x="34" y="60"/>
                  </a:cubicBezTo>
                  <a:cubicBezTo>
                    <a:pt x="32" y="60"/>
                    <a:pt x="33" y="60"/>
                    <a:pt x="30" y="59"/>
                  </a:cubicBezTo>
                  <a:cubicBezTo>
                    <a:pt x="30" y="57"/>
                    <a:pt x="30" y="58"/>
                    <a:pt x="30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iśḷïḑè"/>
            <p:cNvSpPr/>
            <p:nvPr/>
          </p:nvSpPr>
          <p:spPr bwMode="auto">
            <a:xfrm>
              <a:off x="5440360" y="2960272"/>
              <a:ext cx="3259749" cy="669401"/>
            </a:xfrm>
            <a:custGeom>
              <a:avLst/>
              <a:gdLst>
                <a:gd name="T0" fmla="*/ 66 w 1011"/>
                <a:gd name="T1" fmla="*/ 51 h 207"/>
                <a:gd name="T2" fmla="*/ 70 w 1011"/>
                <a:gd name="T3" fmla="*/ 58 h 207"/>
                <a:gd name="T4" fmla="*/ 52 w 1011"/>
                <a:gd name="T5" fmla="*/ 71 h 207"/>
                <a:gd name="T6" fmla="*/ 25 w 1011"/>
                <a:gd name="T7" fmla="*/ 207 h 207"/>
                <a:gd name="T8" fmla="*/ 42 w 1011"/>
                <a:gd name="T9" fmla="*/ 163 h 207"/>
                <a:gd name="T10" fmla="*/ 63 w 1011"/>
                <a:gd name="T11" fmla="*/ 95 h 207"/>
                <a:gd name="T12" fmla="*/ 86 w 1011"/>
                <a:gd name="T13" fmla="*/ 75 h 207"/>
                <a:gd name="T14" fmla="*/ 100 w 1011"/>
                <a:gd name="T15" fmla="*/ 45 h 207"/>
                <a:gd name="T16" fmla="*/ 72 w 1011"/>
                <a:gd name="T17" fmla="*/ 32 h 207"/>
                <a:gd name="T18" fmla="*/ 56 w 1011"/>
                <a:gd name="T19" fmla="*/ 33 h 207"/>
                <a:gd name="T20" fmla="*/ 50 w 1011"/>
                <a:gd name="T21" fmla="*/ 21 h 207"/>
                <a:gd name="T22" fmla="*/ 33 w 1011"/>
                <a:gd name="T23" fmla="*/ 0 h 207"/>
                <a:gd name="T24" fmla="*/ 20 w 1011"/>
                <a:gd name="T25" fmla="*/ 34 h 207"/>
                <a:gd name="T26" fmla="*/ 0 w 1011"/>
                <a:gd name="T27" fmla="*/ 61 h 207"/>
                <a:gd name="T28" fmla="*/ 22 w 1011"/>
                <a:gd name="T29" fmla="*/ 83 h 207"/>
                <a:gd name="T30" fmla="*/ 5 w 1011"/>
                <a:gd name="T31" fmla="*/ 106 h 207"/>
                <a:gd name="T32" fmla="*/ 14 w 1011"/>
                <a:gd name="T33" fmla="*/ 113 h 207"/>
                <a:gd name="T34" fmla="*/ 19 w 1011"/>
                <a:gd name="T35" fmla="*/ 173 h 207"/>
                <a:gd name="T36" fmla="*/ 18 w 1011"/>
                <a:gd name="T37" fmla="*/ 190 h 207"/>
                <a:gd name="T38" fmla="*/ 968 w 1011"/>
                <a:gd name="T39" fmla="*/ 193 h 207"/>
                <a:gd name="T40" fmla="*/ 984 w 1011"/>
                <a:gd name="T41" fmla="*/ 167 h 207"/>
                <a:gd name="T42" fmla="*/ 1011 w 1011"/>
                <a:gd name="T43" fmla="*/ 134 h 207"/>
                <a:gd name="T44" fmla="*/ 997 w 1011"/>
                <a:gd name="T45" fmla="*/ 128 h 207"/>
                <a:gd name="T46" fmla="*/ 987 w 1011"/>
                <a:gd name="T47" fmla="*/ 129 h 207"/>
                <a:gd name="T48" fmla="*/ 985 w 1011"/>
                <a:gd name="T49" fmla="*/ 99 h 207"/>
                <a:gd name="T50" fmla="*/ 977 w 1011"/>
                <a:gd name="T51" fmla="*/ 91 h 207"/>
                <a:gd name="T52" fmla="*/ 965 w 1011"/>
                <a:gd name="T53" fmla="*/ 94 h 207"/>
                <a:gd name="T54" fmla="*/ 967 w 1011"/>
                <a:gd name="T55" fmla="*/ 114 h 207"/>
                <a:gd name="T56" fmla="*/ 964 w 1011"/>
                <a:gd name="T57" fmla="*/ 128 h 207"/>
                <a:gd name="T58" fmla="*/ 946 w 1011"/>
                <a:gd name="T59" fmla="*/ 133 h 207"/>
                <a:gd name="T60" fmla="*/ 941 w 1011"/>
                <a:gd name="T61" fmla="*/ 129 h 207"/>
                <a:gd name="T62" fmla="*/ 926 w 1011"/>
                <a:gd name="T63" fmla="*/ 132 h 207"/>
                <a:gd name="T64" fmla="*/ 912 w 1011"/>
                <a:gd name="T65" fmla="*/ 151 h 207"/>
                <a:gd name="T66" fmla="*/ 920 w 1011"/>
                <a:gd name="T67" fmla="*/ 165 h 207"/>
                <a:gd name="T68" fmla="*/ 933 w 1011"/>
                <a:gd name="T69" fmla="*/ 164 h 207"/>
                <a:gd name="T70" fmla="*/ 965 w 1011"/>
                <a:gd name="T71" fmla="*/ 154 h 207"/>
                <a:gd name="T72" fmla="*/ 972 w 1011"/>
                <a:gd name="T73" fmla="*/ 159 h 207"/>
                <a:gd name="T74" fmla="*/ 952 w 1011"/>
                <a:gd name="T75" fmla="*/ 171 h 207"/>
                <a:gd name="T76" fmla="*/ 945 w 1011"/>
                <a:gd name="T77" fmla="*/ 19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11" h="207">
                  <a:moveTo>
                    <a:pt x="49" y="64"/>
                  </a:moveTo>
                  <a:cubicBezTo>
                    <a:pt x="49" y="54"/>
                    <a:pt x="57" y="52"/>
                    <a:pt x="66" y="51"/>
                  </a:cubicBezTo>
                  <a:cubicBezTo>
                    <a:pt x="68" y="52"/>
                    <a:pt x="70" y="53"/>
                    <a:pt x="70" y="55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61"/>
                    <a:pt x="57" y="71"/>
                    <a:pt x="54" y="71"/>
                  </a:cubicBezTo>
                  <a:cubicBezTo>
                    <a:pt x="52" y="71"/>
                    <a:pt x="52" y="71"/>
                    <a:pt x="52" y="71"/>
                  </a:cubicBezTo>
                  <a:cubicBezTo>
                    <a:pt x="49" y="71"/>
                    <a:pt x="49" y="67"/>
                    <a:pt x="49" y="64"/>
                  </a:cubicBezTo>
                  <a:close/>
                  <a:moveTo>
                    <a:pt x="25" y="207"/>
                  </a:moveTo>
                  <a:cubicBezTo>
                    <a:pt x="32" y="203"/>
                    <a:pt x="38" y="200"/>
                    <a:pt x="38" y="189"/>
                  </a:cubicBezTo>
                  <a:cubicBezTo>
                    <a:pt x="38" y="180"/>
                    <a:pt x="40" y="172"/>
                    <a:pt x="42" y="163"/>
                  </a:cubicBezTo>
                  <a:cubicBezTo>
                    <a:pt x="44" y="148"/>
                    <a:pt x="42" y="122"/>
                    <a:pt x="45" y="108"/>
                  </a:cubicBezTo>
                  <a:cubicBezTo>
                    <a:pt x="47" y="98"/>
                    <a:pt x="55" y="99"/>
                    <a:pt x="63" y="95"/>
                  </a:cubicBezTo>
                  <a:cubicBezTo>
                    <a:pt x="69" y="92"/>
                    <a:pt x="73" y="86"/>
                    <a:pt x="78" y="82"/>
                  </a:cubicBezTo>
                  <a:cubicBezTo>
                    <a:pt x="81" y="79"/>
                    <a:pt x="84" y="77"/>
                    <a:pt x="86" y="75"/>
                  </a:cubicBezTo>
                  <a:cubicBezTo>
                    <a:pt x="89" y="72"/>
                    <a:pt x="91" y="70"/>
                    <a:pt x="94" y="67"/>
                  </a:cubicBezTo>
                  <a:cubicBezTo>
                    <a:pt x="102" y="59"/>
                    <a:pt x="97" y="51"/>
                    <a:pt x="100" y="45"/>
                  </a:cubicBezTo>
                  <a:cubicBezTo>
                    <a:pt x="97" y="38"/>
                    <a:pt x="95" y="33"/>
                    <a:pt x="85" y="33"/>
                  </a:cubicBezTo>
                  <a:cubicBezTo>
                    <a:pt x="82" y="33"/>
                    <a:pt x="75" y="33"/>
                    <a:pt x="72" y="32"/>
                  </a:cubicBezTo>
                  <a:cubicBezTo>
                    <a:pt x="66" y="31"/>
                    <a:pt x="67" y="33"/>
                    <a:pt x="62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4" y="33"/>
                    <a:pt x="50" y="30"/>
                    <a:pt x="50" y="28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18"/>
                    <a:pt x="51" y="13"/>
                    <a:pt x="52" y="10"/>
                  </a:cubicBezTo>
                  <a:cubicBezTo>
                    <a:pt x="47" y="3"/>
                    <a:pt x="46" y="0"/>
                    <a:pt x="33" y="0"/>
                  </a:cubicBezTo>
                  <a:cubicBezTo>
                    <a:pt x="27" y="0"/>
                    <a:pt x="24" y="8"/>
                    <a:pt x="23" y="14"/>
                  </a:cubicBezTo>
                  <a:cubicBezTo>
                    <a:pt x="22" y="23"/>
                    <a:pt x="24" y="27"/>
                    <a:pt x="20" y="34"/>
                  </a:cubicBezTo>
                  <a:cubicBezTo>
                    <a:pt x="15" y="41"/>
                    <a:pt x="15" y="41"/>
                    <a:pt x="8" y="45"/>
                  </a:cubicBezTo>
                  <a:cubicBezTo>
                    <a:pt x="4" y="48"/>
                    <a:pt x="0" y="55"/>
                    <a:pt x="0" y="61"/>
                  </a:cubicBezTo>
                  <a:cubicBezTo>
                    <a:pt x="0" y="72"/>
                    <a:pt x="3" y="70"/>
                    <a:pt x="12" y="72"/>
                  </a:cubicBezTo>
                  <a:cubicBezTo>
                    <a:pt x="17" y="73"/>
                    <a:pt x="22" y="77"/>
                    <a:pt x="22" y="83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92"/>
                    <a:pt x="5" y="93"/>
                    <a:pt x="5" y="106"/>
                  </a:cubicBezTo>
                  <a:cubicBezTo>
                    <a:pt x="5" y="106"/>
                    <a:pt x="5" y="106"/>
                    <a:pt x="5" y="106"/>
                  </a:cubicBezTo>
                  <a:cubicBezTo>
                    <a:pt x="5" y="114"/>
                    <a:pt x="8" y="113"/>
                    <a:pt x="14" y="113"/>
                  </a:cubicBezTo>
                  <a:cubicBezTo>
                    <a:pt x="22" y="113"/>
                    <a:pt x="19" y="133"/>
                    <a:pt x="19" y="141"/>
                  </a:cubicBezTo>
                  <a:cubicBezTo>
                    <a:pt x="19" y="152"/>
                    <a:pt x="19" y="164"/>
                    <a:pt x="19" y="173"/>
                  </a:cubicBezTo>
                  <a:cubicBezTo>
                    <a:pt x="19" y="178"/>
                    <a:pt x="17" y="182"/>
                    <a:pt x="17" y="185"/>
                  </a:cubicBezTo>
                  <a:cubicBezTo>
                    <a:pt x="17" y="185"/>
                    <a:pt x="18" y="186"/>
                    <a:pt x="18" y="190"/>
                  </a:cubicBezTo>
                  <a:cubicBezTo>
                    <a:pt x="15" y="192"/>
                    <a:pt x="19" y="204"/>
                    <a:pt x="25" y="207"/>
                  </a:cubicBezTo>
                  <a:close/>
                  <a:moveTo>
                    <a:pt x="968" y="193"/>
                  </a:moveTo>
                  <a:cubicBezTo>
                    <a:pt x="973" y="191"/>
                    <a:pt x="975" y="187"/>
                    <a:pt x="979" y="183"/>
                  </a:cubicBezTo>
                  <a:cubicBezTo>
                    <a:pt x="981" y="179"/>
                    <a:pt x="984" y="172"/>
                    <a:pt x="984" y="167"/>
                  </a:cubicBezTo>
                  <a:cubicBezTo>
                    <a:pt x="984" y="155"/>
                    <a:pt x="982" y="155"/>
                    <a:pt x="989" y="150"/>
                  </a:cubicBezTo>
                  <a:cubicBezTo>
                    <a:pt x="1003" y="150"/>
                    <a:pt x="1011" y="148"/>
                    <a:pt x="1011" y="134"/>
                  </a:cubicBezTo>
                  <a:cubicBezTo>
                    <a:pt x="1011" y="132"/>
                    <a:pt x="1011" y="131"/>
                    <a:pt x="1010" y="130"/>
                  </a:cubicBezTo>
                  <a:cubicBezTo>
                    <a:pt x="997" y="128"/>
                    <a:pt x="997" y="128"/>
                    <a:pt x="997" y="128"/>
                  </a:cubicBezTo>
                  <a:cubicBezTo>
                    <a:pt x="995" y="128"/>
                    <a:pt x="995" y="129"/>
                    <a:pt x="994" y="129"/>
                  </a:cubicBezTo>
                  <a:cubicBezTo>
                    <a:pt x="987" y="129"/>
                    <a:pt x="987" y="129"/>
                    <a:pt x="987" y="129"/>
                  </a:cubicBezTo>
                  <a:cubicBezTo>
                    <a:pt x="983" y="129"/>
                    <a:pt x="977" y="126"/>
                    <a:pt x="977" y="122"/>
                  </a:cubicBezTo>
                  <a:cubicBezTo>
                    <a:pt x="977" y="119"/>
                    <a:pt x="985" y="112"/>
                    <a:pt x="985" y="99"/>
                  </a:cubicBezTo>
                  <a:cubicBezTo>
                    <a:pt x="985" y="95"/>
                    <a:pt x="985" y="95"/>
                    <a:pt x="985" y="95"/>
                  </a:cubicBezTo>
                  <a:cubicBezTo>
                    <a:pt x="985" y="93"/>
                    <a:pt x="979" y="91"/>
                    <a:pt x="977" y="91"/>
                  </a:cubicBezTo>
                  <a:cubicBezTo>
                    <a:pt x="975" y="91"/>
                    <a:pt x="975" y="91"/>
                    <a:pt x="975" y="91"/>
                  </a:cubicBezTo>
                  <a:cubicBezTo>
                    <a:pt x="975" y="91"/>
                    <a:pt x="965" y="93"/>
                    <a:pt x="965" y="94"/>
                  </a:cubicBezTo>
                  <a:cubicBezTo>
                    <a:pt x="962" y="95"/>
                    <a:pt x="960" y="96"/>
                    <a:pt x="959" y="100"/>
                  </a:cubicBezTo>
                  <a:cubicBezTo>
                    <a:pt x="957" y="111"/>
                    <a:pt x="967" y="106"/>
                    <a:pt x="967" y="114"/>
                  </a:cubicBezTo>
                  <a:cubicBezTo>
                    <a:pt x="967" y="123"/>
                    <a:pt x="967" y="123"/>
                    <a:pt x="967" y="123"/>
                  </a:cubicBezTo>
                  <a:cubicBezTo>
                    <a:pt x="967" y="124"/>
                    <a:pt x="965" y="126"/>
                    <a:pt x="964" y="128"/>
                  </a:cubicBezTo>
                  <a:cubicBezTo>
                    <a:pt x="963" y="130"/>
                    <a:pt x="961" y="130"/>
                    <a:pt x="958" y="130"/>
                  </a:cubicBezTo>
                  <a:cubicBezTo>
                    <a:pt x="950" y="130"/>
                    <a:pt x="951" y="130"/>
                    <a:pt x="946" y="133"/>
                  </a:cubicBezTo>
                  <a:cubicBezTo>
                    <a:pt x="939" y="133"/>
                    <a:pt x="939" y="133"/>
                    <a:pt x="939" y="133"/>
                  </a:cubicBezTo>
                  <a:cubicBezTo>
                    <a:pt x="941" y="129"/>
                    <a:pt x="941" y="129"/>
                    <a:pt x="941" y="129"/>
                  </a:cubicBezTo>
                  <a:cubicBezTo>
                    <a:pt x="938" y="128"/>
                    <a:pt x="938" y="128"/>
                    <a:pt x="938" y="128"/>
                  </a:cubicBezTo>
                  <a:cubicBezTo>
                    <a:pt x="928" y="128"/>
                    <a:pt x="935" y="130"/>
                    <a:pt x="926" y="132"/>
                  </a:cubicBezTo>
                  <a:cubicBezTo>
                    <a:pt x="929" y="137"/>
                    <a:pt x="931" y="129"/>
                    <a:pt x="935" y="136"/>
                  </a:cubicBezTo>
                  <a:cubicBezTo>
                    <a:pt x="924" y="137"/>
                    <a:pt x="916" y="144"/>
                    <a:pt x="912" y="151"/>
                  </a:cubicBezTo>
                  <a:cubicBezTo>
                    <a:pt x="917" y="164"/>
                    <a:pt x="917" y="164"/>
                    <a:pt x="917" y="164"/>
                  </a:cubicBezTo>
                  <a:cubicBezTo>
                    <a:pt x="918" y="165"/>
                    <a:pt x="918" y="165"/>
                    <a:pt x="920" y="165"/>
                  </a:cubicBezTo>
                  <a:cubicBezTo>
                    <a:pt x="920" y="165"/>
                    <a:pt x="920" y="165"/>
                    <a:pt x="920" y="165"/>
                  </a:cubicBezTo>
                  <a:cubicBezTo>
                    <a:pt x="921" y="165"/>
                    <a:pt x="930" y="164"/>
                    <a:pt x="933" y="164"/>
                  </a:cubicBezTo>
                  <a:cubicBezTo>
                    <a:pt x="935" y="164"/>
                    <a:pt x="942" y="161"/>
                    <a:pt x="944" y="161"/>
                  </a:cubicBezTo>
                  <a:cubicBezTo>
                    <a:pt x="948" y="159"/>
                    <a:pt x="961" y="154"/>
                    <a:pt x="965" y="154"/>
                  </a:cubicBezTo>
                  <a:cubicBezTo>
                    <a:pt x="966" y="154"/>
                    <a:pt x="966" y="154"/>
                    <a:pt x="966" y="154"/>
                  </a:cubicBezTo>
                  <a:cubicBezTo>
                    <a:pt x="969" y="154"/>
                    <a:pt x="972" y="157"/>
                    <a:pt x="972" y="159"/>
                  </a:cubicBezTo>
                  <a:cubicBezTo>
                    <a:pt x="972" y="161"/>
                    <a:pt x="968" y="168"/>
                    <a:pt x="967" y="169"/>
                  </a:cubicBezTo>
                  <a:cubicBezTo>
                    <a:pt x="964" y="171"/>
                    <a:pt x="957" y="171"/>
                    <a:pt x="952" y="171"/>
                  </a:cubicBezTo>
                  <a:cubicBezTo>
                    <a:pt x="951" y="172"/>
                    <a:pt x="945" y="179"/>
                    <a:pt x="945" y="182"/>
                  </a:cubicBezTo>
                  <a:cubicBezTo>
                    <a:pt x="945" y="190"/>
                    <a:pt x="945" y="190"/>
                    <a:pt x="945" y="190"/>
                  </a:cubicBezTo>
                  <a:cubicBezTo>
                    <a:pt x="947" y="202"/>
                    <a:pt x="960" y="198"/>
                    <a:pt x="968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šḻïḑe"/>
            <p:cNvSpPr/>
            <p:nvPr/>
          </p:nvSpPr>
          <p:spPr bwMode="auto">
            <a:xfrm>
              <a:off x="5301300" y="3756463"/>
              <a:ext cx="184051" cy="162238"/>
            </a:xfrm>
            <a:custGeom>
              <a:avLst/>
              <a:gdLst>
                <a:gd name="T0" fmla="*/ 68 w 135"/>
                <a:gd name="T1" fmla="*/ 85 h 119"/>
                <a:gd name="T2" fmla="*/ 66 w 135"/>
                <a:gd name="T3" fmla="*/ 85 h 119"/>
                <a:gd name="T4" fmla="*/ 42 w 135"/>
                <a:gd name="T5" fmla="*/ 0 h 119"/>
                <a:gd name="T6" fmla="*/ 0 w 135"/>
                <a:gd name="T7" fmla="*/ 0 h 119"/>
                <a:gd name="T8" fmla="*/ 0 w 135"/>
                <a:gd name="T9" fmla="*/ 119 h 119"/>
                <a:gd name="T10" fmla="*/ 23 w 135"/>
                <a:gd name="T11" fmla="*/ 119 h 119"/>
                <a:gd name="T12" fmla="*/ 23 w 135"/>
                <a:gd name="T13" fmla="*/ 17 h 119"/>
                <a:gd name="T14" fmla="*/ 23 w 135"/>
                <a:gd name="T15" fmla="*/ 17 h 119"/>
                <a:gd name="T16" fmla="*/ 57 w 135"/>
                <a:gd name="T17" fmla="*/ 119 h 119"/>
                <a:gd name="T18" fmla="*/ 78 w 135"/>
                <a:gd name="T19" fmla="*/ 119 h 119"/>
                <a:gd name="T20" fmla="*/ 111 w 135"/>
                <a:gd name="T21" fmla="*/ 17 h 119"/>
                <a:gd name="T22" fmla="*/ 111 w 135"/>
                <a:gd name="T23" fmla="*/ 17 h 119"/>
                <a:gd name="T24" fmla="*/ 111 w 135"/>
                <a:gd name="T25" fmla="*/ 119 h 119"/>
                <a:gd name="T26" fmla="*/ 135 w 135"/>
                <a:gd name="T27" fmla="*/ 119 h 119"/>
                <a:gd name="T28" fmla="*/ 135 w 135"/>
                <a:gd name="T29" fmla="*/ 0 h 119"/>
                <a:gd name="T30" fmla="*/ 94 w 135"/>
                <a:gd name="T31" fmla="*/ 0 h 119"/>
                <a:gd name="T32" fmla="*/ 68 w 135"/>
                <a:gd name="T33" fmla="*/ 8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19">
                  <a:moveTo>
                    <a:pt x="68" y="85"/>
                  </a:moveTo>
                  <a:lnTo>
                    <a:pt x="66" y="8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7"/>
                  </a:lnTo>
                  <a:lnTo>
                    <a:pt x="23" y="17"/>
                  </a:lnTo>
                  <a:lnTo>
                    <a:pt x="57" y="119"/>
                  </a:lnTo>
                  <a:lnTo>
                    <a:pt x="78" y="119"/>
                  </a:lnTo>
                  <a:lnTo>
                    <a:pt x="111" y="17"/>
                  </a:lnTo>
                  <a:lnTo>
                    <a:pt x="111" y="17"/>
                  </a:lnTo>
                  <a:lnTo>
                    <a:pt x="111" y="119"/>
                  </a:lnTo>
                  <a:lnTo>
                    <a:pt x="135" y="119"/>
                  </a:lnTo>
                  <a:lnTo>
                    <a:pt x="135" y="0"/>
                  </a:lnTo>
                  <a:lnTo>
                    <a:pt x="94" y="0"/>
                  </a:lnTo>
                  <a:lnTo>
                    <a:pt x="68" y="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ŝľíďe"/>
            <p:cNvSpPr/>
            <p:nvPr/>
          </p:nvSpPr>
          <p:spPr bwMode="auto">
            <a:xfrm>
              <a:off x="5526251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iṡľidé"/>
            <p:cNvSpPr/>
            <p:nvPr/>
          </p:nvSpPr>
          <p:spPr bwMode="auto">
            <a:xfrm>
              <a:off x="5601235" y="3756463"/>
              <a:ext cx="144514" cy="162238"/>
            </a:xfrm>
            <a:custGeom>
              <a:avLst/>
              <a:gdLst>
                <a:gd name="T0" fmla="*/ 83 w 106"/>
                <a:gd name="T1" fmla="*/ 93 h 119"/>
                <a:gd name="T2" fmla="*/ 83 w 106"/>
                <a:gd name="T3" fmla="*/ 93 h 119"/>
                <a:gd name="T4" fmla="*/ 38 w 106"/>
                <a:gd name="T5" fmla="*/ 0 h 119"/>
                <a:gd name="T6" fmla="*/ 0 w 106"/>
                <a:gd name="T7" fmla="*/ 0 h 119"/>
                <a:gd name="T8" fmla="*/ 0 w 106"/>
                <a:gd name="T9" fmla="*/ 119 h 119"/>
                <a:gd name="T10" fmla="*/ 23 w 106"/>
                <a:gd name="T11" fmla="*/ 119 h 119"/>
                <a:gd name="T12" fmla="*/ 23 w 106"/>
                <a:gd name="T13" fmla="*/ 19 h 119"/>
                <a:gd name="T14" fmla="*/ 23 w 106"/>
                <a:gd name="T15" fmla="*/ 19 h 119"/>
                <a:gd name="T16" fmla="*/ 71 w 106"/>
                <a:gd name="T17" fmla="*/ 119 h 119"/>
                <a:gd name="T18" fmla="*/ 106 w 106"/>
                <a:gd name="T19" fmla="*/ 119 h 119"/>
                <a:gd name="T20" fmla="*/ 106 w 106"/>
                <a:gd name="T21" fmla="*/ 0 h 119"/>
                <a:gd name="T22" fmla="*/ 83 w 106"/>
                <a:gd name="T23" fmla="*/ 0 h 119"/>
                <a:gd name="T24" fmla="*/ 83 w 106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9">
                  <a:moveTo>
                    <a:pt x="83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71" y="119"/>
                  </a:lnTo>
                  <a:lnTo>
                    <a:pt x="106" y="119"/>
                  </a:lnTo>
                  <a:lnTo>
                    <a:pt x="106" y="0"/>
                  </a:lnTo>
                  <a:lnTo>
                    <a:pt x="83" y="0"/>
                  </a:lnTo>
                  <a:lnTo>
                    <a:pt x="83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śļíḋe"/>
            <p:cNvSpPr/>
            <p:nvPr/>
          </p:nvSpPr>
          <p:spPr bwMode="auto">
            <a:xfrm>
              <a:off x="5778469" y="3756463"/>
              <a:ext cx="125427" cy="162238"/>
            </a:xfrm>
            <a:custGeom>
              <a:avLst/>
              <a:gdLst>
                <a:gd name="T0" fmla="*/ 90 w 92"/>
                <a:gd name="T1" fmla="*/ 19 h 119"/>
                <a:gd name="T2" fmla="*/ 90 w 92"/>
                <a:gd name="T3" fmla="*/ 0 h 119"/>
                <a:gd name="T4" fmla="*/ 5 w 92"/>
                <a:gd name="T5" fmla="*/ 0 h 119"/>
                <a:gd name="T6" fmla="*/ 5 w 92"/>
                <a:gd name="T7" fmla="*/ 19 h 119"/>
                <a:gd name="T8" fmla="*/ 59 w 92"/>
                <a:gd name="T9" fmla="*/ 19 h 119"/>
                <a:gd name="T10" fmla="*/ 0 w 92"/>
                <a:gd name="T11" fmla="*/ 97 h 119"/>
                <a:gd name="T12" fmla="*/ 0 w 92"/>
                <a:gd name="T13" fmla="*/ 119 h 119"/>
                <a:gd name="T14" fmla="*/ 92 w 92"/>
                <a:gd name="T15" fmla="*/ 119 h 119"/>
                <a:gd name="T16" fmla="*/ 92 w 92"/>
                <a:gd name="T17" fmla="*/ 97 h 119"/>
                <a:gd name="T18" fmla="*/ 33 w 92"/>
                <a:gd name="T19" fmla="*/ 97 h 119"/>
                <a:gd name="T20" fmla="*/ 90 w 92"/>
                <a:gd name="T21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9">
                  <a:moveTo>
                    <a:pt x="90" y="19"/>
                  </a:moveTo>
                  <a:lnTo>
                    <a:pt x="90" y="0"/>
                  </a:lnTo>
                  <a:lnTo>
                    <a:pt x="5" y="0"/>
                  </a:lnTo>
                  <a:lnTo>
                    <a:pt x="5" y="19"/>
                  </a:lnTo>
                  <a:lnTo>
                    <a:pt x="59" y="19"/>
                  </a:lnTo>
                  <a:lnTo>
                    <a:pt x="0" y="97"/>
                  </a:lnTo>
                  <a:lnTo>
                    <a:pt x="0" y="119"/>
                  </a:lnTo>
                  <a:lnTo>
                    <a:pt x="92" y="119"/>
                  </a:lnTo>
                  <a:lnTo>
                    <a:pt x="92" y="97"/>
                  </a:lnTo>
                  <a:lnTo>
                    <a:pt x="33" y="97"/>
                  </a:lnTo>
                  <a:lnTo>
                    <a:pt x="9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îṣ1ïḑé"/>
            <p:cNvSpPr/>
            <p:nvPr/>
          </p:nvSpPr>
          <p:spPr bwMode="auto">
            <a:xfrm>
              <a:off x="5939343" y="3756463"/>
              <a:ext cx="139061" cy="162238"/>
            </a:xfrm>
            <a:custGeom>
              <a:avLst/>
              <a:gdLst>
                <a:gd name="T0" fmla="*/ 33 w 43"/>
                <a:gd name="T1" fmla="*/ 27 h 50"/>
                <a:gd name="T2" fmla="*/ 30 w 43"/>
                <a:gd name="T3" fmla="*/ 39 h 50"/>
                <a:gd name="T4" fmla="*/ 22 w 43"/>
                <a:gd name="T5" fmla="*/ 43 h 50"/>
                <a:gd name="T6" fmla="*/ 13 w 43"/>
                <a:gd name="T7" fmla="*/ 39 h 50"/>
                <a:gd name="T8" fmla="*/ 11 w 43"/>
                <a:gd name="T9" fmla="*/ 27 h 50"/>
                <a:gd name="T10" fmla="*/ 11 w 43"/>
                <a:gd name="T11" fmla="*/ 0 h 50"/>
                <a:gd name="T12" fmla="*/ 0 w 43"/>
                <a:gd name="T13" fmla="*/ 0 h 50"/>
                <a:gd name="T14" fmla="*/ 0 w 43"/>
                <a:gd name="T15" fmla="*/ 31 h 50"/>
                <a:gd name="T16" fmla="*/ 22 w 43"/>
                <a:gd name="T17" fmla="*/ 50 h 50"/>
                <a:gd name="T18" fmla="*/ 43 w 43"/>
                <a:gd name="T19" fmla="*/ 31 h 50"/>
                <a:gd name="T20" fmla="*/ 43 w 43"/>
                <a:gd name="T21" fmla="*/ 0 h 50"/>
                <a:gd name="T22" fmla="*/ 33 w 43"/>
                <a:gd name="T23" fmla="*/ 0 h 50"/>
                <a:gd name="T24" fmla="*/ 33 w 43"/>
                <a:gd name="T25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50">
                  <a:moveTo>
                    <a:pt x="33" y="27"/>
                  </a:moveTo>
                  <a:cubicBezTo>
                    <a:pt x="33" y="33"/>
                    <a:pt x="32" y="37"/>
                    <a:pt x="30" y="39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8" y="43"/>
                    <a:pt x="15" y="42"/>
                    <a:pt x="13" y="39"/>
                  </a:cubicBezTo>
                  <a:cubicBezTo>
                    <a:pt x="11" y="37"/>
                    <a:pt x="10" y="33"/>
                    <a:pt x="11" y="2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4"/>
                    <a:pt x="7" y="50"/>
                    <a:pt x="22" y="50"/>
                  </a:cubicBezTo>
                  <a:cubicBezTo>
                    <a:pt x="36" y="50"/>
                    <a:pt x="43" y="44"/>
                    <a:pt x="43" y="31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íṧḷíďè"/>
            <p:cNvSpPr/>
            <p:nvPr/>
          </p:nvSpPr>
          <p:spPr bwMode="auto">
            <a:xfrm>
              <a:off x="6175202" y="3756463"/>
              <a:ext cx="141788" cy="162238"/>
            </a:xfrm>
            <a:custGeom>
              <a:avLst/>
              <a:gdLst>
                <a:gd name="T0" fmla="*/ 33 w 44"/>
                <a:gd name="T1" fmla="*/ 27 h 50"/>
                <a:gd name="T2" fmla="*/ 31 w 44"/>
                <a:gd name="T3" fmla="*/ 39 h 50"/>
                <a:gd name="T4" fmla="*/ 22 w 44"/>
                <a:gd name="T5" fmla="*/ 43 h 50"/>
                <a:gd name="T6" fmla="*/ 13 w 44"/>
                <a:gd name="T7" fmla="*/ 39 h 50"/>
                <a:gd name="T8" fmla="*/ 11 w 44"/>
                <a:gd name="T9" fmla="*/ 27 h 50"/>
                <a:gd name="T10" fmla="*/ 11 w 44"/>
                <a:gd name="T11" fmla="*/ 0 h 50"/>
                <a:gd name="T12" fmla="*/ 0 w 44"/>
                <a:gd name="T13" fmla="*/ 0 h 50"/>
                <a:gd name="T14" fmla="*/ 0 w 44"/>
                <a:gd name="T15" fmla="*/ 31 h 50"/>
                <a:gd name="T16" fmla="*/ 22 w 44"/>
                <a:gd name="T17" fmla="*/ 50 h 50"/>
                <a:gd name="T18" fmla="*/ 44 w 44"/>
                <a:gd name="T19" fmla="*/ 31 h 50"/>
                <a:gd name="T20" fmla="*/ 44 w 44"/>
                <a:gd name="T21" fmla="*/ 0 h 50"/>
                <a:gd name="T22" fmla="*/ 33 w 44"/>
                <a:gd name="T23" fmla="*/ 0 h 50"/>
                <a:gd name="T24" fmla="*/ 33 w 44"/>
                <a:gd name="T25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50">
                  <a:moveTo>
                    <a:pt x="33" y="27"/>
                  </a:moveTo>
                  <a:cubicBezTo>
                    <a:pt x="33" y="33"/>
                    <a:pt x="32" y="37"/>
                    <a:pt x="31" y="39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8" y="43"/>
                    <a:pt x="15" y="42"/>
                    <a:pt x="13" y="39"/>
                  </a:cubicBezTo>
                  <a:cubicBezTo>
                    <a:pt x="11" y="37"/>
                    <a:pt x="11" y="33"/>
                    <a:pt x="11" y="2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4"/>
                    <a:pt x="8" y="50"/>
                    <a:pt x="22" y="50"/>
                  </a:cubicBezTo>
                  <a:cubicBezTo>
                    <a:pt x="36" y="50"/>
                    <a:pt x="43" y="44"/>
                    <a:pt x="44" y="31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i$1iḓê"/>
            <p:cNvSpPr/>
            <p:nvPr/>
          </p:nvSpPr>
          <p:spPr bwMode="auto">
            <a:xfrm>
              <a:off x="6359253" y="3756463"/>
              <a:ext cx="148604" cy="162238"/>
            </a:xfrm>
            <a:custGeom>
              <a:avLst/>
              <a:gdLst>
                <a:gd name="T0" fmla="*/ 85 w 109"/>
                <a:gd name="T1" fmla="*/ 93 h 119"/>
                <a:gd name="T2" fmla="*/ 83 w 109"/>
                <a:gd name="T3" fmla="*/ 93 h 119"/>
                <a:gd name="T4" fmla="*/ 38 w 109"/>
                <a:gd name="T5" fmla="*/ 0 h 119"/>
                <a:gd name="T6" fmla="*/ 0 w 109"/>
                <a:gd name="T7" fmla="*/ 0 h 119"/>
                <a:gd name="T8" fmla="*/ 0 w 109"/>
                <a:gd name="T9" fmla="*/ 119 h 119"/>
                <a:gd name="T10" fmla="*/ 23 w 109"/>
                <a:gd name="T11" fmla="*/ 119 h 119"/>
                <a:gd name="T12" fmla="*/ 23 w 109"/>
                <a:gd name="T13" fmla="*/ 19 h 119"/>
                <a:gd name="T14" fmla="*/ 26 w 109"/>
                <a:gd name="T15" fmla="*/ 19 h 119"/>
                <a:gd name="T16" fmla="*/ 71 w 109"/>
                <a:gd name="T17" fmla="*/ 119 h 119"/>
                <a:gd name="T18" fmla="*/ 109 w 109"/>
                <a:gd name="T19" fmla="*/ 119 h 119"/>
                <a:gd name="T20" fmla="*/ 109 w 109"/>
                <a:gd name="T21" fmla="*/ 0 h 119"/>
                <a:gd name="T22" fmla="*/ 85 w 109"/>
                <a:gd name="T23" fmla="*/ 0 h 119"/>
                <a:gd name="T24" fmla="*/ 85 w 109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" h="119">
                  <a:moveTo>
                    <a:pt x="85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6" y="19"/>
                  </a:lnTo>
                  <a:lnTo>
                    <a:pt x="71" y="119"/>
                  </a:lnTo>
                  <a:lnTo>
                    <a:pt x="109" y="119"/>
                  </a:lnTo>
                  <a:lnTo>
                    <a:pt x="109" y="0"/>
                  </a:lnTo>
                  <a:lnTo>
                    <a:pt x="85" y="0"/>
                  </a:lnTo>
                  <a:lnTo>
                    <a:pt x="85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ṩḻïḍê"/>
            <p:cNvSpPr/>
            <p:nvPr/>
          </p:nvSpPr>
          <p:spPr bwMode="auto">
            <a:xfrm>
              <a:off x="6546030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Sliḑè"/>
            <p:cNvSpPr/>
            <p:nvPr/>
          </p:nvSpPr>
          <p:spPr bwMode="auto">
            <a:xfrm>
              <a:off x="6610107" y="3756463"/>
              <a:ext cx="155421" cy="162238"/>
            </a:xfrm>
            <a:custGeom>
              <a:avLst/>
              <a:gdLst>
                <a:gd name="T0" fmla="*/ 59 w 114"/>
                <a:gd name="T1" fmla="*/ 93 h 119"/>
                <a:gd name="T2" fmla="*/ 57 w 114"/>
                <a:gd name="T3" fmla="*/ 93 h 119"/>
                <a:gd name="T4" fmla="*/ 26 w 114"/>
                <a:gd name="T5" fmla="*/ 0 h 119"/>
                <a:gd name="T6" fmla="*/ 0 w 114"/>
                <a:gd name="T7" fmla="*/ 0 h 119"/>
                <a:gd name="T8" fmla="*/ 43 w 114"/>
                <a:gd name="T9" fmla="*/ 119 h 119"/>
                <a:gd name="T10" fmla="*/ 71 w 114"/>
                <a:gd name="T11" fmla="*/ 119 h 119"/>
                <a:gd name="T12" fmla="*/ 114 w 114"/>
                <a:gd name="T13" fmla="*/ 0 h 119"/>
                <a:gd name="T14" fmla="*/ 90 w 114"/>
                <a:gd name="T15" fmla="*/ 0 h 119"/>
                <a:gd name="T16" fmla="*/ 59 w 114"/>
                <a:gd name="T17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" h="119">
                  <a:moveTo>
                    <a:pt x="59" y="93"/>
                  </a:moveTo>
                  <a:lnTo>
                    <a:pt x="57" y="93"/>
                  </a:lnTo>
                  <a:lnTo>
                    <a:pt x="26" y="0"/>
                  </a:lnTo>
                  <a:lnTo>
                    <a:pt x="0" y="0"/>
                  </a:lnTo>
                  <a:lnTo>
                    <a:pt x="43" y="119"/>
                  </a:lnTo>
                  <a:lnTo>
                    <a:pt x="71" y="119"/>
                  </a:lnTo>
                  <a:lnTo>
                    <a:pt x="114" y="0"/>
                  </a:lnTo>
                  <a:lnTo>
                    <a:pt x="90" y="0"/>
                  </a:lnTo>
                  <a:lnTo>
                    <a:pt x="59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ïṥļïde"/>
            <p:cNvSpPr/>
            <p:nvPr/>
          </p:nvSpPr>
          <p:spPr bwMode="auto">
            <a:xfrm>
              <a:off x="6794159" y="3756463"/>
              <a:ext cx="110431" cy="162238"/>
            </a:xfrm>
            <a:custGeom>
              <a:avLst/>
              <a:gdLst>
                <a:gd name="T0" fmla="*/ 26 w 81"/>
                <a:gd name="T1" fmla="*/ 66 h 119"/>
                <a:gd name="T2" fmla="*/ 76 w 81"/>
                <a:gd name="T3" fmla="*/ 66 h 119"/>
                <a:gd name="T4" fmla="*/ 76 w 81"/>
                <a:gd name="T5" fmla="*/ 47 h 119"/>
                <a:gd name="T6" fmla="*/ 26 w 81"/>
                <a:gd name="T7" fmla="*/ 47 h 119"/>
                <a:gd name="T8" fmla="*/ 26 w 81"/>
                <a:gd name="T9" fmla="*/ 19 h 119"/>
                <a:gd name="T10" fmla="*/ 78 w 81"/>
                <a:gd name="T11" fmla="*/ 19 h 119"/>
                <a:gd name="T12" fmla="*/ 78 w 81"/>
                <a:gd name="T13" fmla="*/ 0 h 119"/>
                <a:gd name="T14" fmla="*/ 0 w 81"/>
                <a:gd name="T15" fmla="*/ 0 h 119"/>
                <a:gd name="T16" fmla="*/ 0 w 81"/>
                <a:gd name="T17" fmla="*/ 119 h 119"/>
                <a:gd name="T18" fmla="*/ 81 w 81"/>
                <a:gd name="T19" fmla="*/ 119 h 119"/>
                <a:gd name="T20" fmla="*/ 81 w 81"/>
                <a:gd name="T21" fmla="*/ 97 h 119"/>
                <a:gd name="T22" fmla="*/ 26 w 81"/>
                <a:gd name="T23" fmla="*/ 97 h 119"/>
                <a:gd name="T24" fmla="*/ 26 w 81"/>
                <a:gd name="T25" fmla="*/ 6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" h="119">
                  <a:moveTo>
                    <a:pt x="26" y="66"/>
                  </a:moveTo>
                  <a:lnTo>
                    <a:pt x="76" y="66"/>
                  </a:lnTo>
                  <a:lnTo>
                    <a:pt x="76" y="47"/>
                  </a:lnTo>
                  <a:lnTo>
                    <a:pt x="26" y="47"/>
                  </a:lnTo>
                  <a:lnTo>
                    <a:pt x="26" y="19"/>
                  </a:lnTo>
                  <a:lnTo>
                    <a:pt x="78" y="19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81" y="119"/>
                  </a:lnTo>
                  <a:lnTo>
                    <a:pt x="81" y="97"/>
                  </a:lnTo>
                  <a:lnTo>
                    <a:pt x="26" y="97"/>
                  </a:lnTo>
                  <a:lnTo>
                    <a:pt x="26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ïś1ïďe"/>
            <p:cNvSpPr/>
            <p:nvPr/>
          </p:nvSpPr>
          <p:spPr bwMode="auto">
            <a:xfrm>
              <a:off x="6942763" y="3756463"/>
              <a:ext cx="129517" cy="162238"/>
            </a:xfrm>
            <a:custGeom>
              <a:avLst/>
              <a:gdLst>
                <a:gd name="T0" fmla="*/ 37 w 40"/>
                <a:gd name="T1" fmla="*/ 36 h 50"/>
                <a:gd name="T2" fmla="*/ 28 w 40"/>
                <a:gd name="T3" fmla="*/ 25 h 50"/>
                <a:gd name="T4" fmla="*/ 28 w 40"/>
                <a:gd name="T5" fmla="*/ 25 h 50"/>
                <a:gd name="T6" fmla="*/ 39 w 40"/>
                <a:gd name="T7" fmla="*/ 13 h 50"/>
                <a:gd name="T8" fmla="*/ 21 w 40"/>
                <a:gd name="T9" fmla="*/ 0 h 50"/>
                <a:gd name="T10" fmla="*/ 0 w 40"/>
                <a:gd name="T11" fmla="*/ 0 h 50"/>
                <a:gd name="T12" fmla="*/ 0 w 40"/>
                <a:gd name="T13" fmla="*/ 50 h 50"/>
                <a:gd name="T14" fmla="*/ 11 w 40"/>
                <a:gd name="T15" fmla="*/ 50 h 50"/>
                <a:gd name="T16" fmla="*/ 11 w 40"/>
                <a:gd name="T17" fmla="*/ 30 h 50"/>
                <a:gd name="T18" fmla="*/ 22 w 40"/>
                <a:gd name="T19" fmla="*/ 30 h 50"/>
                <a:gd name="T20" fmla="*/ 27 w 40"/>
                <a:gd name="T21" fmla="*/ 36 h 50"/>
                <a:gd name="T22" fmla="*/ 29 w 40"/>
                <a:gd name="T23" fmla="*/ 50 h 50"/>
                <a:gd name="T24" fmla="*/ 40 w 40"/>
                <a:gd name="T25" fmla="*/ 50 h 50"/>
                <a:gd name="T26" fmla="*/ 38 w 40"/>
                <a:gd name="T27" fmla="*/ 38 h 50"/>
                <a:gd name="T28" fmla="*/ 37 w 40"/>
                <a:gd name="T29" fmla="*/ 36 h 50"/>
                <a:gd name="T30" fmla="*/ 20 w 40"/>
                <a:gd name="T31" fmla="*/ 21 h 50"/>
                <a:gd name="T32" fmla="*/ 11 w 40"/>
                <a:gd name="T33" fmla="*/ 21 h 50"/>
                <a:gd name="T34" fmla="*/ 11 w 40"/>
                <a:gd name="T35" fmla="*/ 8 h 50"/>
                <a:gd name="T36" fmla="*/ 20 w 40"/>
                <a:gd name="T37" fmla="*/ 8 h 50"/>
                <a:gd name="T38" fmla="*/ 27 w 40"/>
                <a:gd name="T39" fmla="*/ 14 h 50"/>
                <a:gd name="T40" fmla="*/ 20 w 40"/>
                <a:gd name="T41" fmla="*/ 2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" h="50">
                  <a:moveTo>
                    <a:pt x="37" y="36"/>
                  </a:moveTo>
                  <a:cubicBezTo>
                    <a:pt x="37" y="29"/>
                    <a:pt x="34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5" y="23"/>
                    <a:pt x="39" y="19"/>
                    <a:pt x="39" y="13"/>
                  </a:cubicBezTo>
                  <a:cubicBezTo>
                    <a:pt x="39" y="4"/>
                    <a:pt x="33" y="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5" y="30"/>
                    <a:pt x="26" y="32"/>
                    <a:pt x="27" y="36"/>
                  </a:cubicBezTo>
                  <a:cubicBezTo>
                    <a:pt x="27" y="41"/>
                    <a:pt x="28" y="46"/>
                    <a:pt x="29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39" y="48"/>
                    <a:pt x="38" y="44"/>
                    <a:pt x="38" y="38"/>
                  </a:cubicBezTo>
                  <a:cubicBezTo>
                    <a:pt x="38" y="38"/>
                    <a:pt x="38" y="37"/>
                    <a:pt x="37" y="36"/>
                  </a:cubicBezTo>
                  <a:close/>
                  <a:moveTo>
                    <a:pt x="20" y="21"/>
                  </a:moveTo>
                  <a:cubicBezTo>
                    <a:pt x="11" y="21"/>
                    <a:pt x="11" y="21"/>
                    <a:pt x="11" y="21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5" y="8"/>
                    <a:pt x="27" y="10"/>
                    <a:pt x="27" y="14"/>
                  </a:cubicBezTo>
                  <a:cubicBezTo>
                    <a:pt x="27" y="19"/>
                    <a:pt x="25" y="21"/>
                    <a:pt x="2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íṣľïďê"/>
            <p:cNvSpPr/>
            <p:nvPr/>
          </p:nvSpPr>
          <p:spPr bwMode="auto">
            <a:xfrm>
              <a:off x="7098184" y="3753737"/>
              <a:ext cx="132244" cy="164964"/>
            </a:xfrm>
            <a:custGeom>
              <a:avLst/>
              <a:gdLst>
                <a:gd name="T0" fmla="*/ 24 w 41"/>
                <a:gd name="T1" fmla="*/ 21 h 51"/>
                <a:gd name="T2" fmla="*/ 22 w 41"/>
                <a:gd name="T3" fmla="*/ 21 h 51"/>
                <a:gd name="T4" fmla="*/ 13 w 41"/>
                <a:gd name="T5" fmla="*/ 14 h 51"/>
                <a:gd name="T6" fmla="*/ 21 w 41"/>
                <a:gd name="T7" fmla="*/ 7 h 51"/>
                <a:gd name="T8" fmla="*/ 29 w 41"/>
                <a:gd name="T9" fmla="*/ 15 h 51"/>
                <a:gd name="T10" fmla="*/ 40 w 41"/>
                <a:gd name="T11" fmla="*/ 15 h 51"/>
                <a:gd name="T12" fmla="*/ 23 w 41"/>
                <a:gd name="T13" fmla="*/ 0 h 51"/>
                <a:gd name="T14" fmla="*/ 2 w 41"/>
                <a:gd name="T15" fmla="*/ 16 h 51"/>
                <a:gd name="T16" fmla="*/ 18 w 41"/>
                <a:gd name="T17" fmla="*/ 30 h 51"/>
                <a:gd name="T18" fmla="*/ 20 w 41"/>
                <a:gd name="T19" fmla="*/ 30 h 51"/>
                <a:gd name="T20" fmla="*/ 30 w 41"/>
                <a:gd name="T21" fmla="*/ 38 h 51"/>
                <a:gd name="T22" fmla="*/ 20 w 41"/>
                <a:gd name="T23" fmla="*/ 44 h 51"/>
                <a:gd name="T24" fmla="*/ 11 w 41"/>
                <a:gd name="T25" fmla="*/ 35 h 51"/>
                <a:gd name="T26" fmla="*/ 0 w 41"/>
                <a:gd name="T27" fmla="*/ 35 h 51"/>
                <a:gd name="T28" fmla="*/ 20 w 41"/>
                <a:gd name="T29" fmla="*/ 51 h 51"/>
                <a:gd name="T30" fmla="*/ 41 w 41"/>
                <a:gd name="T31" fmla="*/ 35 h 51"/>
                <a:gd name="T32" fmla="*/ 24 w 41"/>
                <a:gd name="T33" fmla="*/ 2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" h="51">
                  <a:moveTo>
                    <a:pt x="24" y="21"/>
                  </a:moveTo>
                  <a:cubicBezTo>
                    <a:pt x="23" y="21"/>
                    <a:pt x="22" y="21"/>
                    <a:pt x="22" y="21"/>
                  </a:cubicBezTo>
                  <a:cubicBezTo>
                    <a:pt x="16" y="20"/>
                    <a:pt x="13" y="18"/>
                    <a:pt x="13" y="14"/>
                  </a:cubicBezTo>
                  <a:cubicBezTo>
                    <a:pt x="13" y="10"/>
                    <a:pt x="16" y="8"/>
                    <a:pt x="21" y="7"/>
                  </a:cubicBezTo>
                  <a:cubicBezTo>
                    <a:pt x="26" y="7"/>
                    <a:pt x="29" y="10"/>
                    <a:pt x="29" y="15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39" y="5"/>
                    <a:pt x="33" y="0"/>
                    <a:pt x="23" y="0"/>
                  </a:cubicBezTo>
                  <a:cubicBezTo>
                    <a:pt x="9" y="0"/>
                    <a:pt x="2" y="6"/>
                    <a:pt x="2" y="16"/>
                  </a:cubicBezTo>
                  <a:cubicBezTo>
                    <a:pt x="2" y="23"/>
                    <a:pt x="7" y="27"/>
                    <a:pt x="18" y="30"/>
                  </a:cubicBezTo>
                  <a:cubicBezTo>
                    <a:pt x="19" y="30"/>
                    <a:pt x="19" y="30"/>
                    <a:pt x="20" y="30"/>
                  </a:cubicBezTo>
                  <a:cubicBezTo>
                    <a:pt x="26" y="32"/>
                    <a:pt x="30" y="34"/>
                    <a:pt x="30" y="38"/>
                  </a:cubicBezTo>
                  <a:cubicBezTo>
                    <a:pt x="29" y="42"/>
                    <a:pt x="26" y="44"/>
                    <a:pt x="20" y="44"/>
                  </a:cubicBezTo>
                  <a:cubicBezTo>
                    <a:pt x="14" y="44"/>
                    <a:pt x="11" y="41"/>
                    <a:pt x="11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46"/>
                    <a:pt x="7" y="51"/>
                    <a:pt x="20" y="51"/>
                  </a:cubicBezTo>
                  <a:cubicBezTo>
                    <a:pt x="34" y="51"/>
                    <a:pt x="41" y="46"/>
                    <a:pt x="41" y="35"/>
                  </a:cubicBezTo>
                  <a:cubicBezTo>
                    <a:pt x="41" y="28"/>
                    <a:pt x="35" y="24"/>
                    <a:pt x="2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îsļïḋé"/>
            <p:cNvSpPr/>
            <p:nvPr/>
          </p:nvSpPr>
          <p:spPr bwMode="auto">
            <a:xfrm>
              <a:off x="7265875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işliḋé"/>
            <p:cNvSpPr/>
            <p:nvPr/>
          </p:nvSpPr>
          <p:spPr bwMode="auto">
            <a:xfrm>
              <a:off x="7329952" y="3756463"/>
              <a:ext cx="132244" cy="162238"/>
            </a:xfrm>
            <a:custGeom>
              <a:avLst/>
              <a:gdLst>
                <a:gd name="T0" fmla="*/ 0 w 97"/>
                <a:gd name="T1" fmla="*/ 19 h 119"/>
                <a:gd name="T2" fmla="*/ 35 w 97"/>
                <a:gd name="T3" fmla="*/ 19 h 119"/>
                <a:gd name="T4" fmla="*/ 35 w 97"/>
                <a:gd name="T5" fmla="*/ 119 h 119"/>
                <a:gd name="T6" fmla="*/ 61 w 97"/>
                <a:gd name="T7" fmla="*/ 119 h 119"/>
                <a:gd name="T8" fmla="*/ 61 w 97"/>
                <a:gd name="T9" fmla="*/ 19 h 119"/>
                <a:gd name="T10" fmla="*/ 97 w 97"/>
                <a:gd name="T11" fmla="*/ 19 h 119"/>
                <a:gd name="T12" fmla="*/ 97 w 97"/>
                <a:gd name="T13" fmla="*/ 0 h 119"/>
                <a:gd name="T14" fmla="*/ 0 w 97"/>
                <a:gd name="T15" fmla="*/ 0 h 119"/>
                <a:gd name="T16" fmla="*/ 0 w 97"/>
                <a:gd name="T17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19">
                  <a:moveTo>
                    <a:pt x="0" y="19"/>
                  </a:moveTo>
                  <a:lnTo>
                    <a:pt x="35" y="19"/>
                  </a:lnTo>
                  <a:lnTo>
                    <a:pt x="35" y="119"/>
                  </a:lnTo>
                  <a:lnTo>
                    <a:pt x="61" y="119"/>
                  </a:lnTo>
                  <a:lnTo>
                    <a:pt x="61" y="19"/>
                  </a:lnTo>
                  <a:lnTo>
                    <a:pt x="97" y="19"/>
                  </a:lnTo>
                  <a:lnTo>
                    <a:pt x="97" y="0"/>
                  </a:lnTo>
                  <a:lnTo>
                    <a:pt x="0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íślíḑè"/>
            <p:cNvSpPr/>
            <p:nvPr/>
          </p:nvSpPr>
          <p:spPr bwMode="auto">
            <a:xfrm>
              <a:off x="7478556" y="3756463"/>
              <a:ext cx="144514" cy="162238"/>
            </a:xfrm>
            <a:custGeom>
              <a:avLst/>
              <a:gdLst>
                <a:gd name="T0" fmla="*/ 54 w 106"/>
                <a:gd name="T1" fmla="*/ 55 h 119"/>
                <a:gd name="T2" fmla="*/ 30 w 106"/>
                <a:gd name="T3" fmla="*/ 0 h 119"/>
                <a:gd name="T4" fmla="*/ 0 w 106"/>
                <a:gd name="T5" fmla="*/ 0 h 119"/>
                <a:gd name="T6" fmla="*/ 40 w 106"/>
                <a:gd name="T7" fmla="*/ 81 h 119"/>
                <a:gd name="T8" fmla="*/ 40 w 106"/>
                <a:gd name="T9" fmla="*/ 119 h 119"/>
                <a:gd name="T10" fmla="*/ 66 w 106"/>
                <a:gd name="T11" fmla="*/ 119 h 119"/>
                <a:gd name="T12" fmla="*/ 66 w 106"/>
                <a:gd name="T13" fmla="*/ 81 h 119"/>
                <a:gd name="T14" fmla="*/ 106 w 106"/>
                <a:gd name="T15" fmla="*/ 0 h 119"/>
                <a:gd name="T16" fmla="*/ 80 w 106"/>
                <a:gd name="T17" fmla="*/ 0 h 119"/>
                <a:gd name="T18" fmla="*/ 54 w 106"/>
                <a:gd name="T19" fmla="*/ 5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19">
                  <a:moveTo>
                    <a:pt x="54" y="55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40" y="81"/>
                  </a:lnTo>
                  <a:lnTo>
                    <a:pt x="40" y="119"/>
                  </a:lnTo>
                  <a:lnTo>
                    <a:pt x="66" y="119"/>
                  </a:lnTo>
                  <a:lnTo>
                    <a:pt x="66" y="81"/>
                  </a:lnTo>
                  <a:lnTo>
                    <a:pt x="106" y="0"/>
                  </a:lnTo>
                  <a:lnTo>
                    <a:pt x="80" y="0"/>
                  </a:lnTo>
                  <a:lnTo>
                    <a:pt x="54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ïś1ïḋè"/>
            <p:cNvSpPr/>
            <p:nvPr/>
          </p:nvSpPr>
          <p:spPr bwMode="auto">
            <a:xfrm>
              <a:off x="7698054" y="3753737"/>
              <a:ext cx="154058" cy="164964"/>
            </a:xfrm>
            <a:custGeom>
              <a:avLst/>
              <a:gdLst>
                <a:gd name="T0" fmla="*/ 24 w 48"/>
                <a:gd name="T1" fmla="*/ 0 h 51"/>
                <a:gd name="T2" fmla="*/ 0 w 48"/>
                <a:gd name="T3" fmla="*/ 26 h 51"/>
                <a:gd name="T4" fmla="*/ 24 w 48"/>
                <a:gd name="T5" fmla="*/ 51 h 51"/>
                <a:gd name="T6" fmla="*/ 48 w 48"/>
                <a:gd name="T7" fmla="*/ 26 h 51"/>
                <a:gd name="T8" fmla="*/ 24 w 48"/>
                <a:gd name="T9" fmla="*/ 0 h 51"/>
                <a:gd name="T10" fmla="*/ 24 w 48"/>
                <a:gd name="T11" fmla="*/ 44 h 51"/>
                <a:gd name="T12" fmla="*/ 11 w 48"/>
                <a:gd name="T13" fmla="*/ 26 h 51"/>
                <a:gd name="T14" fmla="*/ 24 w 48"/>
                <a:gd name="T15" fmla="*/ 7 h 51"/>
                <a:gd name="T16" fmla="*/ 36 w 48"/>
                <a:gd name="T17" fmla="*/ 26 h 51"/>
                <a:gd name="T18" fmla="*/ 24 w 48"/>
                <a:gd name="T19" fmla="*/ 4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51">
                  <a:moveTo>
                    <a:pt x="24" y="0"/>
                  </a:moveTo>
                  <a:cubicBezTo>
                    <a:pt x="8" y="0"/>
                    <a:pt x="0" y="9"/>
                    <a:pt x="0" y="26"/>
                  </a:cubicBezTo>
                  <a:cubicBezTo>
                    <a:pt x="0" y="43"/>
                    <a:pt x="8" y="51"/>
                    <a:pt x="24" y="51"/>
                  </a:cubicBezTo>
                  <a:cubicBezTo>
                    <a:pt x="39" y="51"/>
                    <a:pt x="47" y="43"/>
                    <a:pt x="48" y="26"/>
                  </a:cubicBezTo>
                  <a:cubicBezTo>
                    <a:pt x="47" y="9"/>
                    <a:pt x="39" y="0"/>
                    <a:pt x="24" y="0"/>
                  </a:cubicBezTo>
                  <a:close/>
                  <a:moveTo>
                    <a:pt x="24" y="44"/>
                  </a:moveTo>
                  <a:cubicBezTo>
                    <a:pt x="15" y="44"/>
                    <a:pt x="11" y="38"/>
                    <a:pt x="11" y="26"/>
                  </a:cubicBezTo>
                  <a:cubicBezTo>
                    <a:pt x="11" y="14"/>
                    <a:pt x="15" y="7"/>
                    <a:pt x="24" y="7"/>
                  </a:cubicBezTo>
                  <a:cubicBezTo>
                    <a:pt x="32" y="7"/>
                    <a:pt x="36" y="14"/>
                    <a:pt x="36" y="26"/>
                  </a:cubicBezTo>
                  <a:cubicBezTo>
                    <a:pt x="36" y="38"/>
                    <a:pt x="32" y="44"/>
                    <a:pt x="24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îsļïḍê"/>
            <p:cNvSpPr/>
            <p:nvPr/>
          </p:nvSpPr>
          <p:spPr bwMode="auto">
            <a:xfrm>
              <a:off x="7887558" y="3756463"/>
              <a:ext cx="106341" cy="162238"/>
            </a:xfrm>
            <a:custGeom>
              <a:avLst/>
              <a:gdLst>
                <a:gd name="T0" fmla="*/ 0 w 78"/>
                <a:gd name="T1" fmla="*/ 119 h 119"/>
                <a:gd name="T2" fmla="*/ 26 w 78"/>
                <a:gd name="T3" fmla="*/ 119 h 119"/>
                <a:gd name="T4" fmla="*/ 26 w 78"/>
                <a:gd name="T5" fmla="*/ 66 h 119"/>
                <a:gd name="T6" fmla="*/ 73 w 78"/>
                <a:gd name="T7" fmla="*/ 66 h 119"/>
                <a:gd name="T8" fmla="*/ 73 w 78"/>
                <a:gd name="T9" fmla="*/ 47 h 119"/>
                <a:gd name="T10" fmla="*/ 26 w 78"/>
                <a:gd name="T11" fmla="*/ 47 h 119"/>
                <a:gd name="T12" fmla="*/ 26 w 78"/>
                <a:gd name="T13" fmla="*/ 19 h 119"/>
                <a:gd name="T14" fmla="*/ 78 w 78"/>
                <a:gd name="T15" fmla="*/ 19 h 119"/>
                <a:gd name="T16" fmla="*/ 78 w 78"/>
                <a:gd name="T17" fmla="*/ 0 h 119"/>
                <a:gd name="T18" fmla="*/ 0 w 78"/>
                <a:gd name="T19" fmla="*/ 0 h 119"/>
                <a:gd name="T20" fmla="*/ 0 w 78"/>
                <a:gd name="T21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119">
                  <a:moveTo>
                    <a:pt x="0" y="119"/>
                  </a:moveTo>
                  <a:lnTo>
                    <a:pt x="26" y="119"/>
                  </a:lnTo>
                  <a:lnTo>
                    <a:pt x="26" y="66"/>
                  </a:lnTo>
                  <a:lnTo>
                    <a:pt x="73" y="66"/>
                  </a:lnTo>
                  <a:lnTo>
                    <a:pt x="73" y="47"/>
                  </a:lnTo>
                  <a:lnTo>
                    <a:pt x="26" y="47"/>
                  </a:lnTo>
                  <a:lnTo>
                    <a:pt x="26" y="19"/>
                  </a:lnTo>
                  <a:lnTo>
                    <a:pt x="78" y="19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íṣlíḑé"/>
            <p:cNvSpPr/>
            <p:nvPr/>
          </p:nvSpPr>
          <p:spPr bwMode="auto">
            <a:xfrm>
              <a:off x="8068883" y="3753737"/>
              <a:ext cx="134971" cy="164964"/>
            </a:xfrm>
            <a:custGeom>
              <a:avLst/>
              <a:gdLst>
                <a:gd name="T0" fmla="*/ 21 w 42"/>
                <a:gd name="T1" fmla="*/ 7 h 51"/>
                <a:gd name="T2" fmla="*/ 31 w 42"/>
                <a:gd name="T3" fmla="*/ 17 h 51"/>
                <a:gd name="T4" fmla="*/ 42 w 42"/>
                <a:gd name="T5" fmla="*/ 17 h 51"/>
                <a:gd name="T6" fmla="*/ 21 w 42"/>
                <a:gd name="T7" fmla="*/ 0 h 51"/>
                <a:gd name="T8" fmla="*/ 0 w 42"/>
                <a:gd name="T9" fmla="*/ 26 h 51"/>
                <a:gd name="T10" fmla="*/ 21 w 42"/>
                <a:gd name="T11" fmla="*/ 51 h 51"/>
                <a:gd name="T12" fmla="*/ 42 w 42"/>
                <a:gd name="T13" fmla="*/ 35 h 51"/>
                <a:gd name="T14" fmla="*/ 31 w 42"/>
                <a:gd name="T15" fmla="*/ 35 h 51"/>
                <a:gd name="T16" fmla="*/ 21 w 42"/>
                <a:gd name="T17" fmla="*/ 44 h 51"/>
                <a:gd name="T18" fmla="*/ 11 w 42"/>
                <a:gd name="T19" fmla="*/ 26 h 51"/>
                <a:gd name="T20" fmla="*/ 21 w 42"/>
                <a:gd name="T21" fmla="*/ 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" h="51">
                  <a:moveTo>
                    <a:pt x="21" y="7"/>
                  </a:moveTo>
                  <a:cubicBezTo>
                    <a:pt x="27" y="8"/>
                    <a:pt x="30" y="11"/>
                    <a:pt x="31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1" y="6"/>
                    <a:pt x="34" y="0"/>
                    <a:pt x="21" y="0"/>
                  </a:cubicBezTo>
                  <a:cubicBezTo>
                    <a:pt x="7" y="0"/>
                    <a:pt x="0" y="9"/>
                    <a:pt x="0" y="26"/>
                  </a:cubicBezTo>
                  <a:cubicBezTo>
                    <a:pt x="0" y="43"/>
                    <a:pt x="7" y="51"/>
                    <a:pt x="21" y="51"/>
                  </a:cubicBezTo>
                  <a:cubicBezTo>
                    <a:pt x="34" y="51"/>
                    <a:pt x="41" y="46"/>
                    <a:pt x="42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0" y="41"/>
                    <a:pt x="27" y="44"/>
                    <a:pt x="21" y="44"/>
                  </a:cubicBezTo>
                  <a:cubicBezTo>
                    <a:pt x="15" y="44"/>
                    <a:pt x="12" y="38"/>
                    <a:pt x="11" y="26"/>
                  </a:cubicBezTo>
                  <a:cubicBezTo>
                    <a:pt x="12" y="14"/>
                    <a:pt x="15" y="8"/>
                    <a:pt x="2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ïSlïḓe"/>
            <p:cNvSpPr/>
            <p:nvPr/>
          </p:nvSpPr>
          <p:spPr bwMode="auto">
            <a:xfrm>
              <a:off x="8236574" y="3756463"/>
              <a:ext cx="132244" cy="162238"/>
            </a:xfrm>
            <a:custGeom>
              <a:avLst/>
              <a:gdLst>
                <a:gd name="T0" fmla="*/ 71 w 97"/>
                <a:gd name="T1" fmla="*/ 45 h 119"/>
                <a:gd name="T2" fmla="*/ 26 w 97"/>
                <a:gd name="T3" fmla="*/ 45 h 119"/>
                <a:gd name="T4" fmla="*/ 26 w 97"/>
                <a:gd name="T5" fmla="*/ 0 h 119"/>
                <a:gd name="T6" fmla="*/ 0 w 97"/>
                <a:gd name="T7" fmla="*/ 0 h 119"/>
                <a:gd name="T8" fmla="*/ 0 w 97"/>
                <a:gd name="T9" fmla="*/ 119 h 119"/>
                <a:gd name="T10" fmla="*/ 26 w 97"/>
                <a:gd name="T11" fmla="*/ 119 h 119"/>
                <a:gd name="T12" fmla="*/ 26 w 97"/>
                <a:gd name="T13" fmla="*/ 66 h 119"/>
                <a:gd name="T14" fmla="*/ 71 w 97"/>
                <a:gd name="T15" fmla="*/ 66 h 119"/>
                <a:gd name="T16" fmla="*/ 71 w 97"/>
                <a:gd name="T17" fmla="*/ 119 h 119"/>
                <a:gd name="T18" fmla="*/ 97 w 97"/>
                <a:gd name="T19" fmla="*/ 119 h 119"/>
                <a:gd name="T20" fmla="*/ 97 w 97"/>
                <a:gd name="T21" fmla="*/ 0 h 119"/>
                <a:gd name="T22" fmla="*/ 71 w 97"/>
                <a:gd name="T23" fmla="*/ 0 h 119"/>
                <a:gd name="T24" fmla="*/ 71 w 97"/>
                <a:gd name="T25" fmla="*/ 4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" h="119">
                  <a:moveTo>
                    <a:pt x="71" y="45"/>
                  </a:moveTo>
                  <a:lnTo>
                    <a:pt x="26" y="45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6" y="119"/>
                  </a:lnTo>
                  <a:lnTo>
                    <a:pt x="26" y="66"/>
                  </a:lnTo>
                  <a:lnTo>
                    <a:pt x="71" y="66"/>
                  </a:lnTo>
                  <a:lnTo>
                    <a:pt x="71" y="119"/>
                  </a:lnTo>
                  <a:lnTo>
                    <a:pt x="97" y="119"/>
                  </a:lnTo>
                  <a:lnTo>
                    <a:pt x="97" y="0"/>
                  </a:lnTo>
                  <a:lnTo>
                    <a:pt x="71" y="0"/>
                  </a:lnTo>
                  <a:lnTo>
                    <a:pt x="71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ïŝ1îḓé"/>
            <p:cNvSpPr/>
            <p:nvPr/>
          </p:nvSpPr>
          <p:spPr bwMode="auto">
            <a:xfrm>
              <a:off x="8409718" y="3756463"/>
              <a:ext cx="32720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ïš1idé"/>
            <p:cNvSpPr/>
            <p:nvPr/>
          </p:nvSpPr>
          <p:spPr bwMode="auto">
            <a:xfrm>
              <a:off x="8484702" y="3756463"/>
              <a:ext cx="144514" cy="162238"/>
            </a:xfrm>
            <a:custGeom>
              <a:avLst/>
              <a:gdLst>
                <a:gd name="T0" fmla="*/ 83 w 106"/>
                <a:gd name="T1" fmla="*/ 93 h 119"/>
                <a:gd name="T2" fmla="*/ 83 w 106"/>
                <a:gd name="T3" fmla="*/ 93 h 119"/>
                <a:gd name="T4" fmla="*/ 38 w 106"/>
                <a:gd name="T5" fmla="*/ 0 h 119"/>
                <a:gd name="T6" fmla="*/ 0 w 106"/>
                <a:gd name="T7" fmla="*/ 0 h 119"/>
                <a:gd name="T8" fmla="*/ 0 w 106"/>
                <a:gd name="T9" fmla="*/ 119 h 119"/>
                <a:gd name="T10" fmla="*/ 23 w 106"/>
                <a:gd name="T11" fmla="*/ 119 h 119"/>
                <a:gd name="T12" fmla="*/ 23 w 106"/>
                <a:gd name="T13" fmla="*/ 19 h 119"/>
                <a:gd name="T14" fmla="*/ 23 w 106"/>
                <a:gd name="T15" fmla="*/ 19 h 119"/>
                <a:gd name="T16" fmla="*/ 71 w 106"/>
                <a:gd name="T17" fmla="*/ 119 h 119"/>
                <a:gd name="T18" fmla="*/ 106 w 106"/>
                <a:gd name="T19" fmla="*/ 119 h 119"/>
                <a:gd name="T20" fmla="*/ 106 w 106"/>
                <a:gd name="T21" fmla="*/ 0 h 119"/>
                <a:gd name="T22" fmla="*/ 83 w 106"/>
                <a:gd name="T23" fmla="*/ 0 h 119"/>
                <a:gd name="T24" fmla="*/ 83 w 106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9">
                  <a:moveTo>
                    <a:pt x="83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71" y="119"/>
                  </a:lnTo>
                  <a:lnTo>
                    <a:pt x="106" y="119"/>
                  </a:lnTo>
                  <a:lnTo>
                    <a:pt x="106" y="0"/>
                  </a:lnTo>
                  <a:lnTo>
                    <a:pt x="83" y="0"/>
                  </a:lnTo>
                  <a:lnTo>
                    <a:pt x="83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îṣḻide"/>
            <p:cNvSpPr/>
            <p:nvPr/>
          </p:nvSpPr>
          <p:spPr bwMode="auto">
            <a:xfrm>
              <a:off x="8657846" y="3756463"/>
              <a:ext cx="158148" cy="162238"/>
            </a:xfrm>
            <a:custGeom>
              <a:avLst/>
              <a:gdLst>
                <a:gd name="T0" fmla="*/ 74 w 116"/>
                <a:gd name="T1" fmla="*/ 0 h 119"/>
                <a:gd name="T2" fmla="*/ 43 w 116"/>
                <a:gd name="T3" fmla="*/ 0 h 119"/>
                <a:gd name="T4" fmla="*/ 0 w 116"/>
                <a:gd name="T5" fmla="*/ 119 h 119"/>
                <a:gd name="T6" fmla="*/ 24 w 116"/>
                <a:gd name="T7" fmla="*/ 119 h 119"/>
                <a:gd name="T8" fmla="*/ 34 w 116"/>
                <a:gd name="T9" fmla="*/ 93 h 119"/>
                <a:gd name="T10" fmla="*/ 81 w 116"/>
                <a:gd name="T11" fmla="*/ 93 h 119"/>
                <a:gd name="T12" fmla="*/ 90 w 116"/>
                <a:gd name="T13" fmla="*/ 119 h 119"/>
                <a:gd name="T14" fmla="*/ 116 w 116"/>
                <a:gd name="T15" fmla="*/ 119 h 119"/>
                <a:gd name="T16" fmla="*/ 74 w 116"/>
                <a:gd name="T17" fmla="*/ 0 h 119"/>
                <a:gd name="T18" fmla="*/ 41 w 116"/>
                <a:gd name="T19" fmla="*/ 74 h 119"/>
                <a:gd name="T20" fmla="*/ 57 w 116"/>
                <a:gd name="T21" fmla="*/ 21 h 119"/>
                <a:gd name="T22" fmla="*/ 60 w 116"/>
                <a:gd name="T23" fmla="*/ 21 h 119"/>
                <a:gd name="T24" fmla="*/ 74 w 116"/>
                <a:gd name="T25" fmla="*/ 74 h 119"/>
                <a:gd name="T26" fmla="*/ 41 w 116"/>
                <a:gd name="T27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9">
                  <a:moveTo>
                    <a:pt x="74" y="0"/>
                  </a:moveTo>
                  <a:lnTo>
                    <a:pt x="43" y="0"/>
                  </a:lnTo>
                  <a:lnTo>
                    <a:pt x="0" y="119"/>
                  </a:lnTo>
                  <a:lnTo>
                    <a:pt x="24" y="119"/>
                  </a:lnTo>
                  <a:lnTo>
                    <a:pt x="34" y="93"/>
                  </a:lnTo>
                  <a:lnTo>
                    <a:pt x="81" y="93"/>
                  </a:lnTo>
                  <a:lnTo>
                    <a:pt x="90" y="119"/>
                  </a:lnTo>
                  <a:lnTo>
                    <a:pt x="116" y="119"/>
                  </a:lnTo>
                  <a:lnTo>
                    <a:pt x="74" y="0"/>
                  </a:lnTo>
                  <a:close/>
                  <a:moveTo>
                    <a:pt x="41" y="74"/>
                  </a:moveTo>
                  <a:lnTo>
                    <a:pt x="57" y="21"/>
                  </a:lnTo>
                  <a:lnTo>
                    <a:pt x="60" y="21"/>
                  </a:lnTo>
                  <a:lnTo>
                    <a:pt x="74" y="74"/>
                  </a:lnTo>
                  <a:lnTo>
                    <a:pt x="41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54" name="椭圆 53"/>
          <p:cNvSpPr/>
          <p:nvPr userDrawn="1"/>
        </p:nvSpPr>
        <p:spPr>
          <a:xfrm>
            <a:off x="307394" y="147389"/>
            <a:ext cx="594613" cy="59461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-1"/>
            <a:ext cx="10858500" cy="817564"/>
          </a:xfrm>
          <a:prstGeom prst="rect">
            <a:avLst/>
          </a:prstGeom>
        </p:spPr>
        <p:txBody>
          <a:bodyPr vert="horz" lIns="0" tIns="45720" rIns="91440" bIns="45720" rtlCol="0" anchor="b" anchorCtr="0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581524"/>
            <a:ext cx="2743200" cy="2270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 spc="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88402" y="6581524"/>
            <a:ext cx="2730498" cy="2270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 dirty="0" err="1"/>
              <a:t>Minzu</a:t>
            </a:r>
            <a:r>
              <a:rPr lang="en-US" altLang="zh-CN" dirty="0"/>
              <a:t> University of China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F0210-9EFB-4FBE-AADD-CE66351048B3}" type="datetimeFigureOut">
              <a:rPr lang="zh-CN" altLang="en-US" smtClean="0"/>
              <a:t>2026/5/29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5523865" y="5773420"/>
            <a:ext cx="1144270" cy="353060"/>
          </a:xfrm>
          <a:solidFill>
            <a:srgbClr val="780009"/>
          </a:solidFill>
        </p:spPr>
        <p:txBody>
          <a:bodyPr/>
          <a:lstStyle/>
          <a:p>
            <a:r>
              <a:rPr lang="zh-CN" altLang="en-US" sz="2000" dirty="0"/>
              <a:t>周密</a:t>
            </a:r>
          </a:p>
        </p:txBody>
      </p:sp>
      <p:sp>
        <p:nvSpPr>
          <p:cNvPr id="50" name="标题 4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80009"/>
                </a:solidFill>
              </a:rPr>
              <a:t>深圳大学组会汇报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3793902" y="1753100"/>
            <a:ext cx="1569660" cy="898986"/>
            <a:chOff x="5576876" y="540040"/>
            <a:chExt cx="1569660" cy="898986"/>
          </a:xfrm>
        </p:grpSpPr>
        <p:sp>
          <p:nvSpPr>
            <p:cNvPr id="29" name="文本框 28"/>
            <p:cNvSpPr txBox="1"/>
            <p:nvPr/>
          </p:nvSpPr>
          <p:spPr>
            <a:xfrm>
              <a:off x="5576876" y="540040"/>
              <a:ext cx="77938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spc="300" dirty="0">
                  <a:gradFill>
                    <a:gsLst>
                      <a:gs pos="0">
                        <a:schemeClr val="accent1"/>
                      </a:gs>
                      <a:gs pos="90000">
                        <a:schemeClr val="accent1">
                          <a:alpha val="0"/>
                        </a:schemeClr>
                      </a:gs>
                    </a:gsLst>
                    <a:lin ang="5400000" scaled="1"/>
                  </a:gradFill>
                  <a:latin typeface="Impact" panose="020B0806030902050204" pitchFamily="34" charset="0"/>
                </a:rPr>
                <a:t>01</a:t>
              </a:r>
              <a:endParaRPr lang="zh-CN" altLang="en-US" sz="4400" spc="300" dirty="0">
                <a:gradFill>
                  <a:gsLst>
                    <a:gs pos="0">
                      <a:schemeClr val="accent1"/>
                    </a:gs>
                    <a:gs pos="9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576876" y="977361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spc="300" dirty="0">
                  <a:solidFill>
                    <a:schemeClr val="tx2">
                      <a:lumMod val="50000"/>
                    </a:schemeClr>
                  </a:solidFill>
                </a:rPr>
                <a:t>论文问题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039502" y="1754518"/>
            <a:ext cx="1569660" cy="898986"/>
            <a:chOff x="8704421" y="540040"/>
            <a:chExt cx="1569660" cy="898986"/>
          </a:xfrm>
        </p:grpSpPr>
        <p:sp>
          <p:nvSpPr>
            <p:cNvPr id="30" name="文本框 29"/>
            <p:cNvSpPr txBox="1"/>
            <p:nvPr/>
          </p:nvSpPr>
          <p:spPr>
            <a:xfrm>
              <a:off x="8704421" y="540040"/>
              <a:ext cx="84830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spc="300" dirty="0">
                  <a:gradFill>
                    <a:gsLst>
                      <a:gs pos="0">
                        <a:schemeClr val="accent1"/>
                      </a:gs>
                      <a:gs pos="90000">
                        <a:schemeClr val="accent1">
                          <a:alpha val="0"/>
                        </a:schemeClr>
                      </a:gs>
                    </a:gsLst>
                    <a:lin ang="5400000" scaled="1"/>
                  </a:gradFill>
                  <a:latin typeface="Impact" panose="020B0806030902050204" pitchFamily="34" charset="0"/>
                </a:rPr>
                <a:t>02</a:t>
              </a:r>
              <a:endParaRPr lang="zh-CN" altLang="en-US" sz="4400" spc="300" dirty="0">
                <a:gradFill>
                  <a:gsLst>
                    <a:gs pos="0">
                      <a:schemeClr val="accent1"/>
                    </a:gs>
                    <a:gs pos="9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704421" y="977361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spc="300" dirty="0">
                  <a:solidFill>
                    <a:schemeClr val="tx2">
                      <a:lumMod val="50000"/>
                    </a:schemeClr>
                  </a:solidFill>
                </a:rPr>
                <a:t>问题解决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793902" y="3704752"/>
            <a:ext cx="1569660" cy="868444"/>
            <a:chOff x="5576876" y="2230747"/>
            <a:chExt cx="1569660" cy="868444"/>
          </a:xfrm>
        </p:grpSpPr>
        <p:sp>
          <p:nvSpPr>
            <p:cNvPr id="31" name="文本框 30"/>
            <p:cNvSpPr txBox="1"/>
            <p:nvPr/>
          </p:nvSpPr>
          <p:spPr>
            <a:xfrm>
              <a:off x="5576876" y="2230747"/>
              <a:ext cx="86433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400" spc="300" dirty="0">
                  <a:gradFill>
                    <a:gsLst>
                      <a:gs pos="0">
                        <a:schemeClr val="accent1"/>
                      </a:gs>
                      <a:gs pos="90000">
                        <a:schemeClr val="accent1">
                          <a:alpha val="0"/>
                        </a:schemeClr>
                      </a:gs>
                    </a:gsLst>
                    <a:lin ang="5400000" scaled="1"/>
                  </a:gradFill>
                  <a:latin typeface="Impact" panose="020B0806030902050204" pitchFamily="34" charset="0"/>
                </a:rPr>
                <a:t>03</a:t>
              </a:r>
              <a:endParaRPr lang="zh-CN" altLang="en-US" sz="4400" spc="300" dirty="0">
                <a:gradFill>
                  <a:gsLst>
                    <a:gs pos="0">
                      <a:schemeClr val="accent1"/>
                    </a:gs>
                    <a:gs pos="90000">
                      <a:schemeClr val="accent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576876" y="2637526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spc="300" dirty="0">
                  <a:solidFill>
                    <a:schemeClr val="tx2">
                      <a:lumMod val="50000"/>
                    </a:schemeClr>
                  </a:solidFill>
                </a:rPr>
                <a:t>学习困惑</a:t>
              </a:r>
            </a:p>
          </p:txBody>
        </p:sp>
      </p:grpSp>
      <p:sp>
        <p:nvSpPr>
          <p:cNvPr id="39" name="文本框 38"/>
          <p:cNvSpPr txBox="1"/>
          <p:nvPr/>
        </p:nvSpPr>
        <p:spPr>
          <a:xfrm rot="16200000">
            <a:off x="-1646906" y="2926862"/>
            <a:ext cx="54457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spc="50" dirty="0">
                <a:solidFill>
                  <a:srgbClr val="B4776D"/>
                </a:solidFill>
                <a:latin typeface="+mj-lt"/>
              </a:rPr>
              <a:t>Contents</a:t>
            </a:r>
            <a:r>
              <a:rPr lang="en-US" altLang="zh-CN" sz="8800" b="1" spc="50" dirty="0">
                <a:solidFill>
                  <a:schemeClr val="accent1"/>
                </a:solidFill>
                <a:latin typeface="+mj-lt"/>
              </a:rPr>
              <a:t>.</a:t>
            </a:r>
            <a:endParaRPr lang="zh-CN" altLang="en-US" sz="8800" b="1" spc="5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116549" y="413914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rgbClr val="9A2418"/>
                </a:solidFill>
              </a:rPr>
              <a:t>结构大纲</a:t>
            </a:r>
          </a:p>
        </p:txBody>
      </p:sp>
      <p:sp>
        <p:nvSpPr>
          <p:cNvPr id="43" name="矩形 42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467218" y="6126091"/>
            <a:ext cx="1052654" cy="108000"/>
            <a:chOff x="10467218" y="6126091"/>
            <a:chExt cx="1052654" cy="108000"/>
          </a:xfrm>
          <a:solidFill>
            <a:srgbClr val="9A2418"/>
          </a:solidFill>
        </p:grpSpPr>
        <p:sp>
          <p:nvSpPr>
            <p:cNvPr id="3" name="椭圆 2"/>
            <p:cNvSpPr/>
            <p:nvPr/>
          </p:nvSpPr>
          <p:spPr>
            <a:xfrm>
              <a:off x="10467218" y="6126091"/>
              <a:ext cx="108000" cy="108000"/>
            </a:xfrm>
            <a:prstGeom prst="ellipse">
              <a:avLst/>
            </a:prstGeom>
            <a:grpFill/>
            <a:ln>
              <a:solidFill>
                <a:srgbClr val="9A24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10703381" y="6126091"/>
              <a:ext cx="108000" cy="108000"/>
            </a:xfrm>
            <a:prstGeom prst="ellipse">
              <a:avLst/>
            </a:prstGeom>
            <a:grpFill/>
            <a:ln>
              <a:solidFill>
                <a:srgbClr val="9A24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3" name="椭圆 92"/>
            <p:cNvSpPr/>
            <p:nvPr/>
          </p:nvSpPr>
          <p:spPr>
            <a:xfrm>
              <a:off x="10939545" y="6126091"/>
              <a:ext cx="108000" cy="108000"/>
            </a:xfrm>
            <a:prstGeom prst="ellipse">
              <a:avLst/>
            </a:prstGeom>
            <a:grpFill/>
            <a:ln>
              <a:solidFill>
                <a:srgbClr val="9A24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11175708" y="6126091"/>
              <a:ext cx="108000" cy="108000"/>
            </a:xfrm>
            <a:prstGeom prst="ellipse">
              <a:avLst/>
            </a:prstGeom>
            <a:grpFill/>
            <a:ln>
              <a:solidFill>
                <a:srgbClr val="9A24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11411872" y="6126091"/>
              <a:ext cx="108000" cy="108000"/>
            </a:xfrm>
            <a:prstGeom prst="ellipse">
              <a:avLst/>
            </a:prstGeom>
            <a:grpFill/>
            <a:ln>
              <a:solidFill>
                <a:srgbClr val="9A24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5437" y="2105561"/>
            <a:ext cx="221406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600" spc="300" dirty="0">
                <a:solidFill>
                  <a:srgbClr val="9A2418"/>
                </a:solidFill>
                <a:latin typeface="Impact" panose="020B0806030902050204" pitchFamily="34" charset="0"/>
              </a:rPr>
              <a:t>01</a:t>
            </a:r>
            <a:endParaRPr lang="zh-CN" altLang="en-US" sz="16600" spc="300" dirty="0">
              <a:solidFill>
                <a:srgbClr val="9A2418"/>
              </a:solidFill>
              <a:latin typeface="Impact" panose="020B080603090205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0467218" y="6126091"/>
            <a:ext cx="1052654" cy="108000"/>
            <a:chOff x="10467218" y="6126091"/>
            <a:chExt cx="1052654" cy="108000"/>
          </a:xfrm>
        </p:grpSpPr>
        <p:sp>
          <p:nvSpPr>
            <p:cNvPr id="22" name="椭圆 21"/>
            <p:cNvSpPr/>
            <p:nvPr/>
          </p:nvSpPr>
          <p:spPr>
            <a:xfrm>
              <a:off x="10467218" y="6126091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0703381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0939545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1175708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1411872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论文问题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Paper Problem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ïšľíḍè"/>
          <p:cNvSpPr txBox="1"/>
          <p:nvPr/>
        </p:nvSpPr>
        <p:spPr>
          <a:xfrm>
            <a:off x="6322770" y="1929067"/>
            <a:ext cx="5216450" cy="33791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buSzPct val="25000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当前，视觉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语言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行为（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VLA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）模型已成为具身智能发展的热点。传统的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VLA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可以将视觉和语言特征作为模型输入，模型根据输入进行动作映射，指导电机活动。虽然人们已经实现基本的端到端的具身控制，但是在性能上具身控制仍然有很大的提升空间。本论文就就基于如何提升控制性能进行问题的讨论和解决方法提出。</a:t>
            </a:r>
            <a:endParaRPr 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058729-ECD2-56B8-2529-C755289925EC}"/>
              </a:ext>
            </a:extLst>
          </p:cNvPr>
          <p:cNvSpPr txBox="1"/>
          <p:nvPr/>
        </p:nvSpPr>
        <p:spPr>
          <a:xfrm>
            <a:off x="741680" y="609599"/>
            <a:ext cx="210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当前背景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B0AA76-5ED7-5256-CB4A-DDBE61E65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9066"/>
            <a:ext cx="5216451" cy="3379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19508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21765" y="1902213"/>
            <a:ext cx="8607828" cy="2855945"/>
            <a:chOff x="669925" y="1968056"/>
            <a:chExt cx="8625366" cy="2855945"/>
          </a:xfrm>
        </p:grpSpPr>
        <p:sp>
          <p:nvSpPr>
            <p:cNvPr id="6" name="îśḷidê"/>
            <p:cNvSpPr/>
            <p:nvPr/>
          </p:nvSpPr>
          <p:spPr bwMode="auto">
            <a:xfrm>
              <a:off x="7085491" y="2225289"/>
              <a:ext cx="2209800" cy="2209800"/>
            </a:xfrm>
            <a:prstGeom prst="ellipse">
              <a:avLst/>
            </a:prstGeom>
            <a:solidFill>
              <a:srgbClr val="E4E6EA"/>
            </a:solidFill>
            <a:ln w="101600" cap="flat" cmpd="sng" algn="ctr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7" name="ïSľîḋe"/>
            <p:cNvSpPr/>
            <p:nvPr/>
          </p:nvSpPr>
          <p:spPr bwMode="auto">
            <a:xfrm>
              <a:off x="669925" y="2034000"/>
              <a:ext cx="5844504" cy="1215000"/>
            </a:xfrm>
            <a:prstGeom prst="homePlate">
              <a:avLst/>
            </a:prstGeom>
            <a:solidFill>
              <a:srgbClr val="9A2418">
                <a:alpha val="98000"/>
              </a:srgb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8" name="ïṡḷîḑè"/>
            <p:cNvSpPr/>
            <p:nvPr/>
          </p:nvSpPr>
          <p:spPr bwMode="auto">
            <a:xfrm>
              <a:off x="669925" y="3609001"/>
              <a:ext cx="5844504" cy="1215000"/>
            </a:xfrm>
            <a:prstGeom prst="homePlate">
              <a:avLst/>
            </a:prstGeom>
            <a:solidFill>
              <a:srgbClr val="9A2418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dk1"/>
                </a:solidFill>
              </a:endParaRPr>
            </a:p>
          </p:txBody>
        </p:sp>
        <p:sp>
          <p:nvSpPr>
            <p:cNvPr id="11" name="íṩḻîḍê"/>
            <p:cNvSpPr txBox="1"/>
            <p:nvPr/>
          </p:nvSpPr>
          <p:spPr>
            <a:xfrm>
              <a:off x="4562715" y="2410011"/>
              <a:ext cx="1086568" cy="462978"/>
            </a:xfrm>
            <a:prstGeom prst="rect">
              <a:avLst/>
            </a:prstGeom>
            <a:noFill/>
          </p:spPr>
          <p:txBody>
            <a:bodyPr wrap="none" lIns="90000" tIns="46800" rIns="90000" bIns="46800" rtlCol="0" anchor="ctr" anchorCtr="0">
              <a:norm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核心问题</a:t>
              </a:r>
              <a:endParaRPr lang="en-US" altLang="zh-C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ïš1îḍé"/>
            <p:cNvSpPr txBox="1"/>
            <p:nvPr/>
          </p:nvSpPr>
          <p:spPr>
            <a:xfrm>
              <a:off x="1349818" y="1968056"/>
              <a:ext cx="2510155" cy="1215000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>
              <a:norm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</a:rPr>
                <a:t>找到一个合适的方法降低模型推理的时间开销</a:t>
              </a:r>
              <a:endParaRPr lang="en-US" altLang="zh-CN" sz="1400" dirty="0">
                <a:solidFill>
                  <a:schemeClr val="bg1"/>
                </a:solidFill>
              </a:endParaRPr>
            </a:p>
          </p:txBody>
        </p:sp>
        <p:sp>
          <p:nvSpPr>
            <p:cNvPr id="13" name="ïŝľîde"/>
            <p:cNvSpPr txBox="1"/>
            <p:nvPr/>
          </p:nvSpPr>
          <p:spPr>
            <a:xfrm>
              <a:off x="4626215" y="3918094"/>
              <a:ext cx="1023068" cy="462978"/>
            </a:xfrm>
            <a:prstGeom prst="rect">
              <a:avLst/>
            </a:prstGeom>
            <a:noFill/>
          </p:spPr>
          <p:txBody>
            <a:bodyPr wrap="none" lIns="90000" tIns="46800" rIns="90000" bIns="46800" rtlCol="0" anchor="ctr" anchorCtr="0">
              <a:normAutofit/>
            </a:bodyPr>
            <a:lstStyle/>
            <a:p>
              <a:pPr algn="r"/>
              <a:r>
                <a:rPr lang="zh-CN" altLang="en-US" sz="1600" b="1" dirty="0">
                  <a:solidFill>
                    <a:schemeClr val="bg1"/>
                  </a:solidFill>
                </a:rPr>
                <a:t>提高效率方法</a:t>
              </a:r>
              <a:endParaRPr lang="en-US" altLang="zh-C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ïšľiďé"/>
            <p:cNvSpPr txBox="1"/>
            <p:nvPr/>
          </p:nvSpPr>
          <p:spPr>
            <a:xfrm>
              <a:off x="1349817" y="3543057"/>
              <a:ext cx="2510155" cy="1215000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>
              <a:norm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</a:rPr>
                <a:t>推理流程加速</a:t>
              </a:r>
              <a:endParaRPr lang="en-US" altLang="zh-CN" sz="1400" dirty="0">
                <a:solidFill>
                  <a:schemeClr val="bg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bg1"/>
                  </a:solidFill>
                </a:rPr>
                <a:t>扩散和流匹配加速</a:t>
              </a:r>
              <a:endParaRPr lang="en-US" altLang="zh-CN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5783F24-1596-5208-A919-30E17141DA7E}"/>
              </a:ext>
            </a:extLst>
          </p:cNvPr>
          <p:cNvSpPr txBox="1"/>
          <p:nvPr/>
        </p:nvSpPr>
        <p:spPr>
          <a:xfrm>
            <a:off x="862965" y="548640"/>
            <a:ext cx="1809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论文意义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65520B-0DE3-99DF-582C-4E7E35193908}"/>
              </a:ext>
            </a:extLst>
          </p:cNvPr>
          <p:cNvSpPr txBox="1"/>
          <p:nvPr/>
        </p:nvSpPr>
        <p:spPr>
          <a:xfrm>
            <a:off x="8394186" y="2971958"/>
            <a:ext cx="1065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FF0000"/>
                </a:solidFill>
              </a:rPr>
              <a:t>VLA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10467218" y="6126091"/>
            <a:ext cx="1052654" cy="108000"/>
            <a:chOff x="10467218" y="6126091"/>
            <a:chExt cx="1052654" cy="108000"/>
          </a:xfrm>
        </p:grpSpPr>
        <p:sp>
          <p:nvSpPr>
            <p:cNvPr id="22" name="椭圆 21"/>
            <p:cNvSpPr/>
            <p:nvPr/>
          </p:nvSpPr>
          <p:spPr>
            <a:xfrm>
              <a:off x="10467218" y="6126091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0703381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0939545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1175708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1411872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3B96B4-E763-DE06-421A-5EC43D134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E74D8B-A2E5-374B-63CA-C206CBCA0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70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12E553B-2BC9-D769-5A22-3173410D1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362" y="1704777"/>
            <a:ext cx="8059275" cy="283884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6D81EDA-A1BA-E019-19CD-9A95DAD54278}"/>
              </a:ext>
            </a:extLst>
          </p:cNvPr>
          <p:cNvSpPr txBox="1"/>
          <p:nvPr/>
        </p:nvSpPr>
        <p:spPr>
          <a:xfrm>
            <a:off x="995680" y="762000"/>
            <a:ext cx="387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VLA Flash</a:t>
            </a:r>
            <a:r>
              <a:rPr lang="zh-CN" altLang="en-US" sz="3200" b="1" dirty="0"/>
              <a:t>模型概览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C44155-5DF9-02ED-1CC9-4D6106DACF7B}"/>
              </a:ext>
            </a:extLst>
          </p:cNvPr>
          <p:cNvSpPr txBox="1"/>
          <p:nvPr/>
        </p:nvSpPr>
        <p:spPr>
          <a:xfrm>
            <a:off x="878840" y="4726652"/>
            <a:ext cx="104343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在快速路径轮次中，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FLASH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仍然编码当前图像，并将特征馈送给一个轻量级草案模型，该模型提议一个候选动作块。然后，主模型的“动作专家”重用最近一次完整路径轮次产生的视觉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KV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缓存，在选定的去噪时间步重建动作端点并检查它们的一致性。如果没有草案动作前缀被接受，缓存的上下文可能不再为推测执行提供可靠基础；因此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FLASH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返回到完整路径以刷新上下文并纠正轨迹。此外，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FLASH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使用夹爪切换作为阶段转换信号，并在微调阶段主动回退到完整路径，因为更高保真度的动作有助于减轻误差放大。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4294967295"/>
          </p:nvPr>
        </p:nvSpPr>
        <p:spPr>
          <a:xfrm>
            <a:off x="0" y="6581775"/>
            <a:ext cx="2743200" cy="227013"/>
          </a:xfrm>
        </p:spPr>
        <p:txBody>
          <a:bodyPr/>
          <a:lstStyle/>
          <a:p>
            <a:r>
              <a:rPr lang="zh-CN" altLang="en-US" dirty="0"/>
              <a:t>美美与共 知行合一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61500" y="6581775"/>
            <a:ext cx="2730500" cy="227013"/>
          </a:xfrm>
        </p:spPr>
        <p:txBody>
          <a:bodyPr/>
          <a:lstStyle/>
          <a:p>
            <a:r>
              <a:rPr lang="en-US" altLang="zh-CN" dirty="0" err="1"/>
              <a:t>Minzu</a:t>
            </a:r>
            <a:r>
              <a:rPr lang="en-US" altLang="zh-CN" dirty="0"/>
              <a:t> University of China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942EADA-7AD9-2CC9-22D1-A74768FC8D71}"/>
              </a:ext>
            </a:extLst>
          </p:cNvPr>
          <p:cNvSpPr txBox="1"/>
          <p:nvPr/>
        </p:nvSpPr>
        <p:spPr>
          <a:xfrm>
            <a:off x="995680" y="731520"/>
            <a:ext cx="1076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结果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AA1B035-9107-2B19-CDF8-DDD7F870D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40" y="1742840"/>
            <a:ext cx="7897327" cy="1686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873366F-B688-2011-30A8-8F0393043E1A}"/>
                  </a:ext>
                </a:extLst>
              </p:cNvPr>
              <p:cNvSpPr txBox="1"/>
              <p:nvPr/>
            </p:nvSpPr>
            <p:spPr>
              <a:xfrm>
                <a:off x="1371600" y="3942080"/>
                <a:ext cx="96418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表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：在四个 </a:t>
                </a:r>
                <a:r>
                  <a:rPr lang="en-US" altLang="zh-CN" dirty="0"/>
                  <a:t>LIBERO </a:t>
                </a:r>
                <a:r>
                  <a:rPr lang="zh-CN" altLang="en-US" dirty="0"/>
                  <a:t>套件上的仿真结果。我们报告套件级成功率、平均成功率 </a:t>
                </a:r>
                <a:r>
                  <a:rPr lang="en-US" altLang="zh-CN" dirty="0"/>
                  <a:t>(SR)</a:t>
                </a:r>
                <a:r>
                  <a:rPr lang="zh-CN" altLang="en-US" dirty="0"/>
                  <a:t>、平均任务级延迟 </a:t>
                </a:r>
                <a:r>
                  <a:rPr lang="en-US" altLang="zh-CN" dirty="0"/>
                  <a:t>(Lat. (</a:t>
                </a:r>
                <a:r>
                  <a:rPr lang="en-US" altLang="zh-CN" dirty="0" err="1"/>
                  <a:t>ms</a:t>
                </a:r>
                <a:r>
                  <a:rPr lang="en-US" altLang="zh-CN" dirty="0"/>
                  <a:t>))</a:t>
                </a:r>
                <a:r>
                  <a:rPr lang="zh-CN" altLang="en-US" dirty="0"/>
                  <a:t>、平均每动作延迟 </a:t>
                </a:r>
                <a:r>
                  <a:rPr lang="en-US" altLang="zh-CN" dirty="0"/>
                  <a:t>(/Act (</a:t>
                </a:r>
                <a:r>
                  <a:rPr lang="en-US" altLang="zh-CN" dirty="0" err="1"/>
                  <a:t>ms</a:t>
                </a:r>
                <a:r>
                  <a:rPr lang="en-US" altLang="zh-CN" dirty="0"/>
                  <a:t>))</a:t>
                </a:r>
                <a:r>
                  <a:rPr lang="zh-CN" altLang="en-US" dirty="0"/>
                  <a:t>，以及相对于原始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 </a:t>
                </a:r>
                <a:r>
                  <a:rPr lang="en-US" altLang="zh-CN" dirty="0"/>
                  <a:t>[1] </a:t>
                </a:r>
                <a:r>
                  <a:rPr lang="zh-CN" altLang="en-US" dirty="0"/>
                  <a:t>的相对提升。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873366F-B688-2011-30A8-8F0393043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942080"/>
                <a:ext cx="9641840" cy="646331"/>
              </a:xfrm>
              <a:prstGeom prst="rect">
                <a:avLst/>
              </a:prstGeom>
              <a:blipFill>
                <a:blip r:embed="rId4"/>
                <a:stretch>
                  <a:fillRect l="-506" t="-5660" r="-63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7BF543-F536-C7AF-E5F3-A4545D8E2489}"/>
              </a:ext>
            </a:extLst>
          </p:cNvPr>
          <p:cNvSpPr txBox="1"/>
          <p:nvPr/>
        </p:nvSpPr>
        <p:spPr>
          <a:xfrm>
            <a:off x="1066800" y="731520"/>
            <a:ext cx="1087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E3CFFB-707C-6667-8EA6-3633C94CA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920" y="1655308"/>
            <a:ext cx="7878274" cy="196242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B8B75A8-381F-3E30-5F89-BF0AE7D9E696}"/>
              </a:ext>
            </a:extLst>
          </p:cNvPr>
          <p:cNvSpPr txBox="1"/>
          <p:nvPr/>
        </p:nvSpPr>
        <p:spPr>
          <a:xfrm>
            <a:off x="1463040" y="4074160"/>
            <a:ext cx="9265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LIBERO </a:t>
            </a:r>
            <a:r>
              <a:rPr lang="zh-CN" altLang="en-US" dirty="0"/>
              <a:t>上套件级快速路径统计。</a:t>
            </a:r>
            <a:r>
              <a:rPr lang="en-US" altLang="zh-CN" dirty="0"/>
              <a:t>Acc. </a:t>
            </a:r>
            <a:r>
              <a:rPr lang="zh-CN" altLang="en-US" dirty="0"/>
              <a:t>是快速路径轮次中接受的草案前缀平均长度，按重规划大小 归一化。快速路径率 </a:t>
            </a:r>
            <a:r>
              <a:rPr lang="en-US" altLang="zh-CN" dirty="0"/>
              <a:t>(FR.) </a:t>
            </a:r>
            <a:r>
              <a:rPr lang="zh-CN" altLang="en-US" dirty="0"/>
              <a:t>是在任务轨迹的所有重规划轮次中，快速路径轮次所占的比例。</a:t>
            </a:r>
          </a:p>
        </p:txBody>
      </p:sp>
    </p:spTree>
    <p:extLst>
      <p:ext uri="{BB962C8B-B14F-4D97-AF65-F5344CB8AC3E}">
        <p14:creationId xmlns:p14="http://schemas.microsoft.com/office/powerpoint/2010/main" val="285600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5437" y="2105561"/>
            <a:ext cx="253146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600" spc="300" dirty="0">
                <a:solidFill>
                  <a:srgbClr val="9A2418"/>
                </a:solidFill>
                <a:latin typeface="Impact" panose="020B0806030902050204" pitchFamily="34" charset="0"/>
              </a:rPr>
              <a:t>03</a:t>
            </a:r>
            <a:endParaRPr lang="zh-CN" altLang="en-US" sz="16600" spc="300" dirty="0">
              <a:solidFill>
                <a:srgbClr val="9A2418"/>
              </a:solidFill>
              <a:latin typeface="Impact" panose="020B080603090205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0467218" y="6126091"/>
            <a:ext cx="1052654" cy="108000"/>
            <a:chOff x="10467218" y="6126091"/>
            <a:chExt cx="1052654" cy="108000"/>
          </a:xfrm>
        </p:grpSpPr>
        <p:sp>
          <p:nvSpPr>
            <p:cNvPr id="22" name="椭圆 21"/>
            <p:cNvSpPr/>
            <p:nvPr/>
          </p:nvSpPr>
          <p:spPr>
            <a:xfrm>
              <a:off x="10467218" y="6126091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0703381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0939545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1175708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1411872" y="6126091"/>
              <a:ext cx="108000" cy="108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学习困惑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Confusion of Learning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FFB6BEB1-FF41-CAB9-2506-F6A6FD55E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" y="1755775"/>
            <a:ext cx="10731500" cy="334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3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5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深圳大学</a:t>
            </a:r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10"/>
          </p:nvPr>
        </p:nvSpPr>
        <p:spPr>
          <a:xfrm>
            <a:off x="5222037" y="3736096"/>
            <a:ext cx="1747925" cy="353120"/>
          </a:xfrm>
        </p:spPr>
        <p:txBody>
          <a:bodyPr/>
          <a:lstStyle/>
          <a:p>
            <a:r>
              <a:rPr lang="zh-CN" altLang="en-US" sz="2000" dirty="0">
                <a:solidFill>
                  <a:srgbClr val="9A2418"/>
                </a:solidFill>
              </a:rPr>
              <a:t>周密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  <p:tag name="ISPRING_PRESENTATION_TITLE" val="陕西师范大学毕业答辩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35f8ada8-d1d5-484b-a646-0693bbf3215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95081"/>
</p:tagLst>
</file>

<file path=ppt/theme/theme1.xml><?xml version="1.0" encoding="utf-8"?>
<a:theme xmlns:a="http://schemas.openxmlformats.org/drawingml/2006/main" name="Office 主题​​">
  <a:themeElements>
    <a:clrScheme name="民大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7010E"/>
      </a:accent1>
      <a:accent2>
        <a:srgbClr val="CC4226"/>
      </a:accent2>
      <a:accent3>
        <a:srgbClr val="2B948C"/>
      </a:accent3>
      <a:accent4>
        <a:srgbClr val="3B5DCC"/>
      </a:accent4>
      <a:accent5>
        <a:srgbClr val="FCDE99"/>
      </a:accent5>
      <a:accent6>
        <a:srgbClr val="5C448A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420</Words>
  <Application>Microsoft Office PowerPoint</Application>
  <PresentationFormat>宽屏</PresentationFormat>
  <Paragraphs>45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Bebas</vt:lpstr>
      <vt:lpstr>等线</vt:lpstr>
      <vt:lpstr>宋体</vt:lpstr>
      <vt:lpstr>Arial</vt:lpstr>
      <vt:lpstr>Calibri</vt:lpstr>
      <vt:lpstr>Calibri Light</vt:lpstr>
      <vt:lpstr>Cambria Math</vt:lpstr>
      <vt:lpstr>Impact</vt:lpstr>
      <vt:lpstr>Office 主题​​</vt:lpstr>
      <vt:lpstr>自定义设计方案</vt:lpstr>
      <vt:lpstr>深圳大学组会汇报</vt:lpstr>
      <vt:lpstr>PowerPoint 演示文稿</vt:lpstr>
      <vt:lpstr>论文问题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学习困惑</vt:lpstr>
      <vt:lpstr>PowerPoint 演示文稿</vt:lpstr>
      <vt:lpstr>深圳大学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陕西师范大学毕业答辩PPT模板</dc:title>
  <dc:creator>立 陈</dc:creator>
  <cp:lastModifiedBy>密 周</cp:lastModifiedBy>
  <cp:revision>229</cp:revision>
  <dcterms:created xsi:type="dcterms:W3CDTF">2018-12-17T16:17:00Z</dcterms:created>
  <dcterms:modified xsi:type="dcterms:W3CDTF">2026-05-29T07:30:17Z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2052-11.1.0.8864</vt:lpwstr>
  </property>
</Properties>
</file>